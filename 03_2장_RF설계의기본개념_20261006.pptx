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72" r:id="rId1"/>
  </p:sldMasterIdLst>
  <p:notesMasterIdLst>
    <p:notesMasterId r:id="rId105"/>
  </p:notesMasterIdLst>
  <p:sldIdLst>
    <p:sldId id="264" r:id="rId2"/>
    <p:sldId id="265" r:id="rId3"/>
    <p:sldId id="334" r:id="rId4"/>
    <p:sldId id="335" r:id="rId5"/>
    <p:sldId id="336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9" r:id="rId37"/>
    <p:sldId id="298" r:id="rId38"/>
    <p:sldId id="301" r:id="rId39"/>
    <p:sldId id="297" r:id="rId40"/>
    <p:sldId id="302" r:id="rId41"/>
    <p:sldId id="303" r:id="rId42"/>
    <p:sldId id="304" r:id="rId43"/>
    <p:sldId id="305" r:id="rId44"/>
    <p:sldId id="306" r:id="rId45"/>
    <p:sldId id="307" r:id="rId46"/>
    <p:sldId id="308" r:id="rId47"/>
    <p:sldId id="309" r:id="rId48"/>
    <p:sldId id="311" r:id="rId49"/>
    <p:sldId id="312" r:id="rId50"/>
    <p:sldId id="313" r:id="rId51"/>
    <p:sldId id="314" r:id="rId52"/>
    <p:sldId id="315" r:id="rId53"/>
    <p:sldId id="316" r:id="rId54"/>
    <p:sldId id="319" r:id="rId55"/>
    <p:sldId id="317" r:id="rId56"/>
    <p:sldId id="318" r:id="rId57"/>
    <p:sldId id="320" r:id="rId58"/>
    <p:sldId id="321" r:id="rId59"/>
    <p:sldId id="322" r:id="rId60"/>
    <p:sldId id="323" r:id="rId61"/>
    <p:sldId id="324" r:id="rId62"/>
    <p:sldId id="325" r:id="rId63"/>
    <p:sldId id="326" r:id="rId64"/>
    <p:sldId id="327" r:id="rId65"/>
    <p:sldId id="328" r:id="rId66"/>
    <p:sldId id="329" r:id="rId67"/>
    <p:sldId id="330" r:id="rId68"/>
    <p:sldId id="331" r:id="rId69"/>
    <p:sldId id="332" r:id="rId70"/>
    <p:sldId id="337" r:id="rId71"/>
    <p:sldId id="338" r:id="rId72"/>
    <p:sldId id="339" r:id="rId73"/>
    <p:sldId id="340" r:id="rId74"/>
    <p:sldId id="344" r:id="rId75"/>
    <p:sldId id="341" r:id="rId76"/>
    <p:sldId id="342" r:id="rId77"/>
    <p:sldId id="345" r:id="rId78"/>
    <p:sldId id="343" r:id="rId79"/>
    <p:sldId id="346" r:id="rId80"/>
    <p:sldId id="347" r:id="rId81"/>
    <p:sldId id="348" r:id="rId82"/>
    <p:sldId id="349" r:id="rId83"/>
    <p:sldId id="350" r:id="rId84"/>
    <p:sldId id="351" r:id="rId85"/>
    <p:sldId id="353" r:id="rId86"/>
    <p:sldId id="352" r:id="rId87"/>
    <p:sldId id="354" r:id="rId88"/>
    <p:sldId id="355" r:id="rId89"/>
    <p:sldId id="356" r:id="rId90"/>
    <p:sldId id="357" r:id="rId91"/>
    <p:sldId id="358" r:id="rId92"/>
    <p:sldId id="359" r:id="rId93"/>
    <p:sldId id="370" r:id="rId94"/>
    <p:sldId id="360" r:id="rId95"/>
    <p:sldId id="361" r:id="rId96"/>
    <p:sldId id="362" r:id="rId97"/>
    <p:sldId id="363" r:id="rId98"/>
    <p:sldId id="364" r:id="rId99"/>
    <p:sldId id="365" r:id="rId100"/>
    <p:sldId id="366" r:id="rId101"/>
    <p:sldId id="367" r:id="rId102"/>
    <p:sldId id="368" r:id="rId103"/>
    <p:sldId id="369" r:id="rId10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82" autoAdjust="0"/>
    <p:restoredTop sz="94665" autoAdjust="0"/>
  </p:normalViewPr>
  <p:slideViewPr>
    <p:cSldViewPr snapToGrid="0">
      <p:cViewPr>
        <p:scale>
          <a:sx n="102" d="100"/>
          <a:sy n="102" d="100"/>
        </p:scale>
        <p:origin x="-540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0" d="100"/>
          <a:sy n="90" d="100"/>
        </p:scale>
        <p:origin x="330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45.26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78 1 24 0 0,'-3'1'-1'0'0,"0"1"1"0"0,1-1 0 0 0,-1 1 0 0 0,0 0 0 0 0,0 0 0 0 0,1 0 0 0 0,-1 0 0 0 0,1 0-1 0 0,0 0 1 0 0,0 1 0 0 0,0-1 0 0 0,0 1 0 0 0,0 0 0 0 0,-2 4 0 0 0,-1 4 12 0 0,0 0 0 0 0,-5 18 0 0 0,7-20 7 0 0,-1 6-12 0 0,0-1 1 0 0,1 1-1 0 0,0 0 1 0 0,2 0-1 0 0,0 1 1 0 0,0-1-1 0 0,1 0 0 0 0,5 28 1 0 0,-1-23 10 0 0,0 0 0 0 0,2 0-1 0 0,1-1 1 0 0,0 0 0 0 0,1 0 0 0 0,19 31 0 0 0,5 0 3 0 0,9 4 22 0 0,-30-42-38 0 0,26 21 0 0 0,14 5 6 0 0,-28-26 32 0 0,35 11-33 0 0,-43-19-10 0 0,0 0 0 0 0,24 3 0 0 0,-23-5-4 0 0,0-1 0 0 0,21-2 0 0 0,-26 0-10 0 0,0-1-1 0 0,0 0 0 0 0,11-3 1 0 0,-16 3 3 0 0,0 0 0 0 0,-1 0 1 0 0,1-1-1 0 0,-1 0 0 0 0,1 0 0 0 0,-1 0 0 0 0,0 0 1 0 0,-1-1-1 0 0,1 0 0 0 0,0 0 0 0 0,-1 0 1 0 0,8-10-1 0 0,-3 0-43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45.53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34 0 24 0 0,'5'0'-1'0'0,"-3"0"1"0"0,28 6 1 0 0,30 4 10 0 0,6 1 37 0 0,-14 1-24 0 0,-30-4 24 0 0,26 15-25 0 0,-46-22-19 0 0,0 0 1 0 0,-1-1-1 0 0,1 1 0 0 0,0 0 0 0 0,0 1 1 0 0,-1-1-1 0 0,1 0 0 0 0,-1 0 1 0 0,3 3-1 0 0,28 31 18 0 0,-29-31-16 0 0,-1 0 0 0 0,1 0 0 0 0,-1 1-1 0 0,0-1 1 0 0,0 1 0 0 0,0 0 0 0 0,0-1-1 0 0,-1 1 1 0 0,0 0 0 0 0,0 0-1 0 0,0 0 1 0 0,-1 0 0 0 0,0 0 0 0 0,0 0-1 0 0,0 0 1 0 0,0 0 0 0 0,-2 8-1 0 0,-1 1 12 0 0,-1-1 0 0 0,-1 1 0 0 0,0-1 0 0 0,-12 23 0 0 0,4-13-20 0 0,-2 1-1 0 0,0-2 0 0 0,-2 0 1 0 0,-28 29-1 0 0,-87 69-31 0 0,119-109 29 0 0,-82 61-63 0 0,85-66 69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47.13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50 24 0 0,'0'-1'0'0'0,"0"0"0"0"0,1 0 0 0 0,-1 0 0 0 0,0 1 0 0 0,1-1 0 0 0,-1 0 0 0 0,1 0 0 0 0,-1 1 0 0 0,1-1 0 0 0,-1 0 0 0 0,1 1 0 0 0,-1-1 0 0 0,1 1 0 0 0,0-1 0 0 0,-1 1 0 0 0,1-1 0 0 0,0 1 0 0 0,0-1 0 0 0,-1 1 0 0 0,3-1 0 0 0,19-9-1 0 0,-15 8 2 0 0,-3 0-1 0 0,8-3 32 0 0,25-8-1 0 0,-16 11-31 0 0,-6 1 0 0 0,-6 1 0 0 0,0-1 0 0 0,0 1 0 0 0,-1 1 0 0 0,12 1 0 0 0,-5 0 0 0 0,-5-1 0 0 0,0 1 0 0 0,12 2 0 0 0,-20-2 0 0 0,-3-1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47.37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37 24 0 0,'4'0'0'0'0,"-1"-1"0"0"0,0 0 0 0 0,0 0 1 0 0,0 0-1 0 0,1 0 0 0 0,-1-1 1 0 0,0 1-1 0 0,5-5 0 0 0,-4 3 9 0 0,-2 2 51 0 0,8-2 0 0 0,30-8-37 0 0,-37 10-17 0 0,-1 0 0 0 0,1 0 0 0 0,-1 1 1 0 0,1 0-1 0 0,-1-1 0 0 0,5 1 0 0 0,12 0-1 0 0,20 1 0 0 0,-22 1-5 0 0,24 7 0 0 0,-39-8 0 0 0,14 4-62 0 0,-15-4 51 0 0,2 1-4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47.72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 1 24 0 0,'-2'37'0'0'0,"1"-22"0"0"0,0 0-1 0 0,2 19 1 0 0,0-30 0 0 0,-1 1 0 0 0,1-1 0 0 0,0 0 0 0 0,0 1 0 0 0,1-1 1 0 0,-1 0-1 0 0,1 0 0 0 0,0 0 0 0 0,0 0 0 0 0,0 0 0 0 0,1-1 0 0 0,2 5 0 0 0,-4-7 0 0 0,1 0 1 0 0,-1 0 0 0 0,0 0 0 0 0,0 0 0 0 0,1 0 0 0 0,-1-1 0 0 0,0 1 0 0 0,1 0 0 0 0,-1-1 0 0 0,0 1 0 0 0,1-1 0 0 0,-1 0 0 0 0,1 1 0 0 0,-1-1 0 0 0,1 0 0 0 0,-1 0 0 0 0,1 0 0 0 0,-1 0 0 0 0,1 0 0 0 0,-1 0 0 0 0,1 0 0 0 0,-1 0 0 0 0,1-1 0 0 0,-1 1 0 0 0,1-1 0 0 0,-1 1 0 0 0,0-1 0 0 0,1 0 0 0 0,-1 1 0 0 0,0-1 0 0 0,1 0 0 0 0,1-2-1 0 0,2 0 5 0 0,1-1 0 0 0,-1 0-1 0 0,-1-1 1 0 0,1 1-1 0 0,-1-1 1 0 0,5-6-1 0 0,-4 5 2 0 0,-1 0-1 0 0,-1 0 0 0 0,1-1 1 0 0,-1 1-1 0 0,4-12 0 0 0,-6 17-3 0 0,-1-1-1 0 0,1 0 0 0 0,-1 0 0 0 0,0 0 1 0 0,1 0-1 0 0,-1 0 0 0 0,0 0 0 0 0,0 0 1 0 0,0 0-1 0 0,0 0 0 0 0,-1 0 0 0 0,1 1 0 0 0,0-1 1 0 0,-1 0-1 0 0,0 0 0 0 0,1 0 0 0 0,-1 0 1 0 0,0 1-1 0 0,0-1 0 0 0,0 0 0 0 0,0 0 1 0 0,0 1-1 0 0,0-1 0 0 0,0 1 0 0 0,-3-2 0 0 0,3 1-3 0 0,0 1 0 0 0,0 0 0 0 0,-1 0 0 0 0,1-1 0 0 0,0 1-1 0 0,-1 0 1 0 0,1 0 0 0 0,-1 0 0 0 0,1 1 0 0 0,-1-1-1 0 0,0 0 1 0 0,1 1 0 0 0,-1-1 0 0 0,0 1 0 0 0,0-1 0 0 0,1 1-1 0 0,-1 0 1 0 0,0 0 0 0 0,0 0 0 0 0,1 0 0 0 0,-1 0-1 0 0,0 0 1 0 0,0 0 0 0 0,1 0 0 0 0,-1 1 0 0 0,0-1 0 0 0,0 1-1 0 0,1-1 1 0 0,-1 1 0 0 0,0 0 0 0 0,1 0 0 0 0,-2 1-1 0 0,-3 2 3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48.03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1 55 0 0,'0'22'0'0'0,"-1"-11"0"0"0,1 0 0 0 0,0 0 0 0 0,1 0 0 0 0,0 0 0 0 0,1 0 0 0 0,4 16 0 0 0,-5-24 0 0 0,-1-2 0 0 0,1 0 0 0 0,-1 0 0 0 0,0 0 0 0 0,0-1 0 0 0,1 1 0 0 0,-1 0 0 0 0,1 0 0 0 0,-1 0 0 0 0,1 0 0 0 0,-1-1 0 0 0,1 1 0 0 0,0 0 0 0 0,-1 0 0 0 0,2 0 0 0 0,-1-1 0 0 0,0 0 0 0 0,1 0 0 0 0,-1 0 0 0 0,0 0 0 0 0,0 0 0 0 0,1 0 0 0 0,-1 0 0 0 0,0 0 0 0 0,1 0 0 0 0,-1-1 0 0 0,0 1 0 0 0,2-1 0 0 0,9-3 0 0 0,9-2 0 0 0,22-9 0 0 0,-36 12 0 0 0,0 0 0 0 0,0-1 0 0 0,-1 0 0 0 0,1 0 0 0 0,-1-1 0 0 0,10-9 0 0 0,-11 10 0 0 0,17-22 0 0 0,-16 16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48.26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 0 24 0 0,'-4'19'0'0'0,"0"77"31"0"0,18 191 1 0 0,-12-268-32 0 0,1 0 0 0 0,0-1 0 0 0,8 21 0 0 0,-5-29 0 0 0,-3-7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48.99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74 24 0 0,'0'-2'0'0'0,"1"0"0"0"0,-1 0 0 0 0,1 1 0 0 0,-1-1 0 0 0,1 0 0 0 0,-1 1 0 0 0,1-1 0 0 0,0 1 0 0 0,0-1 0 0 0,0 1 0 0 0,0-1 0 0 0,0 1 0 0 0,0-1 0 0 0,0 1 0 0 0,1 0 0 0 0,-1 0 0 0 0,0 0 0 0 0,3-2 0 0 0,26-15 0 0 0,-30 18 0 0 0,7-4 0 0 0,-3 2 2 0 0,0 0-1 0 0,0 1 1 0 0,0-1 0 0 0,0 1 0 0 0,7-2-1 0 0,2 1 42 0 0,41-6-33 0 0,3 8-10 0 0,-55 0 1 0 0,0 0 0 0 0,1 0 0 0 0,-1 1 0 0 0,0-1 0 0 0,0 0 0 0 0,0 1 0 0 0,1 0 0 0 0,-1-1-1 0 0,0 1 1 0 0,0 0 0 0 0,0 0 0 0 0,0 0 0 0 0,0 1 0 0 0,-1-1 0 0 0,1 0 0 0 0,0 1 0 0 0,0-1-1 0 0,-1 1 1 0 0,1-1 0 0 0,-1 1 0 0 0,0 0 0 0 0,1 0 0 0 0,-1 0 0 0 0,0 0 0 0 0,0 0 0 0 0,0 0-1 0 0,0 0 1 0 0,0 0 0 0 0,-1 0 0 0 0,1 0 0 0 0,-1 0 0 0 0,1 0 0 0 0,-1 1 0 0 0,0-1 0 0 0,0 4-1 0 0,0 0 3 0 0,0 0 0 0 0,-1 0-1 0 0,1-1 1 0 0,-2 1 0 0 0,1 0-1 0 0,0-1 1 0 0,-1 1 0 0 0,0-1-1 0 0,-1 1 1 0 0,1-1 0 0 0,-5 6-1 0 0,6-9-2 0 0,-1-1 0 0 0,1 1 0 0 0,-1-1 0 0 0,1 0 0 0 0,-1 0 0 0 0,0 0 0 0 0,0 0 0 0 0,1 0 0 0 0,-1 0 0 0 0,0 0 0 0 0,0 0 0 0 0,0-1 0 0 0,0 1 0 0 0,0-1 0 0 0,-4 1 0 0 0,-33 1 0 0 0,34-2 0 0 0,-5 0 0 0 0,1 0 0 0 0,0 1 0 0 0,0 0 0 0 0,0 1 0 0 0,0-1 0 0 0,-12 5 0 0 0,19-5 0 0 0,-1 0 0 0 0,1 0 0 0 0,0 0 0 0 0,0 0 0 0 0,-1 1 0 0 0,1-1 0 0 0,0 1 0 0 0,0-1 0 0 0,0 1 0 0 0,0 0 0 0 0,1 0 0 0 0,-1-1 0 0 0,0 1 0 0 0,1 1 0 0 0,-1-1 0 0 0,1 0 0 0 0,0 0 0 0 0,0 0 0 0 0,0 1 0 0 0,0-1 0 0 0,0 1 0 0 0,0-1 0 0 0,1 1 0 0 0,-1-1 0 0 0,1 1 0 0 0,0-1 0 0 0,-1 5 0 0 0,1-5 0 0 0,0-1 0 0 0,0 1 0 0 0,0 0 0 0 0,0-1 0 0 0,0 1 0 0 0,1 0 0 0 0,-1-1 0 0 0,0 1 0 0 0,1-1 0 0 0,0 1 0 0 0,-1 0 0 0 0,1-1 0 0 0,0 1 0 0 0,-1-1 0 0 0,1 0 0 0 0,0 1 0 0 0,0-1 0 0 0,0 0 0 0 0,0 1 0 0 0,3 1 0 0 0,-2-2 0 0 0,0 0 0 0 0,0 0 0 0 0,0-1 0 0 0,0 1 0 0 0,0 0 0 0 0,0-1 0 0 0,0 0 0 0 0,1 1 0 0 0,-1-1 0 0 0,0 0 0 0 0,0 0 0 0 0,0 0 0 0 0,0 0 0 0 0,1-1 0 0 0,2 0 0 0 0,12-2 0 0 0,0-1 0 0 0,0-1 0 0 0,0 0 0 0 0,-1-1 0 0 0,0-1 0 0 0,0-1 0 0 0,27-17 0 0 0,-55 40-66 0 0,9-11 52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49.16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26 1 55 0 0,'0'11'0'0'0,"0"21"0"0"0,1-1 0 0 0,8 54 0 0 0,-9-85 0 0 0,0 1 0 0 0,0 0 0 0 0,0-1 0 0 0,0 1 0 0 0,0-1 0 0 0,0 1 0 0 0,0 0 0 0 0,0-1 0 0 0,0 1 0 0 0,0-1 0 0 0,-1 1 0 0 0,1 0 0 0 0,0-1 0 0 0,0 1 0 0 0,-1-1 0 0 0,1 1 0 0 0,0-1 0 0 0,-1 1 0 0 0,1-1 0 0 0,-1 1 0 0 0,1-1 0 0 0,0 1 0 0 0,-1-1 0 0 0,1 0 0 0 0,-1 1 0 0 0,1-1 0 0 0,-1 0 0 0 0,0 1 0 0 0,0-1 0 0 0,-19 7 0 0 0,13-6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49.31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55 55 0 0,'1'1'0'0'0,"1"0"0"0"0,-1 0 0 0 0,1-1 0 0 0,-1 1 0 0 0,1-1 0 0 0,-1 1 0 0 0,1-1 0 0 0,-1 0 0 0 0,1 1 0 0 0,-1-1 0 0 0,1 0 0 0 0,0 0 0 0 0,-1 0 0 0 0,3-1 0 0 0,25-3 0 0 0,-3-2 20 0 0,0-2-1 0 0,36-17 0 0 0,-33 14-13 0 0,-19 6-6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49.84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27 24 0 0,'69'-21'53'0'0,"-64"20"-46"0"0,0-1-7 0 0,1 1 0 0 0,-1 0 0 0 0,0 1-1 0 0,1 0 1 0 0,9 0 0 0 0,-14 0 2 0 0,0 0 0 0 0,1 0 0 0 0,-1 1 0 0 0,0-1-1 0 0,0 1 1 0 0,0-1 0 0 0,0 1 0 0 0,0-1 0 0 0,1 1 0 0 0,-1 0 0 0 0,0-1 0 0 0,0 1-1 0 0,0 0 1 0 0,-1 0 0 0 0,1 0 0 0 0,0 0 0 0 0,0-1 0 0 0,0 1 0 0 0,-1 0-1 0 0,1 1 1 0 0,0-1 0 0 0,-1 0 0 0 0,1 0 0 0 0,-1 0 0 0 0,1 0 0 0 0,-1 0-1 0 0,0 1 1 0 0,1-1 0 0 0,-1 0 0 0 0,0 3 0 0 0,1 9 0 0 0,0 0 0 0 0,-1 0 1 0 0,-1 0-1 0 0,-2 17 0 0 0,-14 53-3 0 0,8-40 1 0 0,5-28 0 0 0,2-7 0 0 0,1 0 0 0 0,-1 0 0 0 0,1 0 0 0 0,1 0 0 0 0,-1 11 0 0 0,5-11 2 0 0,-4-8-3 0 0,0 0 1 0 0,0 0-1 0 0,1 0 1 0 0,-1 0 0 0 0,0 0-1 0 0,0 0 1 0 0,0 0 0 0 0,1 0-1 0 0,-1 0 1 0 0,0 0 0 0 0,0 0-1 0 0,0 0 1 0 0,1 0 0 0 0,-1 0-1 0 0,0 0 1 0 0,0 0 0 0 0,0 0-1 0 0,1 0 1 0 0,-1 0-1 0 0,0 0 1 0 0,0 0 0 0 0,0 0-1 0 0,1 0 1 0 0,-1 0 0 0 0,0-1-1 0 0,0 1 1 0 0,0 0 0 0 0,0 0-1 0 0,1 0 1 0 0,-1 0 0 0 0,0 0-1 0 0,0-1 1 0 0,0 1 0 0 0,0 0-1 0 0,0 0 1 0 0,0-1-1 0 0,4-4-59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50.02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0 24 0 0,'-2'73'8'0'0,"2"46"27"0"0,1-95-28 0 0,2 1 0 0 0,10 44-1 0 0,-9-54-6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50.20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60 24 0 0,'0'-1'0'0'0,"20"-7"63"0"0,29-18 1 0 0,-8 4-64 0 0,-35 19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51.0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 0 0,'2'11'20'0'0,"-1"0"1"0"0,-1 21 0 0 0,0-28-20 0 0,14 310 63 0 0,-14-309-64 0 0,0-1 0 0 0,0-1 0 0 0,0 0 0 0 0,1 0 0 0 0,-1 0 0 0 0,1 0 0 0 0,0 0 0 0 0,0 0 0 0 0,0 0 0 0 0,0 0 0 0 0,0 0 0 0 0,4 5 0 0 0,-5-8 0 0 0,0 0 0 0 0,0 0-1 0 0,1 0 1 0 0,-1 1-1 0 0,0-1 1 0 0,1 0 0 0 0,-1 0-1 0 0,0 0 1 0 0,1 0-1 0 0,-1 0 1 0 0,0 0 0 0 0,0 0-1 0 0,1 0 1 0 0,-1 0-1 0 0,0 0 1 0 0,1 0 0 0 0,-1-1-1 0 0,0 1 1 0 0,0 0-1 0 0,1 0 1 0 0,-1 0 0 0 0,0 0-1 0 0,1 0 1 0 0,-1-1-1 0 0,0 1 1 0 0,0 0 0 0 0,0 0-1 0 0,1 0 1 0 0,-1-1-1 0 0,4-4-59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51.28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55 0 0,'1'8'0'0'0,"0"0"0"0"0,0 0 0 0 0,3 10 0 0 0,2 5 0 0 0,12 60 0 0 0,-10-57 0 0 0,-2 1 0 0 0,-1-1 0 0 0,2 46 0 0 0,-7-70 0 0 0,0 1 0 0 0,0 0 0 0 0,-1-1 0 0 0,1 1 0 0 0,-1 0 0 0 0,0-1 0 0 0,0 1 0 0 0,1 0 0 0 0,-2-1 0 0 0,1 0 0 0 0,0 1 0 0 0,0-1 0 0 0,-1 0 0 0 0,0 1 0 0 0,1-1 0 0 0,-4 3 0 0 0,1-2 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51.52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38 24 0 0,'1'-1'0'0'0,"-1"-1"0"0"0,1 1 0 0 0,0 0 0 0 0,-1-1 0 0 0,1 1 0 0 0,0 0 0 0 0,0 0 0 0 0,0 0 0 0 0,0 0 0 0 0,2-2 0 0 0,1 0 0 0 0,0 1 0 0 0,0-1 0 0 0,0 1 0 0 0,9-3 0 0 0,5 2 0 0 0,-6 2 0 0 0,-3-1 0 0 0,0 2 0 0 0,1-1 0 0 0,-1 1 0 0 0,0 0 0 0 0,14 3 0 0 0,-12 0 0 0 0,-10-3 0 0 0,-1 0 0 0 0,0 0 0 0 0,0 0 0 0 0,1 0 0 0 0,-1 0 0 0 0,0 0 0 0 0,0 0 0 0 0,1 0 0 0 0,-1 0 0 0 0,0 0 0 0 0,0 0 0 0 0,0 0 0 0 0,1 0 0 0 0,-1 1 0 0 0,0-1 0 0 0,0 0 0 0 0,0 0 0 0 0,1 0 0 0 0,-1 0 0 0 0,0 0 0 0 0,0 1 0 0 0,0-1 0 0 0,0 0 0 0 0,0 0 0 0 0,1 0 0 0 0,-1 1 0 0 0,0-1 0 0 0,0 0 0 0 0,0 0 0 0 0,0 0 0 0 0,0 1 0 0 0,0-1 0 0 0,0 0 0 0 0,0 0 0 0 0,0 1 0 0 0,0-1 0 0 0,-1 3 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51.67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50 24 0 0,'3'-1'0'0'0,"0"0"0"0"0,0 1 0 0 0,0-1 0 0 0,0 0 0 0 0,-1-1 0 0 0,1 1 0 0 0,0 0 0 0 0,0-1 0 0 0,2-1 0 0 0,6-4 0 0 0,21-6 53 0 0,14-4-43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51.96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55 0 0,'4'77'64'0'0,"26"140"0"0"0,-28-206-64 0 0,0 4 0 0 0,1 0 0 0 0,1 0 0 0 0,6 18 0 0 0,-6-26 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52.56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144 3 24 0 0,'0'-2'0'0'0,"1"1"10"0"0,-6 7 40 0 0,0 1-1 0 0,1-1 1 0 0,-6 11-1 0 0,-2 2 2 0 0,-33 45-35 0 0,-19 29-80 0 0,70-107 35 0 0,13-31-52 0 0,-17 41 77 0 0,0 0-1 0 0,0 0 1 0 0,0 1-1 0 0,1-1 0 0 0,0 1 1 0 0,0-1-1 0 0,0 1 1 0 0,0 0-1 0 0,5-4 0 0 0,-7 6 5 0 0,0 1 0 0 0,0 0 0 0 0,0-1 0 0 0,0 1 0 0 0,1 0 0 0 0,-1 0 0 0 0,0 0 0 0 0,0 0 0 0 0,0 0 0 0 0,0 0 0 0 0,0 0 0 0 0,0 0 0 0 0,1 0 0 0 0,-1 1 0 0 0,0-1 0 0 0,0 0 0 0 0,0 1 0 0 0,0-1 0 0 0,0 1 0 0 0,0-1 0 0 0,0 1 0 0 0,0-1 0 0 0,0 1 0 0 0,0 0 0 0 0,0-1 0 0 0,-1 1 0 0 0,1 0 0 0 0,0 0 0 0 0,0 0 0 0 0,0 1 0 0 0,5 5 0 0 0,-1 0 0 0 0,8 13 0 0 0,-11-18 0 0 0,4 9 0 0 0,0 1 0 0 0,1-1 0 0 0,0 0 0 0 0,1 0 0 0 0,0-1 0 0 0,0 0 0 0 0,1 0 0 0 0,14 11 0 0 0,-11-15 0 0 0,-6-4 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52.78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31 24 0 0,'1'0'0'0'0,"-1"1"0"0"0,0-1 0 0 0,1 1 0 0 0,-1-1 0 0 0,1 0 0 0 0,-1 1 0 0 0,1-1 0 0 0,-1 1 0 0 0,1-1 0 0 0,-1 0 0 0 0,1 1 0 0 0,0-1 0 0 0,-1 0 0 0 0,1 0 0 0 0,-1 0 0 0 0,1 1 0 0 0,0-1 0 0 0,-1 0 0 0 0,1 0 0 0 0,0 0 0 0 0,0 0 0 0 0,15 2 0 0 0,-8-3 5 0 0,1 0 0 0 0,-1 0 0 0 0,0 0 1 0 0,0-1-1 0 0,0-1 0 0 0,0 1 1 0 0,0-1-1 0 0,0-1 0 0 0,0 1 1 0 0,-1-1-1 0 0,7-5 0 0 0,-8 4-5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52.99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30 0 24 0 0,'-1'6'0'0'0,"1"0"0"0"0,-2 0 0 0 0,1 0 0 0 0,-3 6 0 0 0,-1 10 0 0 0,-1 11 0 0 0,1 0 0 0 0,2-1 0 0 0,1 1 0 0 0,2 0 0 0 0,5 44 0 0 0,-4-73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53.24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35 0 55 0 0,'-3'3'6'0'0,"0"0"-1"0"0,0 0 0 0 0,1 0 0 0 0,-1 1 0 0 0,1-1 0 0 0,-1 1 0 0 0,1-1 1 0 0,0 1-1 0 0,1 0 0 0 0,-1 0 0 0 0,1 0 0 0 0,-2 5 0 0 0,2-6 0 0 0,0 1-1 0 0,0-1 0 0 0,1 1 1 0 0,-1-1-1 0 0,1 1 1 0 0,0 0-1 0 0,0-1 0 0 0,0 1 1 0 0,0-1-1 0 0,1 1 1 0 0,-1-1-1 0 0,1 1 1 0 0,0-1-1 0 0,0 1 0 0 0,0-1 1 0 0,1 0-1 0 0,-1 1 1 0 0,1-1-1 0 0,0 0 0 0 0,0 0 1 0 0,0 0-1 0 0,0 0 1 0 0,0-1-1 0 0,1 1 1 0 0,-1 0-1 0 0,1-1 0 0 0,0 0 1 0 0,-1 0-1 0 0,1 1 1 0 0,0-2-1 0 0,6 4 0 0 0,10-2-4 0 0,26-3-12 0 0,-34 0-48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53.65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 0 0,'0'1'0'0'0,"0"1"0"0"0,0-1 0 0 0,1 0 0 0 0,0 0 0 0 0,0 0 0 0 0,0 0 0 0 0,0 0 0 0 0,-1-1 0 0 0,1 1 0 0 0,0 0 0 0 0,0 0-1 0 0,1-1 1 0 0,-1 1 0 0 0,0 0 0 0 0,0-1 0 0 0,0 1 0 0 0,0-1 0 0 0,0 0 0 0 0,3 1 0 0 0,-1 0 1 0 0,2 2-1 0 0,14 4 10 0 0,-4-4 33 0 0,47 7-33 0 0,-49-9-10 0 0,26-1 0 0 0,-1-1 0 0 0,-34 1 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53.87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50 24 0 0,'4'0'0'0'0,"-2"-1"0"0"0,24-5 0 0 0,29-8 10 0 0,6-1 33 0 0,-43 10-32 0 0,-7 2-11 0 0,1 1 0 0 0,18-1-1 0 0,-22 2 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54.16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52 24 0 0,'0'11'-1'0'0,"0"-1"1"0"0,0 0 0 0 0,0 0 0 0 0,1 1 0 0 0,4 18 0 0 0,-4-26 0 0 0,0 0 0 0 0,0-1 0 0 0,0 1 0 0 0,1-1 1 0 0,-1 1-1 0 0,1-1 0 0 0,-1 1 0 0 0,1-1 0 0 0,0 0 0 0 0,0 0 0 0 0,0 0 0 0 0,0 0 0 0 0,0 0 0 0 0,0 0 0 0 0,0 0 0 0 0,1-1 0 0 0,-1 1 0 0 0,1-1 0 0 0,-1 0 0 0 0,1 0 0 0 0,0 0 0 0 0,4 2 0 0 0,13-3 0 0 0,-7-2 0 0 0,25-7 0 0 0,-31 7 0 0 0,0-1 0 0 0,-1 0 0 0 0,1 0 0 0 0,-1-1 0 0 0,0 0 0 0 0,0 0 0 0 0,0 0 0 0 0,0-1 0 0 0,-1 0 0 0 0,0 0 0 0 0,0 0 0 0 0,0-1 0 0 0,0 1 0 0 0,-1-1 0 0 0,0 0 0 0 0,-1-1 0 0 0,1 1 0 0 0,-1-1 0 0 0,0 1 0 0 0,3-15 0 0 0,-5 20 0 0 0,-1-1 0 0 0,0 1 0 0 0,0-1 0 0 0,0 0 0 0 0,0 1 0 0 0,0-1 0 0 0,0 0 0 0 0,0 1 0 0 0,-1-1 0 0 0,1 1 0 0 0,0-1 0 0 0,-1 1 0 0 0,0-1 0 0 0,1 1 0 0 0,-1-1 0 0 0,0 1 0 0 0,0-1 0 0 0,1 1 0 0 0,-1 0 0 0 0,0-1 0 0 0,-1 1 0 0 0,1 0 0 0 0,0 0 0 0 0,0 0 0 0 0,0 0 0 0 0,-1 0 0 0 0,1 0 0 0 0,0 0 0 0 0,-1 0 0 0 0,1 1 0 0 0,-1-1 0 0 0,-1 0 0 0 0,-2-1 0 0 0,0 0 0 0 0,-1 1 0 0 0,1 0 0 0 0,0 0 0 0 0,-1 0 0 0 0,1 1 0 0 0,-1 0 0 0 0,-6 0 0 0 0,-6 2 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54.41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54 24 0 0,'0'0'0'0'0,"1"-1"0"0"0,-1 0 0 0 0,1 0 0 0 0,-1 0 0 0 0,1 1 0 0 0,0-1 0 0 0,-1 0 0 0 0,1 1 1 0 0,0-1-1 0 0,0 1 0 0 0,-1-1 0 0 0,1 1 0 0 0,0-1 0 0 0,0 1 0 0 0,0 0 0 0 0,0-1 1 0 0,-1 1-1 0 0,1 0 0 0 0,0 0 0 0 0,0-1 0 0 0,0 1 0 0 0,1 0 0 0 0,0-1 8 0 0,10-1 35 0 0,40-9-33 0 0,-36 7-10 0 0,-7 3 0 0 0,0-1 0 0 0,0 0 0 0 0,0-1 0 0 0,0 0 0 0 0,-1 0 0 0 0,10-5 0 0 0,-15 6 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54.61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31 23 0 0,'2'0'0'0'0,"-1"-2"0"0"0,2 1 0 0 0,-2 1 0 0 0,1 0 0 0 0,0-1 0 0 0,2-1 0 0 0,2-2 0 0 0,2 0 0 0 0,3-1 0 0 0,-1-1 0 0 0,-1 1 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54.83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39 1 24 0 0,'-8'21'0'0'0,"2"-9"0"0"0,0 5 5 0 0,1 1 1 0 0,1-1 0 0 0,0 1 0 0 0,2 0 0 0 0,0 0-1 0 0,1 0 1 0 0,0 0 0 0 0,2 0 0 0 0,0 0 0 0 0,4 21-1 0 0,-3-29-5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55.22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65 33 24 0 0,'-4'6'2'0'0,"-1"0"0"0"0,2 0 0 0 0,-1 0 0 0 0,1 1 0 0 0,0-1 0 0 0,0 1 0 0 0,1 0 0 0 0,-3 13 0 0 0,0-3 33 0 0,-2 5-27 0 0,-10 33-3 0 0,16-49-5 0 0,0-1-1 0 0,0 0 1 0 0,1 1 0 0 0,0-1 0 0 0,0 1-1 0 0,0-1 1 0 0,1 0 0 0 0,0 7-1 0 0,0-11 1 0 0,-1 1 0 0 0,0-1 0 0 0,1 0 0 0 0,-1 0 0 0 0,1 0 0 0 0,-1 0 0 0 0,1 0 0 0 0,0 0 0 0 0,-1 0 0 0 0,1 0 0 0 0,0-1 0 0 0,0 1 0 0 0,-1 0 0 0 0,1 0 0 0 0,0 0 0 0 0,0-1 0 0 0,0 1 0 0 0,0-1 0 0 0,0 1 0 0 0,0 0 0 0 0,0-1 0 0 0,2 1 0 0 0,-1 0 0 0 0,1-1 0 0 0,-1 1 0 0 0,1-1 0 0 0,0 0 0 0 0,-1 0 0 0 0,1 0 0 0 0,-1 0 0 0 0,1 0 0 0 0,2-1 0 0 0,9-5 0 0 0,-3 1 0 0 0,-1 0 0 0 0,-1-1 0 0 0,1 0 0 0 0,-1-1 0 0 0,0 0 0 0 0,0-1 0 0 0,-1 1 0 0 0,10-13 0 0 0,-15 16 0 0 0,3-4 0 0 0,1-1 0 0 0,-1-1 0 0 0,-1 1 0 0 0,8-16 0 0 0,-12 22 0 0 0,0 1 0 0 0,-1-1 0 0 0,1 1 0 0 0,0-1 0 0 0,-1 0 0 0 0,0 1 0 0 0,1-1 0 0 0,-1 1 0 0 0,0-1 0 0 0,-1 0 0 0 0,1 1 0 0 0,0-1 0 0 0,-1 0 0 0 0,1 1 0 0 0,-1-1 0 0 0,0 1 0 0 0,0-1 0 0 0,0 1 0 0 0,0 0 0 0 0,0-1 0 0 0,0 1 0 0 0,-1 0 0 0 0,1 0 0 0 0,-4-4 0 0 0,-2-2 4 0 0,0 1 0 0 0,-1 0 0 0 0,1 1 0 0 0,-2-1 0 0 0,1 1 0 0 0,-1 1 0 0 0,-12-7 0 0 0,19 11-2 0 0,-1 0-1 0 0,0 0 0 0 0,0 0 0 0 0,0 0 0 0 0,1 0 0 0 0,-1 1 0 0 0,0-1 0 0 0,0 1 0 0 0,0 0 0 0 0,0-1 0 0 0,0 2 0 0 0,0-1 0 0 0,0 0 0 0 0,0 0 0 0 0,0 1 1 0 0,0 0-1 0 0,0 0 0 0 0,0 0 0 0 0,1 0 0 0 0,-1 0 0 0 0,0 0 0 0 0,1 1 0 0 0,-1-1 0 0 0,1 1 0 0 0,-1-1 0 0 0,1 1 0 0 0,0 0 0 0 0,0 0 0 0 0,-4 5 0 0 0,-1 2-1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56.17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17 24 0 0,'1'0'-1'0'0,"0"1"1"0"0,-1-1 0 0 0,1 0 0 0 0,0 0 0 0 0,0 0 0 0 0,0 0 0 0 0,0 0 0 0 0,0 0 0 0 0,0 0 0 0 0,0 0 0 0 0,-1 0 0 0 0,1 0 0 0 0,0 0 0 0 0,0 0 0 0 0,2-1 0 0 0,15-3 11 0 0,-6 2 32 0 0,29-4-22 0 0,-20 4 22 0 0,21 0-22 0 0,-42 2-19 0 0,1 0 0 0 0,0 0-1 0 0,0-1 1 0 0,-1 1 0 0 0,1 0 0 0 0,0 0 0 0 0,0 1-1 0 0,-1-1 1 0 0,1 0 0 0 0,0 0 0 0 0,0 0-1 0 0,-1 0 1 0 0,1 0 0 0 0,0 1 0 0 0,0-1 0 0 0,-1 0-1 0 0,1 1 1 0 0,0-1 0 0 0,-1 1 0 0 0,1-1-1 0 0,-1 1 1 0 0,1-1 0 0 0,0 1 0 0 0,27 23 8 0 0,-28-23-8 0 0,1-1 0 0 0,-1 1-1 0 0,1-1 1 0 0,-1 1-1 0 0,0-1 1 0 0,1 1-1 0 0,-1-1 1 0 0,0 1-1 0 0,1-1 1 0 0,-1 1-1 0 0,0 0 1 0 0,0-1-1 0 0,0 1 1 0 0,0 0-1 0 0,1-1 1 0 0,-1 1-1 0 0,0-1 1 0 0,0 1-1 0 0,0 0 1 0 0,0-1 0 0 0,0 1-1 0 0,-1 0 1 0 0,1-1-1 0 0,0 1 1 0 0,0-1-1 0 0,0 1 1 0 0,-1 1-1 0 0,-9 12 28 0 0,6-11-37 0 0,-5 11 8 0 0,-1-2 0 0 0,-1 1 0 0 0,0-1 0 0 0,0-1 0 0 0,-2 0 0 0 0,1 0 0 0 0,-1-1 0 0 0,-15 8 0 0 0,42-30-27 0 0,-10 8 12 0 0,1 0 0 0 0,-1 1 0 0 0,0-1-1 0 0,1 1 1 0 0,0 0 0 0 0,5-2 0 0 0,-9 4 12 0 0,1 0 1 0 0,0 1-1 0 0,-1-1 1 0 0,1 1-1 0 0,0 0 1 0 0,0-1-1 0 0,-1 1 1 0 0,1 0 0 0 0,0 0-1 0 0,0 0 1 0 0,-1 0-1 0 0,1 0 1 0 0,0 1-1 0 0,0-1 1 0 0,-1 1-1 0 0,1-1 1 0 0,0 1 0 0 0,-1-1-1 0 0,1 1 1 0 0,0 0-1 0 0,-1 0 1 0 0,1 0-1 0 0,-1 0 1 0 0,0 0-1 0 0,1 0 1 0 0,1 2-1 0 0,3 4 3 0 0,1 1 0 0 0,-1 0 0 0 0,-1 0 0 0 0,1 0 0 0 0,-1 1 0 0 0,4 11 0 0 0,6 7 0 0 0,-13-23 0 0 0,1-3 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56.36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43 24 0 0,'10'-1'5'0'0,"0"-1"1"0"0,-1 1 0 0 0,1-2 0 0 0,-1 1 0 0 0,0-1-1 0 0,1 0 1 0 0,-1-1 0 0 0,-1 0 0 0 0,1-1 0 0 0,9-6-1 0 0,-12 7-5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56.55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 0 24 0 0,'0'1'0'0'0,"-1"-1"0"0"0,1 0 0 0 0,0 0 0 0 0,-1 0 0 0 0,1 0 0 0 0,0 1 0 0 0,-1-1 0 0 0,1 0 0 0 0,0 0 0 0 0,-1 1 0 0 0,1-1 0 0 0,0 0 0 0 0,-1 1 0 0 0,1-1 0 0 0,0 0 0 0 0,0 1 0 0 0,0-1 0 0 0,-1 0 0 0 0,1 1 0 0 0,0-1 0 0 0,0 1 0 0 0,0-1 0 0 0,0 0 0 0 0,0 1 0 0 0,0-1 0 0 0,0 1 0 0 0,0-1 0 0 0,0 1 0 0 0,-2 15 0 0 0,2-12 0 0 0,0 26 18 0 0,6 56 1 0 0,0 7 7 0 0,-6-85-26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56.88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31 55 0 0,'3'1'0'0'0,"-3"-1"0"0"0,20-9 0 0 0,26-6 0 0 0,-41 13 0 0 0,1 1 0 0 0,0-1 0 0 0,-1 1 0 0 0,1 1 0 0 0,0-1 0 0 0,-1 1 0 0 0,1 0 0 0 0,6 1 0 0 0,-7 0 0 0 0,-1 0 0 0 0,1 1 0 0 0,0-1 0 0 0,-1 1 0 0 0,1 1 0 0 0,-1-1 0 0 0,8 6 0 0 0,-11-8 0 0 0,0 1 0 0 0,0 0 0 0 0,0 0 0 0 0,-1 0 0 0 0,1 0 0 0 0,0-1 0 0 0,-1 1 0 0 0,1 0 0 0 0,-1 0 0 0 0,1 0 0 0 0,-1 0 0 0 0,1 0 0 0 0,-1 0 0 0 0,0 1 0 0 0,1-1 0 0 0,-1 0 0 0 0,0 0 0 0 0,0 0 0 0 0,0 0 0 0 0,0 0 0 0 0,0 0 0 0 0,0 0 0 0 0,0 1 0 0 0,0-1 0 0 0,-1 0 0 0 0,1 0 0 0 0,0 0 0 0 0,-1 0 0 0 0,1 0 0 0 0,0 0 0 0 0,-1 0 0 0 0,1 0 0 0 0,-2 1 0 0 0,0 3 0 0 0,-5 15 0 0 0,-20 36 0 0 0,23-48 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57.38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67 40 24 0 0,'-6'3'0'0'0,"2"-1"0"0"0,0 0 0 0 0,0-1 0 0 0,1 2 0 0 0,-1-1 0 0 0,1 0 0 0 0,0 1 0 0 0,-1-1 0 0 0,1 1 0 0 0,-4 6 0 0 0,4-5 0 0 0,0 0 0 0 0,1 0 0 0 0,0 0 0 0 0,0 1 0 0 0,0-1 0 0 0,0 1 0 0 0,1 0 0 0 0,0 0 0 0 0,0-1 0 0 0,0 1 0 0 0,0 0 0 0 0,1 0 0 0 0,0 0 0 0 0,0 0 0 0 0,0 0 0 0 0,1-1 0 0 0,-1 1 0 0 0,1 0 0 0 0,0 0 0 0 0,1 0 0 0 0,-1-1 0 0 0,1 1 0 0 0,0-1 0 0 0,0 1 0 0 0,0-1 0 0 0,1 0 0 0 0,-1 0 0 0 0,1 0 0 0 0,0 0 0 0 0,1 0 0 0 0,3 3 0 0 0,-6-6 0 0 0,0 0 0 0 0,0-1 0 0 0,0 1 0 0 0,0 0 0 0 0,1-1 0 0 0,-1 1 0 0 0,0-1 0 0 0,0 1 0 0 0,1-1 0 0 0,-1 0 0 0 0,0 1 0 0 0,1-1 0 0 0,1 0 0 0 0,4 1 0 0 0,0-1 0 0 0,1 1 0 0 0,-1-1 0 0 0,1-1 0 0 0,8-1 0 0 0,-10 0 1 0 0,0 0 1 0 0,-1 0 0 0 0,1 0-1 0 0,-1-1 1 0 0,1 0 0 0 0,-1 0-1 0 0,0-1 1 0 0,0 1 0 0 0,-1-1-1 0 0,1 0 1 0 0,-1-1 0 0 0,0 1-1 0 0,0-1 1 0 0,0 1 0 0 0,-1-1-1 0 0,1 0 1 0 0,-1-1 0 0 0,4-9-1 0 0,-5 10 2 0 0,0 0-1 0 0,0 0 0 0 0,-1 0 0 0 0,1-1 0 0 0,-1 1 1 0 0,0 0-1 0 0,-1-1 0 0 0,1 1 0 0 0,-2-8 0 0 0,1 9-1 0 0,0 1 0 0 0,-1-1-1 0 0,0 1 1 0 0,0-1 0 0 0,0 1-1 0 0,0-1 1 0 0,0 1 0 0 0,-1 0-1 0 0,0-1 1 0 0,1 1 0 0 0,-1 0-1 0 0,0 0 1 0 0,-1 0 0 0 0,-3-3-1 0 0,3 3 0 0 0,0 0 0 0 0,0 0 0 0 0,0 0 0 0 0,-1 1 0 0 0,1 0 0 0 0,-1 0 0 0 0,1 0 0 0 0,-1 0 0 0 0,0 0 0 0 0,0 1 0 0 0,0-1 0 0 0,0 1 0 0 0,0 0 0 0 0,0 1 0 0 0,0-1 0 0 0,-1 1 0 0 0,1-1 0 0 0,-6 2 0 0 0,6-1 0 0 0,-1 1 0 0 0,0 0 0 0 0,1 0 0 0 0,-1 1 0 0 0,0-1 0 0 0,1 1 0 0 0,0 0 0 0 0,-1 1 0 0 0,1-1 0 0 0,0 1 0 0 0,0-1 0 0 0,0 1 0 0 0,1 0 0 0 0,-1 1 0 0 0,-5 5 0 0 0,5-4 0 0 0,0-1 0 0 0,1 1 0 0 0,0 0 0 0 0,-4 6 0 0 0,3 0 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57.63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 1 23 0 0,'0'7'0'0'0,"-1"2"0"0"0,1-1 0 0 0,0-1 0 0 0,-2 0 0 0 0,2 4 0 0 0,-1 10 0 0 0,0 12 0 0 0,-1 9 0 0 0,2 3 0 0 0,0-1 0 0 0,2-6 0 0 0,-1-5 0 0 0,0-7 0 0 0,2-5 0 0 0,0-3 0 0 0,0-2 0 0 0,-1-2 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58.38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23 24 0 0,'-1'-1'0'0'0,"1"1"0"0"0,0-1 0 0 0,1 0 0 0 0,-1 0 0 0 0,1 1 0 0 0,-1-1 0 0 0,1 0 0 0 0,-1 1 0 0 0,1-1 0 0 0,-1 1 0 0 0,1-1 0 0 0,-1 0 0 0 0,1 1 0 0 0,0-1 0 0 0,-1 1 0 0 0,1 0 0 0 0,0-1 0 0 0,0 1 0 0 0,-1-1 0 0 0,1 1 0 0 0,0 0 0 0 0,1-1 0 0 0,18-4 0 0 0,-13 3 13 0 0,-3 1-6 0 0,0 0 0 0 0,0 1 1 0 0,0-1-1 0 0,1 1 0 0 0,-1 0 0 0 0,7 1 0 0 0,45 2-7 0 0,12 3 0 0 0,-12 5 0 0 0,-55-11 1 0 0,0 0 0 0 0,0 0 0 0 0,0 0 0 0 0,0 1 0 0 0,-1-1 0 0 0,1 0 0 0 0,0 1 0 0 0,0-1 0 0 0,0 1 0 0 0,-1-1 0 0 0,1 1 0 0 0,1 0-1 0 0,-2-1 2 0 0,0 1-1 0 0,0-1 0 0 0,1 0 0 0 0,-1 0 0 0 0,0 1 0 0 0,0-1 0 0 0,0 0 1 0 0,0 1-1 0 0,0-1 0 0 0,0 0 0 0 0,0 0 0 0 0,0 1 0 0 0,0-1 0 0 0,0 0 1 0 0,0 1-1 0 0,0-1 0 0 0,0 0 0 0 0,0 1 0 0 0,0-1 0 0 0,0 0 1 0 0,0 0-1 0 0,0 1 0 0 0,0-1 0 0 0,0 1 0 0 0,-11 11 64 0 0,9-10-53 0 0,-2 2-11 0 0,0 0 0 0 0,0-1 0 0 0,0 1 0 0 0,-1-1 0 0 0,1 1 0 0 0,-1-1 0 0 0,0 0 1 0 0,1-1-1 0 0,-9 4 0 0 0,-1-2-1 0 0,-1 1 0 0 0,-15 1 0 0 0,17-4 0 0 0,1 1 0 0 0,-1 1 0 0 0,1-1 0 0 0,-13 7-1 0 0,22-8 2 0 0,0 0-1 0 0,0 0 0 0 0,1 0 1 0 0,-1 0-1 0 0,1 1 1 0 0,0-1-1 0 0,0 1 0 0 0,0-1 1 0 0,0 1-1 0 0,0 0 0 0 0,0 0 1 0 0,1 0-1 0 0,-2 4 0 0 0,0-1-9 0 0,0 1-1 0 0,1 0 0 0 0,0 0 1 0 0,1 0-1 0 0,-1 8 0 0 0,2-13 10 0 0,0 0-1 0 0,0-1 1 0 0,0 1-1 0 0,0 0 1 0 0,1 0-1 0 0,-1 0 1 0 0,1-1-1 0 0,-1 1 1 0 0,1 0-1 0 0,0 0 1 0 0,-1-1-1 0 0,1 1 1 0 0,0-1-1 0 0,0 1 1 0 0,0-1-1 0 0,1 1 1 0 0,-1-1-1 0 0,0 1 1 0 0,0-1-1 0 0,1 0 1 0 0,-1 0 0 0 0,1 0-1 0 0,1 1 1 0 0,1 1 0 0 0,1 0 0 0 0,0-1 0 0 0,0 1 0 0 0,0-1 0 0 0,0-1 0 0 0,9 3 0 0 0,4-3 0 0 0,29-8 0 0 0,-41 6 0 0 0,-1 0 0 0 0,1-1 0 0 0,0 0 0 0 0,0 0 0 0 0,-1 0 0 0 0,0 0 0 0 0,1-1 0 0 0,4-3 0 0 0,1-1 0 0 0,-1 1 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58.60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50 0 24 0 0,'-1'2'0'0'0,"0"0"0"0"0,1 0 0 0 0,-1 0 0 0 0,0 1 0 0 0,1-1 0 0 0,-1 0 0 0 0,1 4 0 0 0,-2 0 0 0 0,-33 174 31 0 0,31-149-23 0 0,2 0 0 0 0,1 0 0 0 0,5 59 0 0 0,-3-84-8 0 0,0 0 0 0 0,0 0 0 0 0,1-1 0 0 0,-1 1 0 0 0,1 0 0 0 0,0-1 0 0 0,5 8 0 0 0,-3-8 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58.78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43 24 0 0,'24'-4'74'0'0,"-19"3"-65"0"0,-1 0 0 0 0,1 0-1 0 0,0 0 1 0 0,0-1 0 0 0,8-4-1 0 0,-2 1-7 0 0,36-14-1 0 0,-41 16 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59.73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223 0 24 0 0,'-15'27'74'0'0,"-5"12"-50"0"0,-1-1-1 0 0,-2-1 1 0 0,-1-1-1 0 0,-38 43 0 0 0,51-65-23 0 0,7-9 0 0 0,0 0 0 0 0,-1 0 0 0 0,1 0 0 0 0,-1 0 0 0 0,0-1 0 0 0,0 0 0 0 0,-6 4 0 0 0,11-8 0 0 0,0 0-1 0 0,0 0 1 0 0,-1 0-1 0 0,1 0 0 0 0,0 0 1 0 0,0 0-1 0 0,0 0 0 0 0,0 0 1 0 0,0 0-1 0 0,0 0 0 0 0,-1 0 1 0 0,1 0-1 0 0,0 0 0 0 0,0-1 1 0 0,0 1-1 0 0,0 0 0 0 0,0 0 1 0 0,0 0-1 0 0,0 0 1 0 0,0 0-1 0 0,-1 0 0 0 0,1 0 1 0 0,0 0-1 0 0,0 0 0 0 0,0-1 1 0 0,0 1-1 0 0,0 0 0 0 0,0 0 1 0 0,0 0-1 0 0,0 0 0 0 0,0 0 1 0 0,0 0-1 0 0,0-1 1 0 0,0 1-1 0 0,0 0 0 0 0,0 0 1 0 0,0 0-1 0 0,0 0 0 0 0,0 0 1 0 0,0 0-1 0 0,0-1 0 0 0,0 1 1 0 0,0 0-1 0 0,0 0 0 0 0,0 0 1 0 0,0 0-1 0 0,0 0 0 0 0,0 0 1 0 0,0-1-1 0 0,0 1 1 0 0,0 0-1 0 0,0 0 0 0 0,0 0 1 0 0,1 0-1 0 0,-1 0 0 0 0,0 0 1 0 0,0 0-1 0 0,2-9-34 0 0,0 6 32 0 0,0-1 0 0 0,0 0 0 0 0,1 0 0 0 0,-1 1-1 0 0,1-1 1 0 0,-1 1 0 0 0,1 0 0 0 0,0-1 0 0 0,6-3-1 0 0,-7 6 3 0 0,-1-1-1 0 0,1 1 1 0 0,0 0-1 0 0,0 0 1 0 0,0 0-1 0 0,0 0 1 0 0,0 1-1 0 0,1-1 1 0 0,-1 0-1 0 0,0 1 1 0 0,0 0-1 0 0,0-1 1 0 0,0 1-1 0 0,1 0 1 0 0,-1 0-1 0 0,0 0 1 0 0,0 0-1 0 0,0 1 1 0 0,1-1-1 0 0,3 2 0 0 0,16 5 2 0 0,0 2 0 0 0,41 22 0 0 0,-62-31 0 0 0,0 0 0 0 0,-1 1 0 0 0,1-1 0 0 0,0 1 0 0 0,0-1 0 0 0,0 0 0 0 0,0 0 0 0 0,0 0 0 0 0,0 1 0 0 0,0-1 0 0 0,0 0 0 0 0,-1 0 0 0 0,1 0 0 0 0,0 0 0 0 0,2-1 0 0 0,2 1 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8:59.95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 0 24 0 0,'0'1'-1'0'0,"0"-1"1"0"0,-1 1 0 0 0,1-1 0 0 0,0 1 0 0 0,-1-1 0 0 0,1 1 0 0 0,0-1 0 0 0,0 1 0 0 0,0-1 0 0 0,-1 1 0 0 0,1-1 0 0 0,0 1 0 0 0,0 0 0 0 0,0-1 0 0 0,0 1 0 0 0,0-1 0 0 0,0 1 0 0 0,0-1 0 0 0,1 2 0 0 0,0 18 1 0 0,-1-14-1 0 0,5 90 17 0 0,2 85 29 0 0,-8-178-46 0 0,1 0 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9:00.14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50 24 0 0,'28'-11'0'0'0,"-24"9"5"0"0,0 0 1 0 0,-1 0 0 0 0,1 0 0 0 0,-1 0 0 0 0,0-1-1 0 0,0 1 1 0 0,0-1 0 0 0,0 0 0 0 0,0 0 0 0 0,4-6-1 0 0,-4 4-5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9:00.35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35 0 24 0 0,'-6'28'0'0'0,"1"-5"0"0"0,-2 111 98 0 0,6-88-43 0 0,-7 52-1 0 0,2-73-107 0 0,5-17 42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9:00.76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80 16 55 0 0,'-4'2'8'0'0,"0"-1"0"0"0,0 1 0 0 0,0-1 0 0 0,0 1-1 0 0,0 1 1 0 0,0-1 0 0 0,0 0 0 0 0,1 1-1 0 0,-1 0 1 0 0,1 0 0 0 0,0 0 0 0 0,-1 0-1 0 0,2 0 1 0 0,-1 1 0 0 0,0-1 0 0 0,-4 8-1 0 0,4-1 2 0 0,0 0 0 0 0,0 0-1 0 0,1 0 1 0 0,0 0 0 0 0,1 0-1 0 0,0 1 1 0 0,1-1-1 0 0,0 0 1 0 0,0 1 0 0 0,1-1-1 0 0,0 0 1 0 0,1 0 0 0 0,1 0-1 0 0,5 18 1 0 0,-7-26-9 0 0,0 0 1 0 0,-1 0-1 0 0,1 0 0 0 0,0 0 1 0 0,0 0-1 0 0,1-1 1 0 0,-1 1-1 0 0,0 0 1 0 0,1 0-1 0 0,-1-1 0 0 0,1 1 1 0 0,-1-1-1 0 0,1 1 1 0 0,0-1-1 0 0,-1 0 0 0 0,1 0 1 0 0,0 0-1 0 0,0 0 1 0 0,0 0-1 0 0,0 0 0 0 0,0 0 1 0 0,0-1-1 0 0,0 1 1 0 0,0-1-1 0 0,4 1 0 0 0,-5-1 0 0 0,1 0 0 0 0,-1 0 0 0 0,1-1 0 0 0,-1 1 0 0 0,0-1 0 0 0,1 1 0 0 0,-1-1 0 0 0,0 1 0 0 0,1-1 0 0 0,0-1 0 0 0,10-4 0 0 0,-2-1 0 0 0,1 0 0 0 0,-1-1 0 0 0,0 0 0 0 0,12-14 0 0 0,-10 9 0 0 0,0-1 0 0 0,-1 0 0 0 0,-1 0 0 0 0,-1-2 0 0 0,0 1 0 0 0,-1-1 0 0 0,7-18 0 0 0,-14 31-1 0 0,-1 1 0 0 0,1 0-1 0 0,-1 0 1 0 0,0 0-1 0 0,0 0 1 0 0,0 0-1 0 0,0 0 1 0 0,0-1-1 0 0,0 1 1 0 0,-1 0-1 0 0,1 0 1 0 0,-1 0-1 0 0,0 0 1 0 0,1 0-1 0 0,-1 0 1 0 0,0 0-1 0 0,0 0 1 0 0,0 0-1 0 0,0 1 1 0 0,-1-1-1 0 0,1 0 1 0 0,0 1-1 0 0,-1-1 1 0 0,1 1-1 0 0,-1-1 1 0 0,0 1 0 0 0,1 0-1 0 0,-1-1 1 0 0,0 1-1 0 0,0 0 1 0 0,-2-1-1 0 0,1 0-3 0 0,-1 1-1 0 0,0-1 0 0 0,0 0 1 0 0,0 1-1 0 0,0 0 1 0 0,0 0-1 0 0,0 0 1 0 0,0 0-1 0 0,0 1 1 0 0,0 0-1 0 0,0 0 1 0 0,0 0-1 0 0,0 0 1 0 0,-1 0-1 0 0,-3 2 0 0 0,6-2 4 0 0,1 1 0 0 0,-1-1 0 0 0,0 1 0 0 0,1-1-1 0 0,-1 1 1 0 0,1 0 0 0 0,-1 0 0 0 0,1 0-1 0 0,-1 0 1 0 0,1 0 0 0 0,0 0 0 0 0,-1 0 0 0 0,1 0-1 0 0,0 0 1 0 0,0 1 0 0 0,0-1 0 0 0,0 0-1 0 0,0 1 1 0 0,0-1 0 0 0,0 1 0 0 0,1-1 0 0 0,-1 1-1 0 0,0 3 1 0 0,-1 1-9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9:01.24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21 20 55 0 0,'-4'0'0'0'0,"3"-1"0"0"0,1 1 0 0 0,-1 0 0 0 0,0 0 0 0 0,1 0 0 0 0,-1 0 0 0 0,0 0 0 0 0,1 0 0 0 0,-1 0 0 0 0,0 0 0 0 0,1 0 0 0 0,-1 0 0 0 0,0 0 0 0 0,1 0 0 0 0,-1 1 0 0 0,0-1 0 0 0,1 0 0 0 0,-1 0 0 0 0,0 1 0 0 0,1-1 0 0 0,-1 1 0 0 0,1-1 0 0 0,-1 0 0 0 0,1 1 0 0 0,-2 0 0 0 0,2-1 1 0 0,1 0 0 0 0,-1 1 0 0 0,0-1 0 0 0,0 0 0 0 0,0 0 0 0 0,0 1 0 0 0,0-1 0 0 0,0 0 0 0 0,1 0 0 0 0,-1 0 0 0 0,0 1 0 0 0,0-1 0 0 0,0 0 0 0 0,1 0 0 0 0,-1 0 0 0 0,0 0 0 0 0,0 1 0 0 0,1-1 0 0 0,-1 0 0 0 0,0 0 0 0 0,0 0 0 0 0,1 0 0 0 0,-1 0 0 0 0,0 0 0 0 0,0 0 0 0 0,1 0 0 0 0,-1 0 0 0 0,0 0 0 0 0,0 0 0 0 0,1 0 0 0 0,-1 0 0 0 0,1 0-1 0 0,9 1 32 0 0,6-4-32 0 0,34-9 0 0 0,14 0 0 0 0,-59 11 2 0 0,0 0-1 0 0,1 1 0 0 0,-1 0 0 0 0,0 0 0 0 0,0 0 0 0 0,1 1 0 0 0,-1 0 0 0 0,0 0 0 0 0,7 2 0 0 0,-9-1 3 0 0,0 0-1 0 0,0-1 1 0 0,0 1-1 0 0,0 0 1 0 0,0 0-1 0 0,-1 1 1 0 0,0-1 0 0 0,1 1-1 0 0,-1-1 1 0 0,0 1-1 0 0,3 4 1 0 0,-4-5-4 0 0,0-1 1 0 0,-1 1-1 0 0,1 0 1 0 0,0 0-1 0 0,-1 0 0 0 0,1 0 1 0 0,-1 0-1 0 0,0 0 1 0 0,0-1-1 0 0,1 1 1 0 0,-1 0-1 0 0,0 0 0 0 0,-1 0 1 0 0,1 0-1 0 0,0 0 1 0 0,-1 0-1 0 0,1 0 0 0 0,-1 0 1 0 0,1 0-1 0 0,-1-1 1 0 0,0 1-1 0 0,-1 2 1 0 0,-1 4-1 0 0,-37 85 0 0 0,26-65 0 0 0,-15 48 0 0 0,27-65 0 0 0,2-11 0 0 0,0 0 0 0 0,0 1 0 0 0,0-1 0 0 0,0 0 0 0 0,0 1 0 0 0,0-1 0 0 0,0 0 0 0 0,0 0 0 0 0,0 1 0 0 0,0-1 0 0 0,0 0 0 0 0,0 0 0 0 0,0 1 0 0 0,0-1 0 0 0,0 0 0 0 0,0 1 0 0 0,0-1 0 0 0,0 0 0 0 0,1 0 0 0 0,-1 0 0 0 0,0 1 0 0 0,0-1 0 0 0,0 0 0 0 0,0 0 0 0 0,1 1 0 0 0,-1-1 0 0 0,0 0 0 0 0,0 0 0 0 0,1 0 0 0 0,-1 0 0 0 0,0 1 0 0 0,0-1 0 0 0,1 0 0 0 0,-1 0 0 0 0,0 0 0 0 0,1 0 0 0 0,2 0 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9:01.49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51 0 55 0 0,'-7'36'0'0'0,"-35"301"0"0"0,41-285 0 0 0,1-49 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9:01.73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30 1 24 0 0,'-4'6'0'0'0,"1"0"0"0"0,0 0 0 0 0,0 1 0 0 0,1-1 0 0 0,0 1 0 0 0,0-1 0 0 0,0 1 0 0 0,1 0 0 0 0,-1 8 0 0 0,2-11 0 0 0,-3 14 16 0 0,0 21 1 0 0,3-33-13 0 0,0-1-1 0 0,1 0 0 0 0,-1 1 1 0 0,1-1-1 0 0,0 0 0 0 0,1 1 1 0 0,-1-1-1 0 0,5 8 0 0 0,-6-12-3 0 0,0-1 0 0 0,0 0 0 0 0,0 0 0 0 0,0 0 0 0 0,0 1 0 0 0,0-1 0 0 0,0 0 0 0 0,1 0 0 0 0,-1 0 0 0 0,0 0 0 0 0,0 1 0 0 0,0-1 0 0 0,0 0 0 0 0,1 0 0 0 0,-1 0 0 0 0,0 0 0 0 0,0 0 0 0 0,0 1 0 0 0,0-1 0 0 0,1 0 0 0 0,-1 0 0 0 0,0 0 0 0 0,0 0 0 0 0,1 0 0 0 0,-1 0 0 0 0,0 0 0 0 0,0 0 0 0 0,0 0 0 0 0,1 0 0 0 0,-1 0 0 0 0,0 0 0 0 0,0 0 0 0 0,0 0 0 0 0,1 0 0 0 0,-1 0 0 0 0,0 0 0 0 0,0 0 0 0 0,1 0 0 0 0,-1 0 0 0 0,0 0 0 0 0,0-1 0 0 0,0 1 0 0 0,1 0 0 0 0,-1 0 0 0 0,0 0 0 0 0,0 0 0 0 0,0 0 0 0 0,0 0 0 0 0,0-1 0 0 0,1 1 0 0 0,-1 0 0 0 0,0 0 0 0 0,0 0 0 0 0,0-1 0 0 0,0 1 0 0 0,0 0 0 0 0,0 0 0 0 0,1-1 0 0 0,1-1 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9:01.98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 0 0,'35'0'0'0'0,"24"2"0"0"0,-5 5 0 0 0,-53-7 0 0 0,0 1 0 0 0,0-1 0 0 0,0 0 0 0 0,0 0 0 0 0,0 1 0 0 0,0-1 0 0 0,0 0 0 0 0,0 1 0 0 0,0-1 0 0 0,0 1 0 0 0,0-1 0 0 0,-1 1 0 0 0,1 0 0 0 0,0-1 0 0 0,0 1 0 0 0,-1 0 0 0 0,1-1 0 0 0,0 1 0 0 0,-1 0 0 0 0,1 0 0 0 0,-1 0 0 0 0,1 0 0 0 0,-1-1 0 0 0,1 1 0 0 0,-1 0 0 0 0,0 0 0 0 0,1 0 0 0 0,-1 0 0 0 0,0 0 0 0 0,0 0 0 0 0,0 0 0 0 0,1 0 0 0 0,-1 0 0 0 0,0 0 0 0 0,-1 0 0 0 0,1 0-1 0 0,0 2 1 0 0,-1 0 1 0 0,0 1-1 0 0,0-1 0 0 0,0 0 0 0 0,0 0 0 0 0,-1 1 0 0 0,1-1 0 0 0,-3 3 0 0 0,-17 21 0 0 0,14-21 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9:02.17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31 24 0 0,'0'0'-1'0'0,"0"1"1"0"0,0-1 0 0 0,0 0 0 0 0,0 1-1 0 0,0-1 1 0 0,0 1 0 0 0,0-1 0 0 0,1 1-1 0 0,-1-1 1 0 0,0 0 0 0 0,0 1 0 0 0,0-1 0 0 0,0 1-1 0 0,1-1 1 0 0,-1 0 0 0 0,0 1 0 0 0,0-1-1 0 0,1 1 1 0 0,-1-1 0 0 0,0 0 0 0 0,0 0 0 0 0,1 1-1 0 0,-1-1 1 0 0,19 8 62 0 0,-18-8-55 0 0,12-1 47 0 0,33-3-33 0 0,-44 4-17 0 0,0 0 1 0 0,0-1-1 0 0,0 1 0 0 0,-1 0 0 0 0,1-1 1 0 0,0 1-1 0 0,0-1 0 0 0,-1 1 1 0 0,3-2-1 0 0,59-30 6 0 0,-53 27-10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03.7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 0 0,'39'8'53'0'0,"27"2"-43"0"0,5-5 1 0 0,-40-3 32 0 0,53 4-22 0 0,21 3 22 0 0,-23 4-22 0 0,-52-8 22 0 0,25 6-45 0 0,-41-8-56 0 0,-1-4 3 0 0,50-2 44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03.9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24 0 0,'6'-1'0'0'0,"15"6"28"0"0,-9-2-3 0 0,58 19-15 0 0,1 7 1 0 0,-46-15 32 0 0,22 16-22 0 0,-44-28-16 0 0,-1-1 1 0 0,0 0-1 0 0,0 1 0 0 0,0-1 1 0 0,0 1-1 0 0,-1 0 0 0 0,4 3 1 0 0,22 28 4 0 0,-26-31-10 0 0,1 0 0 0 0,0 1 0 0 0,-1-1 0 0 0,0 1 0 0 0,1 0 0 0 0,-1-1 0 0 0,0 1 0 0 0,-1 0 0 0 0,1 0 0 0 0,0 0 0 0 0,-1-1 0 0 0,0 1 0 0 0,1 0 0 0 0,-1 0 0 0 0,0 0 0 0 0,-1 0 0 0 0,1 0 0 0 0,0 0 0 0 0,-1 0 0 0 0,0 0 0 0 0,1-1 0 0 0,-2 4 0 0 0,-1 0 0 0 0,0 1 0 0 0,-1-1 0 0 0,1 0 0 0 0,-1 0 0 0 0,0-1 0 0 0,0 1 0 0 0,-6 4 0 0 0,-2 2-1 0 0,0-1-1 0 0,-1 0 1 0 0,0-1-1 0 0,-1 0 1 0 0,0-1-1 0 0,-21 10 1 0 0,11-8-53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05.0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87 61 24 0 0,'-2'1'2'0'0,"-1"-1"0"0"0,1 1 0 0 0,-1-1 1 0 0,1 1-1 0 0,-1 0 0 0 0,1 0 0 0 0,0 0 1 0 0,0 0-1 0 0,-1 0 0 0 0,1 1 1 0 0,0-1-1 0 0,0 1 0 0 0,0-1 0 0 0,0 1 1 0 0,0 0-1 0 0,1 0 0 0 0,-1-1 1 0 0,-2 5-1 0 0,-1 1 13 0 0,0 0-1 0 0,1 1 1 0 0,0-1 0 0 0,-4 10 0 0 0,5-8-11 0 0,0 1 0 0 0,0-1 0 0 0,0 1 0 0 0,1 0 0 0 0,1 0 0 0 0,-1 12 0 0 0,2-16 0 0 0,0 0 0 0 0,0-1-1 0 0,1 1 1 0 0,0-1-1 0 0,0 1 1 0 0,0-1-1 0 0,1 1 1 0 0,0-1-1 0 0,0 0 1 0 0,0 0-1 0 0,1 1 1 0 0,4 6-1 0 0,-5-10-3 0 0,-1 0 0 0 0,1 0 0 0 0,-1-1 0 0 0,1 1 0 0 0,0-1 0 0 0,0 1 0 0 0,-1-1 0 0 0,1 0 0 0 0,4 2 0 0 0,2 2 0 0 0,0-1 0 0 0,1-1 0 0 0,-1 0 0 0 0,0 0 0 0 0,17 3 0 0 0,-18-5 0 0 0,0 0 0 0 0,1-1 0 0 0,-1-1 0 0 0,0 1 0 0 0,0-1 0 0 0,0 0 0 0 0,0 0 0 0 0,10-4 0 0 0,-7 1 0 0 0,-1 1 0 0 0,1-2 0 0 0,13-8 0 0 0,-16 9 5 0 0,0-2 0 0 0,0 1-1 0 0,-1-1 1 0 0,1 0-1 0 0,-1 0 1 0 0,-1-1-1 0 0,1 0 1 0 0,-1 0 0 0 0,-1 0-1 0 0,1-1 1 0 0,-1 1-1 0 0,0-1 1 0 0,3-12-1 0 0,-5 14 0 0 0,-1 0-1 0 0,1 0 0 0 0,-1 0 1 0 0,-1 0-1 0 0,1 0 0 0 0,-1-1 1 0 0,0 1-1 0 0,0 0 0 0 0,-1 0 0 0 0,0-1 1 0 0,0 1-1 0 0,-1 0 0 0 0,1 0 1 0 0,-1 0-1 0 0,0 0 0 0 0,-1 1 1 0 0,-5-11-1 0 0,4 10 6 0 0,1 0-1 0 0,-1 1 1 0 0,0-1 0 0 0,-1 1 0 0 0,1 0-1 0 0,-1 1 1 0 0,0-1 0 0 0,0 1 0 0 0,0 0-1 0 0,-1 0 1 0 0,0 0 0 0 0,1 1 0 0 0,-1 0-1 0 0,0 0 1 0 0,-1 0 0 0 0,-10-2-1 0 0,14 4-5 0 0,0 1 0 0 0,0-1 0 0 0,0 1 0 0 0,0 0 0 0 0,0-1 0 0 0,0 1 0 0 0,0 1 0 0 0,0-1 0 0 0,0 0 0 0 0,0 1-1 0 0,0 0 1 0 0,0 0 0 0 0,0 0 0 0 0,0 0 0 0 0,0 0 0 0 0,0 0 0 0 0,1 1 0 0 0,-1-1 0 0 0,0 1 0 0 0,1 0-1 0 0,-1 0 1 0 0,1 0 0 0 0,0 0 0 0 0,0 0 0 0 0,0 0 0 0 0,0 1 0 0 0,0-1 0 0 0,0 1 0 0 0,-1 3 0 0 0,0-1-18 0 0,0 1 1 0 0,1 0 0 0 0,0 0-1 0 0,0 0 1 0 0,0 0 0 0 0,1 0-1 0 0,0 0 1 0 0,0 0 0 0 0,1 1-1 0 0,0-1 1 0 0,0 0 0 0 0,0 0-1 0 0,2 10 1 0 0,3 1-57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05.3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 0 24 0 0,'-1'0'0'0'0,"1"0"0"0"0,-1 1 0 0 0,1-1 0 0 0,0 0 0 0 0,-1 0 0 0 0,1 0 0 0 0,-1 1 1 0 0,1-1-1 0 0,0 0 0 0 0,-1 1 0 0 0,1-1 0 0 0,-1 0 0 0 0,1 1 0 0 0,0-1 1 0 0,0 0-1 0 0,-1 1 0 0 0,1-1 0 0 0,0 1 0 0 0,0-1 0 0 0,-1 1 0 0 0,1-1 0 0 0,0 1 1 0 0,0 0-1 0 0,-5 14 40 0 0,4-11-17 0 0,-8 37 4 0 0,2 0 0 0 0,-4 58 0 0 0,10 86 33 0 0,2-157-60 0 0,2 1 0 0 0,1-1 0 0 0,12 42 0 0 0,-10-49 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06.0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 1 24 0 0,'-62'5'53'0'0,"67"-4"-38"0"0,0 0-1 0 0,0 0 1 0 0,0 0 0 0 0,8 4 0 0 0,4 1-15 0 0,7-1 0 0 0,35 7 0 0 0,-54-11 0 0 0,-1 0 0 0 0,1-1 0 0 0,-1 1 0 0 0,1-1 0 0 0,0 0 0 0 0,-1 0 0 0 0,1 0 0 0 0,0 0 0 0 0,-1-1 0 0 0,1 0 0 0 0,-1 0 0 0 0,7-2 0 0 0,-8 2 0 0 0,6-4 19 0 0,-17 3 23 0 0,-18 4 25 0 0,18 1-56 0 0,0-1-1 0 0,0 2 0 0 0,0-1 0 0 0,0 1 0 0 0,1 0 0 0 0,-10 7 0 0 0,-40 36-22 0 0,41-33 17 0 0,-12 13-5 0 0,27-25 0 0 0,-1 0 0 0 0,1 0 0 0 0,-1 0 0 0 0,1 0 0 0 0,0 0 0 0 0,0 0 0 0 0,0 0 0 0 0,0 1 0 0 0,0-1 0 0 0,0 1 0 0 0,1-1 0 0 0,-1 0 0 0 0,1 5 0 0 0,0-7 0 0 0,0 1 0 0 0,0 0 0 0 0,0 0 0 0 0,0 0 0 0 0,1 0 0 0 0,-1-1 0 0 0,0 1-1 0 0,1 0 1 0 0,-1 0 0 0 0,1-1 0 0 0,-1 1 0 0 0,0 0 0 0 0,1-1 0 0 0,0 1-1 0 0,-1 0 1 0 0,1-1 0 0 0,-1 1 0 0 0,1-1 0 0 0,0 1 0 0 0,1 0 0 0 0,18 9-59 0 0,-9-5 48 0 0,-1 0 11 0 0,13 2 0 0 0,-5-2 0 0 0,2 0 0 0 0,22 3 0 0 0,-34-6 0 0 0,-5-1-1 0 0,1-1-1 0 0,0 1 1 0 0,0-1 0 0 0,0 0 0 0 0,-1 0 0 0 0,1 0 0 0 0,0 0 0 0 0,5-2 0 0 0,-7 2-53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06.2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21 24 0 0,'2'1'0'0'0,"0"-1"0"0"0,0 1 0 0 0,0 0 0 0 0,-1-1 0 0 0,1 0 1 0 0,0 1-1 0 0,0-1 0 0 0,0 0 0 0 0,0 0 0 0 0,0 0 1 0 0,0 0-1 0 0,0-1 0 0 0,0 1 0 0 0,-1 0 0 0 0,1-1 1 0 0,2 0-1 0 0,0 0 7 0 0,-2 1 46 0 0,12-3 1 0 0,56-8-44 0 0,-2 5-10 0 0,-32 6 0 0 0,-33 0 0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06.5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24 0 0,'18'0'63'0'0,"13"-3"-9"0"0,-8 4-44 0 0,34 6-10 0 0,-56-7 0 0 0,1 0 0 0 0,-1 0 0 0 0,1 0 0 0 0,-1 0 0 0 0,1 1 0 0 0,-1-1 0 0 0,0 1 0 0 0,1-1 0 0 0,-1 1 0 0 0,1-1 0 0 0,-1 1 0 0 0,0 0 0 0 0,0 0 0 0 0,1 0 0 0 0,-1 0 0 0 0,0 0 0 0 0,0 0 0 0 0,0 0 0 0 0,0 0 0 0 0,0 0 0 0 0,0 0 0 0 0,0 0 0 0 0,0 1 0 0 0,-1-1 0 0 0,1 0 0 0 0,0 1 0 0 0,-1-1 0 0 0,1 1 0 0 0,-1-1 0 0 0,0 0 0 0 0,1 1 0 0 0,-1 1 0 0 0,0 2 0 0 0,0 0 0 0 0,-1-1 0 0 0,1 1 0 0 0,-1 0 0 0 0,0-1 0 0 0,0 1 0 0 0,-3 5 0 0 0,3-5 0 0 0,-10 24 0 0 0,-2-1 0 0 0,-24 42 0 0 0,34-63 0 0 0,3-2 0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07.0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39 55 0 0,'-9'11'17'0'0,"0"0"0"0"0,0 1 0 0 0,1 0 0 0 0,0 0 0 0 0,1 0 0 0 0,0 1 0 0 0,-6 19 0 0 0,7-16 3 0 0,1 0-1 0 0,1 0 1 0 0,0 0-1 0 0,1 1 1 0 0,1-1-1 0 0,0 20 0 0 0,2-31-19 0 0,0 1 0 0 0,0-1 0 0 0,1 1 0 0 0,0-1 0 0 0,0 0 0 0 0,1 1 0 0 0,-1-1 0 0 0,1 0 0 0 0,0 0 0 0 0,4 8 0 0 0,-5-12 0 0 0,0 1 0 0 0,1 0 0 0 0,-1-1 0 0 0,0 1 0 0 0,1-1 0 0 0,-1 1 0 0 0,1-1 0 0 0,-1 0 0 0 0,1 0 0 0 0,0 0 0 0 0,0 0 0 0 0,-1 0 0 0 0,1 0 0 0 0,0 0 0 0 0,0 0 0 0 0,0-1 0 0 0,0 1 0 0 0,0-1 0 0 0,0 1 0 0 0,0-1 0 0 0,0 0 0 0 0,0 0 0 0 0,0 0 0 0 0,0 0 0 0 0,0 0 0 0 0,0 0 0 0 0,0 0 0 0 0,0-1 0 0 0,0 1 0 0 0,0-1 0 0 0,2-1 0 0 0,4-1-2 0 0,0-1-1 0 0,0 0 0 0 0,-1 0 0 0 0,0 0 1 0 0,1-1-1 0 0,-2 0 0 0 0,1-1 0 0 0,-1 0 1 0 0,0 0-1 0 0,0 0 0 0 0,0-1 0 0 0,7-12 0 0 0,-5 7-2 0 0,-1 0 0 0 0,0-1 0 0 0,-1 0 0 0 0,0 0 0 0 0,-1-1 0 0 0,6-26-1 0 0,-10 31 14 0 0,0 0-1 0 0,0 0 0 0 0,0 0 0 0 0,-2 0 0 0 0,1 0 0 0 0,-1 0 0 0 0,0 0 0 0 0,-1 1 0 0 0,0-1 0 0 0,0 0 0 0 0,-4-8 0 0 0,5 13-3 0 0,-1 0 0 0 0,1 1-1 0 0,-1 0 1 0 0,0-1-1 0 0,0 1 1 0 0,-1 0-1 0 0,1 0 1 0 0,0 0-1 0 0,-1 0 1 0 0,0 0 0 0 0,0 1-1 0 0,1-1 1 0 0,-2 1-1 0 0,1 0 1 0 0,0 0-1 0 0,0 0 1 0 0,-1 0-1 0 0,1 0 1 0 0,-1 1 0 0 0,1 0-1 0 0,-1 0 1 0 0,0 0-1 0 0,0 0 1 0 0,1 0-1 0 0,-1 1 1 0 0,0-1-1 0 0,0 1 1 0 0,-4 0-1 0 0,5 1 3 0 0,0-1-1 0 0,0 0 0 0 0,0 1 0 0 0,0 0 1 0 0,0 0-1 0 0,1 0 0 0 0,-1 0 0 0 0,0 0 1 0 0,0 0-1 0 0,1 1 0 0 0,-1 0 0 0 0,1-1 1 0 0,-5 5-1 0 0,3-3-2 0 0,1 1 0 0 0,0 0 1 0 0,0 0-1 0 0,0 0 0 0 0,0 1 1 0 0,1-1-1 0 0,-4 8 0 0 0,2-1-19 0 0,0 0 0 0 0,1 0 0 0 0,1 0 0 0 0,0 0 0 0 0,0 0 0 0 0,0 19 0 0 0,7-3-78 0 0,-2-16 20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07.2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92 9 24 0 0,'-2'-9'-6'0'0,"-3"12"38"0"0,-4 14 37 0 0,-11 49 45 0 0,3 1-1 0 0,3 1 0 0 0,-6 73 1 0 0,16-82-95 0 0,4-53-38 0 0,0 1 1 0 0,1-1 0 0 0,-1 1-1 0 0,1-1 1 0 0,1 0 0 0 0,-1 1-1 0 0,4 6 1 0 0,-2-6-13 0 0,0-4-56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08.2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57 24 0 0,'-2'0'2'0'0,"1"1"0"0"0,-1 0 1 0 0,0 0-1 0 0,1 0 1 0 0,-1 0-1 0 0,1 0 1 0 0,-1 0-1 0 0,1 0 1 0 0,-1 1-1 0 0,1-1 1 0 0,0 1-1 0 0,-3 2 0 0 0,-15 21 30 0 0,14-15-26 0 0,-1-1 0 0 0,1 1 0 0 0,0 0 0 0 0,1 1 0 0 0,0-1-1 0 0,1 1 1 0 0,0 0 0 0 0,1-1 0 0 0,0 1 0 0 0,0 14-1 0 0,1-16 0 0 0,1 1 0 0 0,0-1 0 0 0,1 1 0 0 0,0-1 0 0 0,0 1 0 0 0,1-1 0 0 0,1 0 0 0 0,-1 0 0 0 0,2 0 0 0 0,-1 0 0 0 0,1 0 0 0 0,6 9-1 0 0,-9-16-4 0 0,0 0 0 0 0,1-1 0 0 0,-1 1 0 0 0,1-1 0 0 0,-1 1 0 0 0,1-1 0 0 0,0 0 0 0 0,-1 1 0 0 0,3 0 0 0 0,1 1 0 0 0,0 0 0 0 0,0 0 0 0 0,1-1 0 0 0,-1 1 0 0 0,0-1 0 0 0,1-1 0 0 0,-1 1 0 0 0,11 1 0 0 0,-9-3 0 0 0,0 0 0 0 0,-1-1 0 0 0,1 0 0 0 0,-1 0 0 0 0,1 0 0 0 0,-1-1 0 0 0,0 0 0 0 0,7-3 0 0 0,-7 3 0 0 0,-1-1 0 0 0,0 0 0 0 0,0 0 0 0 0,0 0 0 0 0,0 0 0 0 0,0-1 0 0 0,-1 0 0 0 0,1 0 0 0 0,-1 0 0 0 0,0-1 0 0 0,0 0 0 0 0,3-5 0 0 0,0 1 0 0 0,2-3 0 0 0,0 0 0 0 0,-1 0 0 0 0,-1-1 0 0 0,0 0 0 0 0,9-24 0 0 0,-14 30 0 0 0,0-1 0 0 0,0 1 0 0 0,0-1 0 0 0,-1 1 0 0 0,0-1 0 0 0,-1 0 0 0 0,0 0 0 0 0,0 0 0 0 0,-1 1 0 0 0,0-1 0 0 0,0 0 0 0 0,-3-11 0 0 0,1 10 0 0 0,0 1 0 0 0,-1-1 0 0 0,0 1 0 0 0,0 0 0 0 0,0 0 0 0 0,-1 0 0 0 0,0 1 0 0 0,-1-1 0 0 0,-7-6 0 0 0,11 12 0 0 0,0 0 0 0 0,0 0 0 0 0,0 0 0 0 0,0 0 0 0 0,-1 1 0 0 0,1-1 0 0 0,-1 1 0 0 0,1-1 0 0 0,-1 1 0 0 0,0 0 0 0 0,0 0 0 0 0,1 0 0 0 0,-1 1 0 0 0,0-1 0 0 0,0 1 0 0 0,0-1 0 0 0,0 1 0 0 0,0 0 0 0 0,1 0 0 0 0,-1 0 0 0 0,0 1 0 0 0,0-1 0 0 0,0 1 0 0 0,0-1 0 0 0,0 1 0 0 0,1 0 0 0 0,-1 0 0 0 0,0 0 0 0 0,1 1 0 0 0,-1-1 0 0 0,1 0 0 0 0,-4 3 0 0 0,2-1-5 0 0,0 1-1 0 0,-1 0 0 0 0,1 0 1 0 0,0 0-1 0 0,1 0 0 0 0,-1 0 1 0 0,1 1-1 0 0,0 0 0 0 0,0 0 1 0 0,0 0-1 0 0,-2 6 0 0 0,4-9 4 0 0,0 1 0 0 0,0-1-1 0 0,1 0 1 0 0,-1 1-1 0 0,0-1 1 0 0,1 1-1 0 0,0-1 1 0 0,-1 1 0 0 0,1-1-1 0 0,0 1 1 0 0,0-1-1 0 0,1 1 1 0 0,-1-1-1 0 0,0 1 1 0 0,1-1 0 0 0,-1 0-1 0 0,1 1 1 0 0,0-1-1 0 0,0 0 1 0 0,0 1-1 0 0,0-1 1 0 0,0 0 0 0 0,1 0-1 0 0,-1 0 1 0 0,1 0-1 0 0,-1 0 1 0 0,4 3-1 0 0,-3-4 3 0 0,0 1 0 0 0,0-1 0 0 0,0 1 0 0 0,1-1 0 0 0,-1 0 0 0 0,1 0 0 0 0,-1 0 0 0 0,1 0 0 0 0,-1 0 0 0 0,1-1 0 0 0,0 1 0 0 0,2-1 0 0 0,33 0 0 0 0,-28-1 0 0 0,13-1 0 0 0,46-5 0 0 0,-2-2 11 0 0,-39 5 32 0 0,43-9-33 0 0,-40 8-10 0 0,-13 2 0 0 0,28-8 0 0 0,-35 5-10 0 0,-10 5-44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08.5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23 24 0 0,'2'-21'16'0'0,"0"19"36"0"0,-2 12 13 0 0,-16 182 110 0 0,0-37-148 0 0,16-142-76 0 0,0-1 0 0 0,1 1-1 0 0,4 19 1 0 0,-5-28 38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08.8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0 79 0 0,'0'0'3'0'0,"-1"1"-1"0"0,1-1 0 0 0,0 1 0 0 0,-1-1 1 0 0,1 0-1 0 0,0 1 0 0 0,-1-1 0 0 0,1 1 1 0 0,0-1-1 0 0,0 1 0 0 0,0-1 0 0 0,0 1 1 0 0,-1-1-1 0 0,1 1 0 0 0,0-1 0 0 0,0 1 0 0 0,0-1 1 0 0,0 1-1 0 0,0-1 0 0 0,0 1 0 0 0,1 0 1 0 0,-1 17 67 0 0,0-14-62 0 0,0 6-7 0 0,3 207 116 0 0,7-140-315 0 0,-10-72 198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09.0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1 55 0 0,'-1'14'0'0'0,"0"1"0"0"0,-6 18 0 0 0,1 1 0 0 0,1 27 0 0 0,4-38 0 0 0,-1 0 0 0 0,-6 28 0 0 0,4-45 0 0 0,3-6 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09.2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 79 0 0,'0'2'0'0'0,"17"-6"163"0"0,2 0-79 0 0,-10 2-78 0 0,0 1-1 0 0,-1 0 1 0 0,1 0-1 0 0,0 1 1 0 0,11 0-1 0 0,37 1-5 0 0,-55-1-1 0 0,-1 0-1 0 0,1 0 0 0 0,0 0 0 0 0,-1 0-1 0 0,1 0 1 0 0,-1 0 0 0 0,1 0 0 0 0,-1 0 0 0 0,1 0-1 0 0,0 1 1 0 0,-1-1 0 0 0,1 1 0 0 0,-1-1-1 0 0,0 1 1 0 0,2 0 0 0 0,-1 0-24 0 0,0 1 14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09.4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38 55 0 0,'2'0'0'0'0,"0"0"0"0"0,-1-2 0 0 0,1 2 0 0 0,-1-1 0 0 0,3-1 0 0 0,1 0 0 0 0,4-1 0 0 0,5 0 0 0 0,67-22 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09.6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163 1 55 0 0,'-7'4'0'0'0,"1"1"0"0"0,-1 0 0 0 0,1 0 0 0 0,0 1 0 0 0,1-1 0 0 0,-1 1 0 0 0,1 1 0 0 0,-5 8 0 0 0,-12 12 0 0 0,-53 61 0 0 0,68-81 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10.2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0 55 0 0,'-3'3'7'0'0,"1"0"0"0"0,-1 0-1 0 0,0 0 1 0 0,1 0 0 0 0,0 1-1 0 0,-1-1 1 0 0,1 1 0 0 0,-2 6-1 0 0,-3 8 16 0 0,2 1-1 0 0,0-1 0 0 0,1 1 0 0 0,1 0 0 0 0,1 0 0 0 0,0 26 0 0 0,2-43-21 0 0,0-1 0 0 0,0 1 0 0 0,0-1 0 0 0,0 1 0 0 0,0 0 0 0 0,0-1 0 0 0,0 1 0 0 0,1-1 0 0 0,-1 1 0 0 0,1-1 0 0 0,-1 1 0 0 0,1-1 0 0 0,-1 0 0 0 0,1 1 0 0 0,1 1 0 0 0,-1-2 0 0 0,0-1 0 0 0,0 1 0 0 0,0-1 0 0 0,0 1 0 0 0,1-1 0 0 0,-1 0 0 0 0,0 1 0 0 0,0-1 0 0 0,0 0 0 0 0,0 0 0 0 0,1 0 0 0 0,-1 0 0 0 0,0 0 0 0 0,0 0 0 0 0,0 0 0 0 0,0 0 0 0 0,1 0 0 0 0,-1 0 0 0 0,0-1 0 0 0,1 0 0 0 0,27-7-16 0 0,-1-1 0 0 0,-1-2 0 0 0,34-18 0 0 0,-58 28 16 0 0,0-1 0 0 0,-6 2 0 0 0,1 0 0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10.4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 24 0 0,'2'1'0'0'0,"0"0"3"0"0,0-1 1 0 0,0 0-1 0 0,0 1 1 0 0,0-1 0 0 0,0 0-1 0 0,0 0 1 0 0,0-1 0 0 0,0 1-1 0 0,0 0 1 0 0,-1-1-1 0 0,1 1 1 0 0,0-1 0 0 0,0 1-1 0 0,2-2 1 0 0,5-1 5 0 0,3 0-5 0 0,33-7 31 0 0,-41 9-32 0 0,0 1 0 0 0,0-1 0 0 0,0 1-1 0 0,0 0 1 0 0,0 1 0 0 0,1-1 0 0 0,-1 1 0 0 0,5 1-1 0 0,3 4-2 0 0,-9-4 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10.6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0 55 0 0,'-3'1'10'0'0,"0"1"0"0"0,0-1 0 0 0,0 1 0 0 0,0 0 0 0 0,0 0-1 0 0,1 0 1 0 0,-1 0 0 0 0,1 0 0 0 0,-1 0 0 0 0,1 1-1 0 0,0-1 1 0 0,0 1 0 0 0,0-1 0 0 0,0 1 0 0 0,0 0 0 0 0,1 0-1 0 0,-1 0 1 0 0,1 0 0 0 0,0 0 0 0 0,0 0 0 0 0,-1 5-1 0 0,0 2 22 0 0,-1-1 0 0 0,2 1 0 0 0,-1 0 0 0 0,2-1 0 0 0,-1 1 0 0 0,2 11-1 0 0,-1-20-30 0 0,0 1 0 0 0,0-1 0 0 0,0 1 0 0 0,0 0 0 0 0,0-1 0 0 0,1 1 0 0 0,-1-1 0 0 0,1 1 0 0 0,-1-1 0 0 0,1 1 0 0 0,-1-1 0 0 0,1 1 0 0 0,0-1 0 0 0,0 0 0 0 0,0 0 0 0 0,0 1 0 0 0,0-1 0 0 0,0 0 0 0 0,0 0 0 0 0,0 0 0 0 0,0 0 0 0 0,1 0 0 0 0,-1 0 0 0 0,0 0 0 0 0,1 0 0 0 0,-1-1 0 0 0,1 1 0 0 0,2 1 0 0 0,-1-2 0 0 0,0 0 0 0 0,0 1 0 0 0,1-1 0 0 0,-1-1 0 0 0,0 1 0 0 0,0 0 0 0 0,0-1 0 0 0,0 1 0 0 0,0-1 0 0 0,1 0 0 0 0,-1 0 0 0 0,-1 0 0 0 0,6-3 0 0 0,18-11-60 0 0,0-1 0 0 0,41-35-1 0 0,-59 45-6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11.4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8 24 0 0,'-4'-3'-1'0'0,"7"2"1"0"0,8 1 1 0 0,-6 0-1 0 0,18 1 10 0 0,50 0 43 0 0,20-1 1 0 0,-4-4-44 0 0,-20 2-10 0 0,-52 4 0 0 0,-17-2 0 0 0,0 0 0 0 0,0 1 0 0 0,0-1 0 0 0,0 0 0 0 0,0 0 0 0 0,0 0 0 0 0,0 0 0 0 0,0 0 0 0 0,0 0 0 0 0,0 1 0 0 0,0-1 0 0 0,1 0 0 0 0,-1 0 0 0 0,0 0 0 0 0,0 0 0 0 0,0 0 0 0 0,0 0 0 0 0,0 1 0 0 0,0-1 0 0 0,0 0 0 0 0,0 0 0 0 0,-1 0 0 0 0,1 0 0 0 0,0 0 0 0 0,0 1 0 0 0,0-1 0 0 0,0 0 0 0 0,0 0 0 0 0,0 0 0 0 0,0 0 0 0 0,0 0 0 0 0,0 0 0 0 0,0 0 0 0 0,0 1 0 0 0,0-1 0 0 0,-1 0 0 0 0,1 0 0 0 0,0 0 0 0 0,0 0 0 0 0,0 0 0 0 0,0 0 0 0 0,0 0 0 0 0,0 0 0 0 0,0 0 0 0 0,-1 0 0 0 0,1 0 0 0 0,-17 9 0 0 0,17-9 0 0 0,-7 3 0 0 0,-2 2 0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11.6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64 24 0 0,'1'1'-1'0'0,"-1"-1"1"0"0,1 1-1 0 0,-1-1 1 0 0,1 1 0 0 0,-1-1-1 0 0,1 0 1 0 0,-1 1-1 0 0,1-1 1 0 0,-1 0 0 0 0,1 1-1 0 0,0-1 1 0 0,-1 0-1 0 0,1 0 1 0 0,-1 1 0 0 0,1-1-1 0 0,0 0 1 0 0,-1 0-1 0 0,1 0 1 0 0,1 0 0 0 0,23-6 69 0 0,-16 4-13 0 0,48-13-35 0 0,-32 7 22 0 0,31-9-33 0 0,-33 10-16 0 0,31-3 0 0 0,12 6-42 0 0,-53 5 36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12.0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80 70 24 0 0,'-4'3'4'0'0,"-1"-1"0"0"0,1 1 0 0 0,-1 0 1 0 0,1 0-1 0 0,0 0 0 0 0,0 0 0 0 0,0 1 1 0 0,0 0-1 0 0,1 0 0 0 0,-1 0 1 0 0,1 0-1 0 0,0 0 0 0 0,-3 7 0 0 0,2-4 4 0 0,1 0 0 0 0,0 0-1 0 0,0 0 1 0 0,1 0 0 0 0,0 1-1 0 0,0-1 1 0 0,1 1 0 0 0,0-1-1 0 0,-1 10 1 0 0,2-14-8 0 0,0 0 0 0 0,0-1 1 0 0,1 1-1 0 0,-1 0 0 0 0,1 0 0 0 0,-1 0 1 0 0,1 0-1 0 0,0-1 0 0 0,0 1 1 0 0,0 0-1 0 0,0-1 0 0 0,0 1 0 0 0,1-1 1 0 0,-1 1-1 0 0,1-1 0 0 0,0 1 0 0 0,-1-1 1 0 0,1 0-1 0 0,0 0 0 0 0,1 0 1 0 0,-1 0-1 0 0,0 0 0 0 0,0-1 0 0 0,1 1 1 0 0,-1-1-1 0 0,1 1 0 0 0,3 0 0 0 0,-4-1 0 0 0,1-1 0 0 0,-1 1 0 0 0,0-1 0 0 0,1 1 0 0 0,-1-1 0 0 0,1 0 0 0 0,4-1 0 0 0,8 0 0 0 0,-1 0 0 0 0,28-6 0 0 0,-32 4 0 0 0,-1-1 0 0 0,1 0 0 0 0,-1 0 0 0 0,1 0 0 0 0,8-7 0 0 0,-8 4 0 0 0,0-1 0 0 0,0 0 0 0 0,-1 0 0 0 0,0-1 0 0 0,15-18 0 0 0,-20 21 0 0 0,1 0 0 0 0,-1-1 0 0 0,-1 1 0 0 0,1-1 0 0 0,-1 1 0 0 0,0-1 0 0 0,0 0 0 0 0,-1 0 0 0 0,0-1 0 0 0,2-14 0 0 0,-4 19 0 0 0,0 0 0 0 0,0 0 0 0 0,-1 0 0 0 0,1 0 0 0 0,-1 0 0 0 0,1 0 0 0 0,-1 0 0 0 0,0 0 0 0 0,0 0 0 0 0,-1 0 0 0 0,1 0 0 0 0,-1 1 0 0 0,1-1 0 0 0,-1 0 0 0 0,0 1 0 0 0,0-1 0 0 0,0 1 0 0 0,0 0 0 0 0,0 0 0 0 0,0-1 0 0 0,-1 1 0 0 0,1 1 0 0 0,-1-1 0 0 0,0 0 0 0 0,1 1 0 0 0,-1-1 0 0 0,-4-1 0 0 0,3 2 0 0 0,0-1 0 0 0,-1 1 0 0 0,1 0 0 0 0,0 0 0 0 0,0 0 0 0 0,-1 1 0 0 0,1-1 0 0 0,0 1 0 0 0,-1 0 0 0 0,1 0 0 0 0,-1 0 0 0 0,1 1 0 0 0,0 0 0 0 0,-1 0 0 0 0,1 0 0 0 0,0 0 0 0 0,0 1 0 0 0,0-1 0 0 0,-5 4 0 0 0,3-1-7 0 0,0 0-1 0 0,0 1 1 0 0,0 0-1 0 0,0 1 1 0 0,1-1-1 0 0,-1 1 1 0 0,-5 9-1 0 0,4-5-4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12.2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1 24 0 0,'-3'6'0'0'0,"1"1"0"0"0,0 0 0 0 0,1 0 0 0 0,0 0 0 0 0,-1 8 0 0 0,-1 5 0 0 0,1-9 0 0 0,-12 88 0 0 0,12-81 0 0 0,1 0 0 0 0,1 0 0 0 0,3 27 0 0 0,-1-37 0 0 0,-2-4 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12.3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0 257 24 0 0,'2'0'-1'0'0,"0"-1"1"0"0,-1 1 0 0 0,1-1 0 0 0,-1 0 0 0 0,1 0 0 0 0,-1 0 0 0 0,0 1 0 0 0,3-3 0 0 0,1-1 1 0 0,3 0-1 0 0,30-23 0 0 0,-34 24 0 0 0,13-11 0 0 0,28-25 0 0 0,-31 22 0 0 0,-1 0 0 0 0,0-1 0 0 0,-1 0 0 0 0,-1-1 0 0 0,15-35 0 0 0,-20 39 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12.5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 17 24 0 0,'0'-1'1'0'0,"0"0"0"0"0,0 0 0 0 0,0 0 0 0 0,0-1 0 0 0,0 1 0 0 0,0 0 1 0 0,0 0-1 0 0,0 0 0 0 0,-1 0 0 0 0,1 0 0 0 0,0 0 0 0 0,-1 0 1 0 0,0-1-1 0 0,-2 4 40 0 0,-1 8-8 0 0,-12 56 95 0 0,-11 134 0 0 0,18-121-85 0 0,3-32-80 0 0,3 0 0 0 0,2 0 1 0 0,5 53-1 0 0,-1-80 9 0 0,1-3-59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13.4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52 24 0 0,'0'0'0'0'0,"0"0"0"0"0,0-1 0 0 0,0 1 0 0 0,0 0 0 0 0,0 0 0 0 0,0 0 0 0 0,0 0 1 0 0,0 0-1 0 0,0 0 0 0 0,0 0 0 0 0,0 0 0 0 0,1 0 0 0 0,-1 0 0 0 0,0 0 1 0 0,0 0-1 0 0,0 0 0 0 0,0 0 0 0 0,0-1 0 0 0,0 1 0 0 0,0 0 0 0 0,0 0 1 0 0,0 0-1 0 0,0 0 0 0 0,0 0 0 0 0,0 0 0 0 0,0 0 0 0 0,0 0 0 0 0,0 0 1 0 0,0 0-1 0 0,0 0 0 0 0,0 0 0 0 0,0-1 0 0 0,0 1 0 0 0,0 0 0 0 0,0 0 1 0 0,-1 0-1 0 0,1 0 0 0 0,0 0 0 0 0,0 0 0 0 0,0 0 0 0 0,0 0 0 0 0,0 0 1 0 0,0 0-1 0 0,0 0 0 0 0,0 0 0 0 0,0 0 0 0 0,0 0 0 0 0,0 0 0 0 0,0 0 1 0 0,0 0-1 0 0,0-1 0 0 0,0 1 0 0 0,-1 0 0 0 0,1 0 0 0 0,0 0 0 0 0,0 0 1 0 0,0 0-1 0 0,0 0 0 0 0,0 0 0 0 0,0 0 0 0 0,0 0 0 0 0,0 0 0 0 0,0 0 1 0 0,0 0-1 0 0,0 0 0 0 0,0 0 0 0 0,-1 0 0 0 0,10-7 21 0 0,13-7 12 0 0,-22 14-33 0 0,1 0 1 0 0,6-5 9 0 0,0 2 1 0 0,0-1 0 0 0,1 1-1 0 0,0 0 1 0 0,-1 0-1 0 0,10-2 1 0 0,-2 5 32 0 0,-1-1-40 0 0,0 2 1 0 0,23 3-1 0 0,-24-1-3 0 0,-1 0 0 0 0,0 1 0 0 0,14 7 0 0 0,-24-10 0 0 0,0-1 0 0 0,-1 1 0 0 0,1 0 0 0 0,0 0 0 0 0,-1 0 0 0 0,1 0 0 0 0,0 0 0 0 0,-1 0 0 0 0,0 1 0 0 0,1-1 0 0 0,-1 0 0 0 0,0 1 0 0 0,1-1 0 0 0,-1 1 0 0 0,0-1 0 0 0,0 1 0 0 0,0 0 0 0 0,-1 0 0 0 0,1-1 0 0 0,0 1 0 0 0,-1 0 0 0 0,1 0 0 0 0,-1 0 0 0 0,1 0 0 0 0,-1-1 0 0 0,0 1 0 0 0,0 0 0 0 0,0 0 0 0 0,0 4 0 0 0,0 3 0 0 0,0-3 0 0 0,0 0 0 0 0,0 1 0 0 0,-1-1 0 0 0,1 0 0 0 0,-1 1 0 0 0,-1-1 0 0 0,1 0 0 0 0,-1 0 0 0 0,0 0 0 0 0,-1 0 0 0 0,1-1 0 0 0,-7 11 0 0 0,6-11 0 0 0,0-1 0 0 0,0 0 0 0 0,-1 0 0 0 0,1 0 0 0 0,-1-1 0 0 0,0 1 0 0 0,0-1 0 0 0,0 0 0 0 0,0 0 0 0 0,-1 0 0 0 0,1-1 0 0 0,-1 1 0 0 0,1-1 0 0 0,-1 0 0 0 0,0 0 0 0 0,-5 1 0 0 0,-13 1 0 0 0,-1 2 0 0 0,2 1 0 0 0,-34 15 0 0 0,50-20 0 0 0,-1 1 0 0 0,2 1 0 0 0,-1-1 0 0 0,0 1 0 0 0,0 0 0 0 0,1 0 0 0 0,0 1 0 0 0,0 0 0 0 0,0-1 0 0 0,1 2 0 0 0,0-1 0 0 0,0 0 0 0 0,0 1 0 0 0,0 0 0 0 0,1 0 0 0 0,0 0 0 0 0,-3 7 0 0 0,6-12 0 0 0,-1 1 0 0 0,1-1 0 0 0,-1 1 0 0 0,1-1 0 0 0,0 1 0 0 0,-1-1 0 0 0,1 1 0 0 0,0-1 0 0 0,0 1 0 0 0,0 0 0 0 0,0-1 0 0 0,0 1 0 0 0,0-1 0 0 0,1 1 0 0 0,-1-1 0 0 0,1 1 0 0 0,-1-1 0 0 0,1 1 0 0 0,-1-1 0 0 0,1 0 0 0 0,0 1 0 0 0,-1-1 0 0 0,1 0 0 0 0,0 1 0 0 0,0-1 0 0 0,1 1 0 0 0,2 0 1 0 0,-1 1 0 0 0,1-1 0 0 0,0 0 0 0 0,-1-1 0 0 0,1 1 0 0 0,0-1 0 0 0,0 0 0 0 0,0 0 0 0 0,0 0 0 0 0,8 0 0 0 0,3-2 52 0 0,50-11 1 0 0,-43 6-49 0 0,29-12 0 0 0,-29 8-5 0 0,0 0 0 0 0,30-20 0 0 0,-50 28-8 0 0,1 0-1 0 0,-1 0 1 0 0,0 0-1 0 0,0-1 1 0 0,0 1-1 0 0,0-1 1 0 0,2-2-1 0 0,-4 4 7 0 0,1 1 0 0 0,-1-1-1 0 0,0 1 1 0 0,0-1 0 0 0,1 1-1 0 0,-1-1 1 0 0,0 1 0 0 0,0-1-1 0 0,0 1 1 0 0,0-1 0 0 0,0 1-1 0 0,0-1 1 0 0,0 1 0 0 0,0-1-1 0 0,0 1 1 0 0,0-1 0 0 0,0 1-1 0 0,0-1 1 0 0,0 0 0 0 0,0 0 1 0 0,-1 1 0 0 0,1 0 0 0 0,-1-1 0 0 0,1 1 0 0 0,0 0 0 0 0,-1-1 1 0 0,1 1-1 0 0,-1 0 0 0 0,1-1 0 0 0,-1 1 0 0 0,1 0 0 0 0,-1 0 0 0 0,1 0 0 0 0,-1-1 0 0 0,0 1 1 0 0,1 0-1 0 0,-1 0 0 0 0,1 0 0 0 0,-1 0 0 0 0,1 0 0 0 0,-1 0 0 0 0,1 0 0 0 0,-2 0 0 0 0,2 0 1 0 0,-7 0-12 0 0,-1 0 0 0 0,1 0 0 0 0,0 1 0 0 0,0 0 0 0 0,-9 3 0 0 0,14-4 9 0 0,0 1 1 0 0,0 0-1 0 0,1-1 0 0 0,-1 1 1 0 0,1 0-1 0 0,-1 0 0 0 0,0 0 1 0 0,1 0-1 0 0,0 0 0 0 0,-1 1 1 0 0,1-1-1 0 0,0 0 1 0 0,0 1-1 0 0,-1-1 0 0 0,1 1 1 0 0,0-1-1 0 0,0 1 0 0 0,1-1 1 0 0,-1 1-1 0 0,0 0 0 0 0,0 0 1 0 0,1-1-1 0 0,-1 1 0 0 0,1 0 1 0 0,0 0-1 0 0,-1 3 0 0 0,-4 96 100 0 0,6-84-68 0 0,0 1 0 0 0,1 0 0 0 0,7 29-1 0 0,-8-41-22 0 0,1-1-1 0 0,-1 1 1 0 0,0 0-1 0 0,-1 1 1 0 0,0-1-1 0 0,0 0 1 0 0,0 0-1 0 0,0 0 1 0 0,-1 0-1 0 0,-1 6 0 0 0,-5-5-71 0 0,4-6 52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13.6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28 124 24 0 0,'-12'0'0'0'0,"10"0"0"0"0,0 1 6 0 0,1 1 1 0 0,0-1 0 0 0,-1 1 0 0 0,1-1 0 0 0,0 1 0 0 0,0-1-1 0 0,0 1 1 0 0,-2 3 0 0 0,3-4-4 0 0,0-1-1 0 0,0 0 1 0 0,0 0 0 0 0,0 0-1 0 0,0 1 1 0 0,0-1 0 0 0,0 0-1 0 0,0 0 1 0 0,0 0 0 0 0,0 1-1 0 0,0-1 1 0 0,0 0 0 0 0,0 0-1 0 0,0 0 1 0 0,0 0-1 0 0,0 1 1 0 0,0-1 0 0 0,1 0-1 0 0,-1 0 1 0 0,0 0 0 0 0,0 0-1 0 0,0 1 1 0 0,0-1 0 0 0,0 0-1 0 0,0 0 1 0 0,1 0 0 0 0,-1 0-1 0 0,0 0 1 0 0,0 1-1 0 0,0-1 1 0 0,1 0 0 0 0,11 1 64 0 0,7-7 13 0 0,-17 6-14 0 0,9-6 1 0 0,34-17-40 0 0,-26 11 37 0 0,26-20 4 0 0,13-5-10 0 0,-9 11-62 0 0,-39 21-76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52.73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106 3 55 0 0,'-1'-1'0'0'0,"0"1"0"0"0,0 0 0 0 0,0-1 0 0 0,0 1 0 0 0,0 0 0 0 0,-1 0 0 0 0,1 0 0 0 0,0 0 0 0 0,0 0 0 0 0,0 0 0 0 0,0 0 0 0 0,-1 0 0 0 0,1 0 0 0 0,0 1 0 0 0,0-1 0 0 0,0 0 0 0 0,0 1 0 0 0,0-1 0 0 0,0 1 0 0 0,0-1 0 0 0,0 1 0 0 0,0 0 0 0 0,0-1 0 0 0,0 1 0 0 0,0 0 0 0 0,0 0 0 0 0,0-1 0 0 0,0 1 0 0 0,1 0 0 0 0,-1 0 0 0 0,0 0 0 0 0,1 0 0 0 0,-1 0 0 0 0,1 0 0 0 0,-1 0 0 0 0,0 2 0 0 0,-10 16 11 0 0,2 0-1 0 0,0 1 1 0 0,1 0-1 0 0,1 0 1 0 0,0 1-1 0 0,2-1 0 0 0,0 1 1 0 0,2 1-1 0 0,0-1 1 0 0,2 1-1 0 0,0-1 0 0 0,1 1 1 0 0,1-1-1 0 0,1 1 1 0 0,1-1-1 0 0,1 0 1 0 0,1 0-1 0 0,1 0 0 0 0,1-1 1 0 0,12 27-1 0 0,-10-32 33 0 0,23 27-33 0 0,-23-33-10 0 0,0 0 0 0 0,0-1 0 0 0,14 12 0 0 0,-1-6 0 0 0,32 18 0 0 0,-38-24 0 0 0,1-1 0 0 0,23 7 0 0 0,-17-8 0 0 0,28 4 0 0 0,29-3 0 0 0,14-7-10 0 0,-17-6-33 0 0,-46 1 22 0 0,-29 5 16 0 0,-1-1-1 0 0,0 1 1 0 0,0-1-1 0 0,0 1 0 0 0,0-1 1 0 0,1 0-1 0 0,-1 0 0 0 0,0 1 1 0 0,0-1-1 0 0,1-2 0 0 0,-2 3 4 0 0,1 0-1 0 0,-1-1 1 0 0,0 1-1 0 0,0 0 1 0 0,0-1-1 0 0,1 1 1 0 0,-1 0-1 0 0,0-1 0 0 0,0 1 1 0 0,0-1-1 0 0,0 1 1 0 0,0 0-1 0 0,0-1 1 0 0,0 1-1 0 0,0-1 1 0 0,0 1-1 0 0,0 0 0 0 0,0-1 1 0 0,0 1-1 0 0,0-1 1 0 0,0 1-1 0 0,0 0 1 0 0,0-1-1 0 0,0 0 0 0 0,-3-2 3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52.97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57 0 24 0 0,'24'26'10'0'0,"6"7"33"0"0,-21-21-39 0 0,-1 0 1 0 0,0 0 0 0 0,-1 1-1 0 0,0 0 1 0 0,-1 1 0 0 0,0-1-1 0 0,-1 1 1 0 0,-1 0-1 0 0,0 0 1 0 0,-1 1 0 0 0,-1-1-1 0 0,0 1 1 0 0,0 0 0 0 0,-2-1-1 0 0,0 1 1 0 0,-1 0-1 0 0,0-1 1 0 0,-1 1 0 0 0,-1-1-1 0 0,0 1 1 0 0,-1-1 0 0 0,0 0-1 0 0,-1 0 1 0 0,-1-1-1 0 0,0 1 1 0 0,-1-1 0 0 0,0 0-1 0 0,-1-1 1 0 0,-14 17-1 0 0,11-16-4 0 0,0-1 0 0 0,-1 0 0 0 0,0 0 0 0 0,-1-1 0 0 0,-14 9 0 0 0,9-10 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54.07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46 24 0 0,'7'2'0'0'0,"9"-6"21"0"0,-2 0 11 0 0,46-14-11 0 0,4 0 32 0 0,-61 17-46 0 0,-1 1 0 0 0,1-1-1 0 0,0 0 1 0 0,0 1 0 0 0,0 0-1 0 0,-1 0 1 0 0,6 0 0 0 0,1 0-4 0 0,0 0 1 0 0,0 1-1 0 0,0 0 1 0 0,-1 1 0 0 0,11 2-1 0 0,-16-2 0 0 0,0-1 0 0 0,0 1 0 0 0,-1-1 0 0 0,1 1 0 0 0,0 0 0 0 0,-1 0 0 0 0,1 0 1 0 0,-1 0-1 0 0,1 1 0 0 0,-1-1 0 0 0,0 1 0 0 0,0-1 0 0 0,2 4 0 0 0,-3-4-3 0 0,0 0 1 0 0,-1 0-1 0 0,1 0 0 0 0,0 0 1 0 0,-1 1-1 0 0,1-1 1 0 0,-1 0-1 0 0,0 0 0 0 0,0 0 1 0 0,0 0-1 0 0,0 1 1 0 0,0-1-1 0 0,0 0 0 0 0,-1 0 1 0 0,1 0-1 0 0,-1 0 0 0 0,1 0 1 0 0,-1 0-1 0 0,0 0 1 0 0,0 0-1 0 0,0 0 0 0 0,0 0 1 0 0,0 0-1 0 0,-2 2 1 0 0,0 2-1 0 0,-5 6 0 0 0,0 1 0 0 0,0-1 0 0 0,-1-1 0 0 0,0 0 0 0 0,-1 0 0 0 0,-13 11 0 0 0,-72 50 0 0 0,76-58 0 0 0,15-11 0 0 0,0-1 0 0 0,0 1 0 0 0,0 0 0 0 0,-1-1 0 0 0,1 0 0 0 0,-1 0 0 0 0,1-1 0 0 0,-1 1 0 0 0,-10 1 0 0 0,21-4-32 0 0,0-1-2 0 0,26 3 36 0 0,46 6-2 0 0,4 1 0 0 0,-2-1 0 0 0,-11-2-12 0 0,-55-4-48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54.38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49 55 0 0,'6'1'0'0'0,"7"-3"0"0"0,13-5 0 0 0,58-12 54 0 0,-26 6-44 0 0,6 5-10 0 0,-37 8 0 0 0,-26 0 0 0 0,-1 0 0 0 0,1 0 0 0 0,-1 0 0 0 0,1 0 0 0 0,-1 0 0 0 0,1 0 0 0 0,-1 0 0 0 0,0 0 0 0 0,1 0 0 0 0,-1 0 0 0 0,1 1 0 0 0,-1-1 0 0 0,1 0 0 0 0,-1 0 0 0 0,1 1 0 0 0,-1-1 0 0 0,0 0 0 0 0,1 1 0 0 0,-1-1 0 0 0,0 0 0 0 0,1 1 0 0 0,-1-1 0 0 0,0 0 0 0 0,1 1 0 0 0,-1 0 0 0 0,0 2 0 0 0,0 0 0 0 0,-1-1 0 0 0,0 1 0 0 0,1 0 0 0 0,-1-1 0 0 0,0 1 0 0 0,-1 0 0 0 0,1-1 0 0 0,0 1 0 0 0,-1-1 0 0 0,-2 4 0 0 0,1 0 0 0 0,-33 48 0 0 0,21-33 0 0 0,-21 39 0 0 0,33-53 0 0 0,0-1 0 0 0,1 1 0 0 0,-1 0 0 0 0,1 0 0 0 0,1 0 0 0 0,-1 0 0 0 0,1 0 0 0 0,0 0 0 0 0,1 0 0 0 0,0 13 0 0 0,5-6 0 0 0,-1-8 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55.03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18 24 0 0,'0'0'-1'0'0,"0"-1"1"0"0,1 1 0 0 0,-1-1 0 0 0,0 1 0 0 0,1-1 0 0 0,-1 1 0 0 0,0 0 0 0 0,1-1 0 0 0,-1 1 0 0 0,1-1 0 0 0,-1 1 0 0 0,1 0 0 0 0,-1-1 0 0 0,1 1 0 0 0,-1 0 0 0 0,1 0 0 0 0,-1-1 0 0 0,1 1 0 0 0,0 0 0 0 0,0 0 0 0 0,12-4 54 0 0,3 1-33 0 0,0 2 22 0 0,57-2-33 0 0,12 7-10 0 0,-17 8 0 0 0,-67-11 0 0 0,0-1 0 0 0,0 0 0 0 0,1 0 0 0 0,-1 1 0 0 0,0-1 0 0 0,0 1 0 0 0,0-1 0 0 0,0 1 0 0 0,0-1 0 0 0,0 1 0 0 0,0 0 0 0 0,0-1 0 0 0,0 1 0 0 0,0 0 0 0 0,0 0 0 0 0,0 0 0 0 0,0 0 0 0 0,-1 0 0 0 0,1 0 0 0 0,0 0 0 0 0,-1 0 0 0 0,1 0 0 0 0,-1 0 0 0 0,1 0 0 0 0,-1 0 0 0 0,1 0 0 0 0,-1 1 0 0 0,0-1 0 0 0,0 0 0 0 0,1 0 0 0 0,-1 0 0 0 0,0 1 0 0 0,0-1 0 0 0,0 0 0 0 0,0 0 0 0 0,-1 0 0 0 0,1 1 0 0 0,0-1 0 0 0,0 0 0 0 0,-1 0 0 0 0,1 0 0 0 0,-2 2 0 0 0,1 3 0 0 0,1-2 0 0 0,-1 1 0 0 0,0 0 0 0 0,0-1 0 0 0,0 1 0 0 0,-1 0 0 0 0,0-1 0 0 0,0 0 0 0 0,0 1 0 0 0,0-1 0 0 0,0 0 0 0 0,-1 0 0 0 0,0 0 0 0 0,0-1 0 0 0,0 1 0 0 0,0 0 0 0 0,-1-1 0 0 0,1 0 0 0 0,-1 0 0 0 0,0 0 0 0 0,0-1 0 0 0,0 1 0 0 0,0-1 0 0 0,-5 2 0 0 0,-5 0 0 0 0,1 0 0 0 0,-21 1 0 0 0,-19 6 0 0 0,48-10 0 0 0,0 1 0 0 0,0 0 0 0 0,1 0 0 0 0,-1 0 0 0 0,0 1 0 0 0,1-1 0 0 0,0 1 0 0 0,-5 4 0 0 0,6-4 0 0 0,-1 1 0 0 0,2-1 0 0 0,-1 1 0 0 0,0 0 0 0 0,1 0 0 0 0,0 0 0 0 0,0 0 0 0 0,0 0 0 0 0,0 1 0 0 0,1-1 0 0 0,-1 1 0 0 0,1-1 0 0 0,0 5 0 0 0,-1-1 0 0 0,2-1 0 0 0,-1 0 0 0 0,1 0 0 0 0,0 0 0 0 0,1 1 0 0 0,-1-1 0 0 0,4 12 0 0 0,-4-17 0 0 0,1 0 0 0 0,0-1 0 0 0,0 1 0 0 0,-1 0 0 0 0,1 0 0 0 0,0 0 0 0 0,1-1 0 0 0,-1 1 0 0 0,0 0 0 0 0,0-1 0 0 0,1 1 0 0 0,-1-1 0 0 0,1 0 0 0 0,-1 1 0 0 0,1-1 0 0 0,0 0 0 0 0,-1 0 0 0 0,1 0 0 0 0,0 0 0 0 0,0 0 0 0 0,0-1 0 0 0,0 1 0 0 0,-1 0 0 0 0,1-1 0 0 0,0 1 0 0 0,3-1 0 0 0,17-2 0 0 0,50-11 0 0 0,-48 7 0 0 0,26-11 0 0 0,-32 11 0 0 0,-11 4 0 0 0,-1-1 0 0 0,0 1 0 0 0,0-1 0 0 0,0 0 0 0 0,11-8 0 0 0,-15 10 0 0 0,-2 0 0 0 0,0 1 0 0 0,1 0 0 0 0,-1 0 0 0 0,1-1 0 0 0,-1 1 0 0 0,0 0 0 0 0,1 0 0 0 0,-1-1 0 0 0,1 1 0 0 0,-1-1 0 0 0,0 1 0 0 0,0 0 0 0 0,1-1 0 0 0,-1 1 0 0 0,0-1 0 0 0,0 1 0 0 0,1 0 0 0 0,-1-2 0 0 0,0 1 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55.20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14 1 24 0 0,'-4'11'0'0'0,"1"1"0"0"0,1 0 0 0 0,0 0 0 0 0,0 0 0 0 0,1 19 0 0 0,1-24 0 0 0,1 1 0 0 0,-1 0 0 0 0,1-1 0 0 0,1 1 0 0 0,0-1 0 0 0,0 1 0 0 0,0-1 0 0 0,1 0 0 0 0,6 12 0 0 0,-5-13 0 0 0,-3-3 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55.37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66 24 0 0,'0'-1'-1'0'0,"0"1"1"0"0,0 0 0 0 0,0 0 0 0 0,0-1 0 0 0,0 1 0 0 0,0 0 0 0 0,0 0 0 0 0,0-1 0 0 0,0 1 0 0 0,0 0 0 0 0,0 0 0 0 0,1 0 0 0 0,-1-1 0 0 0,0 1 0 0 0,0 0 0 0 0,0 0 0 0 0,0 0 0 0 0,1 0 0 0 0,-1-1 0 0 0,0 1 0 0 0,0 0 0 0 0,0 0 0 0 0,1 0 0 0 0,-1 0 0 0 0,0 0 0 0 0,0 0 0 0 0,0-1 0 0 0,1 1 0 0 0,-1 0-1 0 0,14-2 27 0 0,-3 0 24 0 0,3-3 3 0 0,45-17 1 0 0,11-7-44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56.35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253 7 24 0 0,'4'-5'-3'0'0,"-6"4"10"0"0,-7 7 42 0 0,-155 163 22 0 0,129-134-68 0 0,23-23-3 0 0,-21 22 0 0 0,32-31 0 0 0,3-6 0 0 0,0 0 0 0 0,0 1 0 0 0,0-1 0 0 0,0 0 0 0 0,1 1 0 0 0,-1-1 0 0 0,1 1 0 0 0,-1 0 0 0 0,1 0 0 0 0,0 0 0 0 0,0 0 0 0 0,0 1 0 0 0,0-1 0 0 0,0 1 0 0 0,1-1 0 0 0,4 0 0 0 0,1 1 0 0 0,13 2 0 0 0,52 5 0 0 0,19 0 54 0 0,-30-2-44 0 0,3 5-10 0 0,-48-6 0 0 0,-14 0 0 0 0,-2-1 0 0 0,-3-1 0 0 0,0-1 0 0 0,0 1 0 0 0,0 0-1 0 0,0 0 1 0 0,0-1 0 0 0,0 1-1 0 0,0-1 1 0 0,0 1 0 0 0,-1-1-1 0 0,1 1 1 0 0,0-1 0 0 0,0 0 0 0 0,-2 1-1 0 0,2-1-5 0 0,-26 8-48 0 0,18-5 54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56.65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18 55 0 0,'0'1'0'0'0,"1"0"0"0"0,-1 0 0 0 0,0 0 0 0 0,1 0 0 0 0,-1 0 0 0 0,1 0 0 0 0,-1 0 0 0 0,1 0 0 0 0,0 0 0 0 0,-1 0 0 0 0,1 0 0 0 0,0-1 0 0 0,-1 1 0 0 0,1 0 0 0 0,0 0 0 0 0,0-1 0 0 0,0 1 0 0 0,0-1 0 0 0,0 1 0 0 0,-1-1 0 0 0,1 1 0 0 0,0-1 0 0 0,0 1 0 0 0,0-1 0 0 0,1 0 0 0 0,-1 1 0 0 0,1-1 0 0 0,0 0 2 0 0,0 1-1 0 0,0-1 0 0 0,0 1 0 0 0,0-1 0 0 0,0 0 1 0 0,0 0-1 0 0,0 0 0 0 0,3-1 0 0 0,14 0 26 0 0,26-7-1 0 0,28-11 28 0 0,-54 15-49 0 0,25-2 0 0 0,-42 5-4 0 0,0 1 0 0 0,0 0-1 0 0,0 0 1 0 0,0 0 0 0 0,0 1-1 0 0,0-1 1 0 0,0 0 0 0 0,0 1-1 0 0,0-1 1 0 0,0 1 0 0 0,-1 0-1 0 0,4 1 1 0 0,-4-1 0 0 0,0-1 1 0 0,0 1-1 0 0,0 0 0 0 0,0 0 0 0 0,0 0 0 0 0,0 0 1 0 0,0 0-1 0 0,-1 0 0 0 0,1 0 0 0 0,0 0 1 0 0,-1 0-1 0 0,1 0 0 0 0,-1 0 0 0 0,1 1 0 0 0,0 0 1 0 0,-1 3 2 0 0,1-1 0 0 0,-1 1 1 0 0,0-1-1 0 0,0 1 0 0 0,0 0 1 0 0,0-1-1 0 0,-2 8 0 0 0,1-6-3 0 0,-4 15-1 0 0,0-1 0 0 0,-1 1 0 0 0,-1-1 0 0 0,-11 20 0 0 0,7-14 0 0 0,-12 43 0 0 0,21-53-21 0 0,2-15 20 0 0,0-1 0 0 0,0 1 0 0 0,1-1 0 0 0,-1 0 0 0 0,0 1 0 0 0,0-1-1 0 0,0 1 1 0 0,1-1 0 0 0,-1 0 0 0 0,0 1 0 0 0,0-1 0 0 0,1 0 0 0 0,-1 1-1 0 0,0-1 1 0 0,1 0 0 0 0,-1 1 0 0 0,0-1 0 0 0,1 0 0 0 0,-1 0 0 0 0,0 1-1 0 0,1-1 1 0 0,-1 0 0 0 0,1 0 0 0 0,-1 0 0 0 0,0 1 0 0 0,1-1 0 0 0,-1 0-1 0 0,1 0 1 0 0,-1 0 0 0 0,1 0 0 0 0,-1 0 0 0 0,1 0 0 0 0,0 0-1 0 0,5 0-10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57.24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51 53 55 0 0,'36'-8'0'0'0,"17"-1"11"0"0,-28 4 32 0 0,38-8-33 0 0,-1-1 1 0 0,-50 11 42 0 0,-9 8 1 0 0,-2-2-48 0 0,0-2-6 0 0,0-1 1 0 0,-1 1-1 0 0,1 0 0 0 0,-1-1 0 0 0,1 1 0 0 0,-1 0 0 0 0,1 0 0 0 0,-1 0 0 0 0,0-1 0 0 0,1 1 1 0 0,-1 0-1 0 0,0 0 0 0 0,0 0 0 0 0,1 0 0 0 0,-1 0 0 0 0,0 0 0 0 0,0-1 0 0 0,0 1 0 0 0,0 0 0 0 0,0 0 1 0 0,0 0-1 0 0,-1 0 0 0 0,1 0 0 0 0,0 0 0 0 0,0 0 0 0 0,-1-1 0 0 0,1 1 0 0 0,0 0 0 0 0,-1 0 1 0 0,1 0-1 0 0,-1-1 0 0 0,1 1 0 0 0,-1 0 0 0 0,1 0 0 0 0,-1-1 0 0 0,1 1 0 0 0,-1-1 0 0 0,-1 2 0 0 0,-13 9 1 0 0,-234 180 2 0 0,245-187-4 0 0,-1 0-1 0 0,1 1 0 0 0,0-1 1 0 0,0 1-1 0 0,0-1 0 0 0,-5 10 0 0 0,9-13 2 0 0,-1 1 0 0 0,0-1-1 0 0,1 0 1 0 0,-1 1 0 0 0,1-1-1 0 0,-1 1 1 0 0,1-1 0 0 0,-1 1-1 0 0,1-1 1 0 0,0 1 0 0 0,0-1-1 0 0,0 1 1 0 0,0-1 0 0 0,0 1-1 0 0,0-1 1 0 0,0 1 0 0 0,1-1-1 0 0,-1 1 1 0 0,1-1 0 0 0,-1 1-1 0 0,1-1 1 0 0,-1 1 0 0 0,1-1-1 0 0,0 0 1 0 0,-1 0 0 0 0,1 1-1 0 0,0-1 1 0 0,0 0 0 0 0,0 0-1 0 0,0 0 1 0 0,2 2 0 0 0,-2-2-4 0 0,0 0 1 0 0,1-1-1 0 0,-1 1 1 0 0,1 0-1 0 0,-1 0 0 0 0,1-1 1 0 0,-1 1-1 0 0,1-1 1 0 0,0 1-1 0 0,-1-1 1 0 0,3 0-1 0 0,9 3 1 0 0,0-1 1 0 0,0-1-1 0 0,14 0 0 0 0,-17-1 3 0 0,-1-1 0 0 0,1-1 0 0 0,0 1 0 0 0,-1-2 0 0 0,13-4 0 0 0,42-20 11 0 0,19-15 42 0 0,-77 41-50 0 0,-9 5-16 0 0,0-2-41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57.40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23 0 55 0 0,'-1'8'0'0'0,"0"0"0"0"0,0 1 0 0 0,-4 12 0 0 0,-2 7 0 0 0,4-3 13 0 0,0 0 0 0 0,2 0 0 0 0,1 0 0 0 0,5 47-1 0 0,-4-64-12 0 0,-1-5 0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57.60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 0 0,'0'1'-1'0'0,"0"0"1"0"0,0-1 0 0 0,0 1 0 0 0,0 0 0 0 0,1-1-1 0 0,-1 1 1 0 0,0 0 0 0 0,1-1 0 0 0,-1 1 0 0 0,1-1-1 0 0,-1 1 1 0 0,1 0 0 0 0,-1-1 0 0 0,1 1 0 0 0,-1-1-1 0 0,1 1 1 0 0,-1-1 0 0 0,1 0 0 0 0,-1 1 0 0 0,1-1-1 0 0,0 0 1 0 0,-1 1 0 0 0,1-1 0 0 0,0 0 0 0 0,28 8 88 0 0,-13-9-29 0 0,51-5-4 0 0,-4 1-45 0 0,-48 4-10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57.91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15 16 24 0 0,'-3'10'0'0'0,"0"1"0"0"0,0 0 0 0 0,1-1 0 0 0,0 1 0 0 0,1 0 0 0 0,1 0 0 0 0,0 12 0 0 0,1-16 0 0 0,0 1 0 0 0,0-1 0 0 0,0 0 0 0 0,1 0 0 0 0,0 0 0 0 0,1 0 0 0 0,0 0 0 0 0,0 0 0 0 0,0-1 0 0 0,1 0 0 0 0,8 11 0 0 0,-11-15 0 0 0,0-1 0 0 0,1 1 0 0 0,-1-1 0 0 0,1 0 0 0 0,-1 0 0 0 0,1 1 0 0 0,0-1 0 0 0,-1 0 0 0 0,1 0 0 0 0,3 0 0 0 0,0 2 0 0 0,1 0 0 0 0,0-1 0 0 0,0 0 0 0 0,0-1 0 0 0,0 1 0 0 0,1-1 0 0 0,-1 0 0 0 0,8-1 0 0 0,-8 0 0 0 0,-1-1 0 0 0,1 0 0 0 0,0-1 0 0 0,0 1 0 0 0,-1-1 0 0 0,1 0 0 0 0,-1-1 0 0 0,9-4 0 0 0,-9 4 0 0 0,0 0 0 0 0,-1-1 0 0 0,1 1 0 0 0,-1-1 0 0 0,0 0 0 0 0,0-1 0 0 0,0 1 0 0 0,0-1 0 0 0,-1 1 0 0 0,0-1 0 0 0,0 0 0 0 0,0 0 0 0 0,0 0 0 0 0,2-8 0 0 0,-3 8 0 0 0,0 0 0 0 0,0 1 1 0 0,-1-1 0 0 0,0 0 0 0 0,0 0 0 0 0,0 0 0 0 0,0 0 0 0 0,-1 0 0 0 0,1 0 0 0 0,-1-1 0 0 0,-1 1 0 0 0,1 0 0 0 0,-1 0 0 0 0,0 0 0 0 0,0 0 0 0 0,0 0 0 0 0,-1 1 0 0 0,-3-10 0 0 0,3 12 3 0 0,1-1-1 0 0,-1 0 0 0 0,0 0 1 0 0,1 1-1 0 0,-1-1 0 0 0,-1 1 1 0 0,1 0-1 0 0,0 0 0 0 0,0 0 1 0 0,-1 0-1 0 0,1 0 0 0 0,-1 0 0 0 0,0 0 1 0 0,0 1-1 0 0,1-1 0 0 0,-1 1 1 0 0,0 0-1 0 0,0 0 0 0 0,0 0 1 0 0,0 0-1 0 0,-1 1 0 0 0,1-1 1 0 0,0 1-1 0 0,0 0 0 0 0,0 0 1 0 0,0 0-1 0 0,-1 0 0 0 0,1 0 1 0 0,-4 2-1 0 0,3-1-3 0 0,-1 0 1 0 0,0 1 0 0 0,1-1-1 0 0,0 1 1 0 0,-1 0 0 0 0,1 0-1 0 0,0 1 1 0 0,0-1 0 0 0,0 1-1 0 0,0 0 1 0 0,1 0 0 0 0,-1 1-1 0 0,1-1 1 0 0,0 1 0 0 0,-4 3-1 0 0,1 3 0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58.36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26 24 0 0,'5'1'0'0'0,"-4"-1"0"0"0,29-6 0 0 0,44-5 0 0 0,7 1 0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58.55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 0 0,'43'1'10'0'0,"32"0"33"0"0,10 1-33 0 0,-56-1-10 0 0,-15 0 0 0 0,1-1 0 0 0,17-2 0 0 0,-23 2 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58.88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47 1 24 0 0,'-5'7'3'0'0,"1"0"1"0"0,-1 0 0 0 0,1 1 0 0 0,0 0 0 0 0,1 0 0 0 0,0 0 0 0 0,-2 10 0 0 0,1-1 7 0 0,1 0 0 0 0,-2 27-1 0 0,4-39-6 0 0,1 1 0 0 0,-1-1 0 0 0,1 1 0 0 0,1-1 0 0 0,-1 0 0 0 0,1 1 0 0 0,0-1 0 0 0,0 0 0 0 0,0 0 0 0 0,1 0 0 0 0,0 0 0 0 0,0 0 0 0 0,0 0 0 0 0,1 0 0 0 0,4 6 0 0 0,-6-10-4 0 0,-1 0 0 0 0,1-1 0 0 0,0 1 0 0 0,-1-1 0 0 0,1 1 0 0 0,0-1 0 0 0,0 1 0 0 0,-1-1 0 0 0,1 0 0 0 0,0 1 0 0 0,0-1 0 0 0,0 0 0 0 0,-1 0 0 0 0,1 1 0 0 0,0-1 0 0 0,0 0 0 0 0,0 0 0 0 0,0 0 0 0 0,0 0 0 0 0,0 0 0 0 0,1-1 0 0 0,13 1 0 0 0,22-4 0 0 0,-35 4 0 0 0,1 0 0 0 0,-1-1 0 0 0,0 1 0 0 0,0-1 0 0 0,0 0 0 0 0,0 1 0 0 0,1-1 0 0 0,-1 0 0 0 0,0 0 0 0 0,-1-1 0 0 0,1 1 0 0 0,0 0 0 0 0,0 0 0 0 0,0-1 0 0 0,-1 1 0 0 0,1-1 0 0 0,-1 0 0 0 0,1 1 0 0 0,1-5 0 0 0,2 0 0 0 0,2-3 0 0 0,0 0 0 0 0,-1 0 0 0 0,-1 0 0 0 0,0-1 0 0 0,0 0 0 0 0,5-15 0 0 0,-9 22 0 0 0,0-1 0 0 0,0 1 0 0 0,-1-1 0 0 0,1 1 0 0 0,-1-1 0 0 0,0 1 0 0 0,0-1 0 0 0,0 1 0 0 0,0-1 0 0 0,-2-5 0 0 0,2 7 0 0 0,-1 0 0 0 0,0 0 0 0 0,0-1 0 0 0,0 1 0 0 0,0 0 0 0 0,0 0 0 0 0,-1 1 0 0 0,1-1 0 0 0,-1 0 0 0 0,1 0 0 0 0,-1 1 0 0 0,0-1 0 0 0,1 1 0 0 0,-1-1 0 0 0,0 1 0 0 0,0 0 0 0 0,-4-2 0 0 0,4 2-2 0 0,0 0-1 0 0,0 0 0 0 0,0 1 0 0 0,-1-1 0 0 0,1 1 0 0 0,0 0 0 0 0,0-1 0 0 0,0 1 1 0 0,-1 0-1 0 0,1 0 0 0 0,0 1 0 0 0,0-1 0 0 0,-1 0 0 0 0,1 1 0 0 0,0-1 0 0 0,0 1 1 0 0,0 0-1 0 0,0 0 0 0 0,0 0 0 0 0,0 0 0 0 0,0 0 0 0 0,0 0 0 0 0,0 0 0 0 0,-3 3 0 0 0,-5 4 3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59.14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55 0 0,'2'3'0'0'0,"0"1"0"0"0,-1 0 0 0 0,0-1 0 0 0,0 1 0 0 0,0 0 0 0 0,0-1 0 0 0,-1 1 0 0 0,1 0 0 0 0,-1 7 0 0 0,0-9 0 0 0,3 62 14 0 0,8 90 36 0 0,-12-154-50 0 0,1 1 0 0 0,0-1 0 0 0,0 0 0 0 0,0 1 0 0 0,0-1 0 0 0,0 1 0 0 0,0-1 0 0 0,1 0 0 0 0,-1 1 0 0 0,0-1 0 0 0,0 0 0 0 0,0 1 0 0 0,0-1 0 0 0,0 0 0 0 0,0 1 0 0 0,1-1 0 0 0,-1 0 0 0 0,0 0 0 0 0,0 1 0 0 0,0-1 0 0 0,1 0 0 0 0,-1 1 0 0 0,0-1 0 0 0,0 0 0 0 0,1 0 0 0 0,-1 0 0 0 0,0 1 0 0 0,1-1 0 0 0,-1 0 0 0 0,10-6 0 0 0,-3 1 0 0 0,57-39 0 0 0,22-15 0 0 0,-73 49 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7:59.34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68 16 24 0 0,'0'0'0'0'0,"-1"-13"0"0"0,-2 10 0 0 0,-2 9 0 0 0,1 4 13 0 0,0 1 0 0 0,0-1 0 0 0,1 1 0 0 0,0 0 0 0 0,-2 22 0 0 0,2-15 26 0 0,-14 144 24 0 0,11-88-52 0 0,-3 179-23 0 0,13-210-48 0 0,-2-26 60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8:00.30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71 55 0 0,'1'0'0'0'0,"-1"1"0"0"0,1-1 0 0 0,0 0 0 0 0,0 0 0 0 0,0 1 0 0 0,0-1 0 0 0,0 0 0 0 0,-1 0 0 0 0,1 0 0 0 0,0 0 0 0 0,0 0 0 0 0,0 0 0 0 0,0 0 0 0 0,1-1 0 0 0,-1 1 0 0 0,16-4 0 0 0,28-10 11 0 0,-22 6 32 0 0,34-15-33 0 0,-45 18-10 0 0,1 0 0 0 0,-1 2 0 0 0,18-4 0 0 0,-16 5 0 0 0,0 1 0 0 0,23 2 0 0 0,-35-1 0 0 0,0 0 0 0 0,0 0 0 0 0,0 1 0 0 0,-1-1 0 0 0,1 1 0 0 0,0-1 0 0 0,-1 1 0 0 0,1 0 0 0 0,0 0 0 0 0,-1-1 0 0 0,1 1 0 0 0,-1 0 0 0 0,1 1 0 0 0,-1-1 0 0 0,1 0 0 0 0,-1 0 0 0 0,0 0 0 0 0,0 1 0 0 0,1-1 0 0 0,-1 1 0 0 0,0-1 0 0 0,0 1 0 0 0,-1-1 0 0 0,1 1 0 0 0,0 0 0 0 0,0-1 0 0 0,-1 1 0 0 0,1 0 0 0 0,-1 0 0 0 0,1-1 0 0 0,-1 1 0 0 0,0 0 0 0 0,0 0 0 0 0,0 3 0 0 0,0 5 4 0 0,0 0 0 0 0,-1 0 0 0 0,0 0 0 0 0,0 0 0 0 0,-1 0 0 0 0,0 0 0 0 0,-1 0 0 0 0,0-1 0 0 0,-1 1 0 0 0,0-1 0 0 0,0 0 0 0 0,-1 0 0 0 0,0-1 0 0 0,-1 1 0 0 0,-12 13 0 0 0,15-19-4 0 0,0 0 0 0 0,-1 0 0 0 0,1-1 0 0 0,-1 0 0 0 0,1 0 0 0 0,-1 0 0 0 0,0 0 0 0 0,0 0 0 0 0,0-1 0 0 0,-6 2 0 0 0,-5 0 0 0 0,-25 1 0 0 0,29-3 0 0 0,1 0 0 0 0,-1 0 0 0 0,1 1 0 0 0,-19 6 0 0 0,22-5 4 0 0,-1 1-1 0 0,1 0 0 0 0,0 0 0 0 0,0 0 0 0 0,1 1 1 0 0,0 0-1 0 0,-1 0 0 0 0,2 1 0 0 0,-10 10 0 0 0,13-14-1 0 0,0 0-1 0 0,1 1 0 0 0,-1-1 0 0 0,1 1 0 0 0,-1-1 0 0 0,1 1 0 0 0,0-1 0 0 0,0 1 0 0 0,0 0 0 0 0,1 0 0 0 0,-1-1 0 0 0,1 1 0 0 0,-1 0 0 0 0,1 0 0 0 0,0 0 0 0 0,0 0 0 0 0,0-1 0 0 0,0 1 0 0 0,1 0 0 0 0,-1 0 0 0 0,1 0 0 0 0,0-1 0 0 0,0 1 0 0 0,0 0 0 0 0,0-1 0 0 0,0 1 0 0 0,0 0 0 0 0,1-1 0 0 0,-1 0 0 0 0,4 5 0 0 0,-3-6-1 0 0,-1 1 0 0 0,1-1 0 0 0,-1 0 0 0 0,1 0 0 0 0,0 0 0 0 0,-1 0 0 0 0,1 0 0 0 0,0-1 0 0 0,2 2 0 0 0,5 2 0 0 0,1 0 0 0 0,0-1 0 0 0,-1 0 0 0 0,17 2 0 0 0,-18-5 0 0 0,0 1 0 0 0,0-1 0 0 0,0-1 0 0 0,0 0 0 0 0,1 0 0 0 0,-1 0 0 0 0,8-4 0 0 0,-6 2 0 0 0,0-1 0 0 0,0 0 0 0 0,16-9 0 0 0,-16 6-9 0 0,0 1 0 0 0,-1-1 0 0 0,1-1 0 0 0,-1 0 0 0 0,-1 0-1 0 0,1-1 1 0 0,-2 0 0 0 0,12-15 0 0 0,-12 12-64 0 0,-14 19 28 0 0,2 0 45 0 0,1 1 0 0 0,0 0 0 0 0,0 0 0 0 0,1 0 0 0 0,0 0 0 0 0,0 0 0 0 0,1 1 0 0 0,-2 13 0 0 0,0-2 0 0 0,-46 237 0 0 0,44-227 0 0 0,5-25 0 0 0,-1 0 0 0 0,1 0 0 0 0,-1 0 0 0 0,0-1 0 0 0,-1 1 0 0 0,1-1 0 0 0,-1 1 0 0 0,0-1 0 0 0,0 0 0 0 0,0 0 0 0 0,-7 6 0 0 0,4-3 0 0 0,0-1 0 0 0,-7 13 0 0 0,12-18 0 0 0,1-1-1 0 0,-1 1 1 0 0,1 0-1 0 0,0 0 0 0 0,-1 0 1 0 0,1 0-1 0 0,0 0 1 0 0,-1 0-1 0 0,1 0 0 0 0,0 0 1 0 0,0-1-1 0 0,0 1 1 0 0,0 0-1 0 0,0 0 0 0 0,0 0 1 0 0,0 0-1 0 0,0 0 1 0 0,1 1-1 0 0,-1-1 6 0 0,1 0 1 0 0,-1-1-1 0 0,1 1 1 0 0,-1 0 0 0 0,1 0-1 0 0,0-1 1 0 0,0 1-1 0 0,-1-1 1 0 0,1 1-1 0 0,0-1 1 0 0,0 1-1 0 0,0-1 1 0 0,-1 1-1 0 0,1-1 1 0 0,0 0-1 0 0,0 1 1 0 0,0-1-1 0 0,0 0 1 0 0,0 0-1 0 0,0 0 1 0 0,0 0-1 0 0,0 0 1 0 0,0 0-1 0 0,0 0 1 0 0,2 0-1 0 0,-2 0 81 0 0,13-3 8 0 0,42-8 2 0 0,-31 4-16 0 0,34-15-53 0 0,15-1 16 0 0,-12 11-50 0 0,-49 10-80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25.22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94 687 24 0 0,'-2'0'1'0'0,"-1"-1"0"0"0,1 1 0 0 0,0-1 0 0 0,-1 0 0 0 0,1 0 0 0 0,0 0 1 0 0,0 0-1 0 0,0 0 0 0 0,0-1 0 0 0,0 1 0 0 0,0 0 0 0 0,0-1 1 0 0,0 0-1 0 0,1 1 0 0 0,-1-1 0 0 0,0 0 0 0 0,1 0 0 0 0,0 0 0 0 0,-1 0 1 0 0,1 0-1 0 0,0 0 0 0 0,-1-4 0 0 0,-4-6 16 0 0,1-1-1 0 0,-7-20 0 0 0,4-1 5 0 0,1 0 0 0 0,2 0-1 0 0,1-1 1 0 0,2 0 0 0 0,1 1-1 0 0,1-1 1 0 0,2 0 0 0 0,2 1-1 0 0,16-67 1 0 0,-16 85-12 0 0,1 1 0 0 0,0 0 0 0 0,1 0 0 0 0,1 0 0 0 0,12-18-1 0 0,-4 15-8 0 0,-10 14 0 0 0,0-1 0 0 0,0 1 0 0 0,1-1 0 0 0,-1 2 0 0 0,12-7 0 0 0,-3 4-4 0 0,-1 1-1 0 0,21-4 0 0 0,-21 6-69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26.25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 0 0,'0'0'0'0'0,"1"0"0"0"0,-1 0 0 0 0,0 0 0 0 0,0 0 0 0 0,0 0 0 0 0,1 0 0 0 0,-1 0 0 0 0,0 0 0 0 0,0 0 0 0 0,1 0 0 0 0,-1 1 0 0 0,0-1 0 0 0,0 0 0 0 0,0 0 0 0 0,1 0 0 0 0,-1 0 0 0 0,0 0 0 0 0,0 0 0 0 0,0 0 0 0 0,1 1 0 0 0,-1-1 0 0 0,0 0 0 0 0,0 0 0 0 0,0 0 0 0 0,0 0 0 0 0,0 1 0 0 0,1-1 0 0 0,-1 0 0 0 0,0 0 0 0 0,0 0 0 0 0,0 1 0 0 0,0-1 0 0 0,0 0 0 0 0,0 0 0 0 0,0 1 0 0 0,0-1 0 0 0,0 0 0 0 0,0 1 0 0 0,4 9 0 0 0,-4-10 0 0 0,7 29 0 0 0,-2 1-1 0 0,3 40 1 0 0,-5-46 1 0 0,8 83 7 0 0,20 243 47 0 0,-30-347-55 0 0,-1 1 0 0 0,0 0 0 0 0,0 0 0 0 0,0 0 0 0 0,-1 0 0 0 0,1 0 0 0 0,-1-1 0 0 0,0 1 0 0 0,0 0 0 0 0,-2 3 0 0 0,0-25 0 0 0,3 8 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26.45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 2 23 0 0,'-2'0'0'0'0,"1"0"0"0"0,-1 0 0 0 0,0 0 0 0 0,4-1 0 0 0,0 1 0 0 0,1 0 0 0 0,2 1 0 0 0,1 3 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26.85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198 106 24 0 0,'-5'-11'9'0'0,"-1"0"0"0"0,0 1 0 0 0,-1 0 0 0 0,0 0 0 0 0,-1 1 0 0 0,-13-15 0 0 0,18 22-2 0 0,1-1-1 0 0,0 1 0 0 0,-1 0 1 0 0,1 0-1 0 0,-1 0 0 0 0,0 0 1 0 0,-4-2-1 0 0,7 3-4 0 0,-1 1 0 0 0,0 0 0 0 0,0 0 0 0 0,0 0 0 0 0,1-1 0 0 0,-1 1-1 0 0,0 0 1 0 0,0 0 0 0 0,0 0 0 0 0,0 0 0 0 0,1 0 0 0 0,-1 0 0 0 0,0 1 0 0 0,0-1 0 0 0,0 0 0 0 0,0 0 0 0 0,1 1-1 0 0,-1-1 1 0 0,0 0 0 0 0,0 1 0 0 0,1-1 0 0 0,-1 1 0 0 0,0-1 0 0 0,1 1 0 0 0,-1-1 0 0 0,0 1 0 0 0,1-1-1 0 0,-1 1 1 0 0,1 0 0 0 0,-1-1 0 0 0,1 1 0 0 0,-1 0 0 0 0,1-1 0 0 0,-1 2 0 0 0,-10 18 15 0 0,2 1 0 0 0,0 0 0 0 0,1 1 0 0 0,-7 27 0 0 0,10-30-28 0 0,-3 11 11 0 0,1 0 0 0 0,1 0 0 0 0,-2 49 0 0 0,7-60 0 0 0,1-1 0 0 0,1 1 0 0 0,1-1 0 0 0,0 1 0 0 0,2-1 0 0 0,0 0 0 0 0,8 23 0 0 0,9 14-26 0 0,53 101-1 0 0,-72-153 18 0 0,0 1-1 0 0,1-1 1 0 0,-1 0 0 0 0,0 1-1 0 0,1-1 1 0 0,0-1 0 0 0,0 1-1 0 0,-1 0 1 0 0,7 4 0 0 0,-12-11-45 0 0,0 2 54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27.10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55 24 0 0,'0'-1'0'0'0,"1"0"0"0"0,0-1 0 0 0,0 1 0 0 0,-1 0 0 0 0,1-1 0 0 0,0 1 0 0 0,0 0 0 0 0,0 0 0 0 0,2-2 0 0 0,-1 2 0 0 0,15-10 0 0 0,-7 6 0 0 0,0 0 0 0 0,0 1 0 0 0,17-4 0 0 0,-15 6 0 0 0,1 0 0 0 0,-1 1 0 0 0,0 0 0 0 0,17 1 0 0 0,-16 1 0 0 0,-1 0 0 0 0,1 1 0 0 0,-1 1 0 0 0,14 3 0 0 0,-12 0 0 0 0,27 13 0 0 0,-23-9 0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28.17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7 0 0,'1'22'0'0'0,"7"37"0"0"0,-2-17 11 0 0,24 136 78 0 0,-3-23-61 0 0,-22-116-28 0 0,22 129 0 0 0,-26-167 0 0 0,3 12 0 0 0,-4-13 0 0 0,0 1 0 0 0,0-1 0 0 0,0 1 0 0 0,0-1 0 0 0,0 0 0 0 0,0 1 0 0 0,1-1 0 0 0,-1 0 0 0 0,0 0 0 0 0,0 1 0 0 0,0-1 0 0 0,1 0 0 0 0,-1 1 0 0 0,0-1 0 0 0,0 0 0 0 0,1 0 0 0 0,-1 1 0 0 0,0-1 0 0 0,1 0 0 0 0,-1 0 0 0 0,0 0 0 0 0,1 1 0 0 0,-1-1 0 0 0,0 0 0 0 0,1 0 0 0 0,-1 0 0 0 0,0 0 0 0 0,1 0 0 0 0,2-1 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28.67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0 101 24 0 0,'1'2'-1'0'0,"0"0"1"0"0,0 0 0 0 0,0 1 0 0 0,-1-1 0 0 0,1 0 0 0 0,-1 0 0 0 0,0 1 0 0 0,1 2 0 0 0,0 4 1 0 0,53 231 62 0 0,-39-196-31 0 0,-13-41-28 0 0,0 1 0 0 0,0 0-1 0 0,0 0 1 0 0,0-1-1 0 0,0 1 1 0 0,1-1-1 0 0,-1 0 1 0 0,7 6-1 0 0,-8-8-3 0 0,0-1 0 0 0,0 1 0 0 0,0-1 0 0 0,0 1 0 0 0,0-1 0 0 0,0 0 0 0 0,0 0 0 0 0,1 0 0 0 0,-1 1 0 0 0,0-1 0 0 0,0 0 0 0 0,0 0 0 0 0,0 0 0 0 0,0-1 0 0 0,0 1 0 0 0,1 0 0 0 0,-1 0 0 0 0,0-1 0 0 0,0 1 0 0 0,0 0 0 0 0,0-1 0 0 0,0 1 0 0 0,0-1 0 0 0,0 1 0 0 0,0-1 0 0 0,0 0 0 0 0,0 0 0 0 0,-1 1 0 0 0,1-1 0 0 0,0 0 0 0 0,0-1 0 0 0,5-4 0 0 0,0 0 0 0 0,10-14 0 0 0,-13 15 0 0 0,16-24 0 0 0,29-59 0 0 0,-12 20 0 0 0,-16 30 0 0 0,-13 23 0 0 0,1 0 0 0 0,16-22 0 0 0,-24 36 0 0 0,0 1 0 0 0,0-1 0 0 0,1 1 0 0 0,-1 0 0 0 0,0-1 0 0 0,0 1 0 0 0,1 0 0 0 0,-1-1 0 0 0,0 1 0 0 0,1 0 0 0 0,-1-1 0 0 0,0 1 0 0 0,1 0 0 0 0,-1 0 0 0 0,0-1 0 0 0,1 1 0 0 0,-1 0 0 0 0,1 0 0 0 0,-1 0 0 0 0,1-1 0 0 0,-1 1 0 0 0,0 0 0 0 0,1 0 0 0 0,-1 0 0 0 0,1 0 0 0 0,-1 0 0 0 0,1 0 0 0 0,-1 0 0 0 0,1 0 0 0 0,-1 0 0 0 0,1 0 0 0 0,0 1 0 0 0,0 0 0 0 0,0-1 0 0 0,-1 1 0 0 0,1 0 0 0 0,-1 0 0 0 0,1 0 0 0 0,-1-1 0 0 0,1 1 0 0 0,-1 0 0 0 0,1 0 0 0 0,-1 0 0 0 0,0 0 0 0 0,1 0 0 0 0,-1 1 0 0 0,6 36 0 0 0,-6-36 0 0 0,2 52 0 0 0,-1-28 0 0 0,0 0 0 0 0,2 0 0 0 0,1-1 0 0 0,10 36 0 0 0,-13-55 0 0 0,6 14 0 0 0,-6-20 0 0 0,-1 0 0 0 0,0 0 0 0 0,0 0 0 0 0,0 0 0 0 0,0 1 0 0 0,0-1 0 0 0,0 0 0 0 0,0 0 0 0 0,1 0 0 0 0,-1 0 0 0 0,0 0 0 0 0,0 1 0 0 0,0-1 0 0 0,0 0 0 0 0,1 0 0 0 0,-1 0 0 0 0,0 0 0 0 0,0 0 0 0 0,0 0 0 0 0,1 0 0 0 0,-1 0 0 0 0,0 0 0 0 0,0 0 0 0 0,0 1 0 0 0,1-1 0 0 0,-1 0 0 0 0,0 0 0 0 0,1-1 0 0 0,4-7 0 0 0,39-129 63 0 0,-26 73-62 0 0,15-82-1 0 0,-26 109 0 0 0,-4 17 0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29.43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101 6 24 0 0,'-2'-1'0'0'0,"-10"-3"-1"0"0,11 4 1 0 0,1 0 0 0 0,-1 0 1 0 0,1 0-1 0 0,-1 0 0 0 0,1 0 0 0 0,0 1 0 0 0,-1-1 0 0 0,1 0 0 0 0,-1 0 0 0 0,1 1 0 0 0,0-1 0 0 0,-1 0 0 0 0,1 0 0 0 0,-1 1 0 0 0,1-1 0 0 0,0 0 0 0 0,0 1 0 0 0,-1-1 0 0 0,1 0 0 0 0,0 1 0 0 0,-1-1 0 0 0,1 1 0 0 0,0-1 0 0 0,0 0 0 0 0,-1 1 0 0 0,-6 17 13 0 0,1 0 0 0 0,0 1 0 0 0,-5 28 1 0 0,3-11-4 0 0,-7 23-10 0 0,-7 67 0 0 0,21-112 0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30.42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20 199 24 0 0,'-3'8'0'0'0,"-1"1"0"0"0,2 0 0 0 0,-1-1 0 0 0,1 1 0 0 0,0 0 0 0 0,-1 17 0 0 0,3-11 0 0 0,0 0 0 0 0,0 0 0 0 0,5 21 0 0 0,-2-20 0 0 0,2 1 0 0 0,0-1 0 0 0,1 1 0 0 0,1-1 0 0 0,0-1 0 0 0,1 0 0 0 0,17 25 0 0 0,-11-21 0 0 0,-10-15 0 0 0,0 0 0 0 0,-1 0 0 0 0,1 0 0 0 0,1-1 0 0 0,3 4 0 0 0,35 16 10 0 0,-43-23-9 0 0,1 1 1 0 0,-1-1-1 0 0,1 0 0 0 0,-1 1 0 0 0,1-1 0 0 0,-1 0 1 0 0,1 0-1 0 0,0 0 0 0 0,-1 1 0 0 0,1-1 1 0 0,0 0-1 0 0,-1 0 0 0 0,1 0 0 0 0,0 0 0 0 0,-1 0 1 0 0,1 0-1 0 0,-1 0 0 0 0,1 0 0 0 0,0 0 1 0 0,-1 0-1 0 0,1-1 0 0 0,0 1 0 0 0,-1 0 0 0 0,1 0 1 0 0,-1-1-1 0 0,1 1 0 0 0,-1 0 0 0 0,1-1 1 0 0,0 1-1 0 0,-1 0 0 0 0,1-1 0 0 0,-1 1 0 0 0,0-1 1 0 0,1 0-1 0 0,-1 1-1 0 0,15-9 5 0 0,18-16 0 0 0,-27 20-5 0 0,-1-1 0 0 0,-1 0 0 0 0,1 0 0 0 0,-1 0 0 0 0,0 0 0 0 0,0-1 0 0 0,-1 0 0 0 0,4-10 0 0 0,1-5 0 0 0,5-27 0 0 0,-12 49 0 0 0,2-17 4 0 0,0 1-1 0 0,-1-1 0 0 0,0 0 0 0 0,-1 0 0 0 0,-1 0 1 0 0,-1 0-1 0 0,0 1 0 0 0,-2-1 0 0 0,-4-18 0 0 0,4 22 0 0 0,-1 1-1 0 0,0-1 1 0 0,-2 1-1 0 0,1 0 1 0 0,-1 0-1 0 0,-1 0 1 0 0,0 1-1 0 0,-1 0 1 0 0,0 1-1 0 0,0 0 1 0 0,-1 0-1 0 0,-12-10 0 0 0,11 12-2 0 0,0-1 0 0 0,-1 2 0 0 0,0 0 0 0 0,0 0 0 0 0,-14-6 0 0 0,21 12 0 0 0,0-1 0 0 0,-1 1 0 0 0,1 0 0 0 0,0 0 0 0 0,-1 0 0 0 0,1 0 0 0 0,-1 1 0 0 0,-5 0 0 0 0,8 0 0 0 0,-1 0 0 0 0,0 1 0 0 0,1-1 0 0 0,-1 1 0 0 0,1 0 0 0 0,-1 0 0 0 0,1 0 0 0 0,-1 0 0 0 0,1 0 0 0 0,-1 0 0 0 0,1 1 0 0 0,0-1 0 0 0,0 1 0 0 0,-4 3 0 0 0,3-1 0 0 0,0-1 0 0 0,1 1 0 0 0,-1 0 0 0 0,1 0 0 0 0,0 0 0 0 0,0 0 0 0 0,0 0 0 0 0,1 0 0 0 0,0 0 0 0 0,-1 1 0 0 0,1-1 0 0 0,0 9 0 0 0,-1 4 0 0 0,2 0 0 0 0,1 17 0 0 0,-1-29 0 0 0,0 0 0 0 0,1 0 0 0 0,0 0 0 0 0,0 0 0 0 0,2 5 0 0 0,5 8 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30.76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23 60 24 0 0,'-3'-3'5'0'0,"0"0"0"0"0,1 0 0 0 0,-1 0 1 0 0,1-1-1 0 0,-2-3 0 0 0,3 5-3 0 0,1 1 0 0 0,-1-1 0 0 0,0 1 0 0 0,1-1 0 0 0,-1 0 0 0 0,1 1 0 0 0,-1-1 0 0 0,1 0 0 0 0,0 1 0 0 0,0-1 0 0 0,0 0 0 0 0,0 1 0 0 0,0-1 0 0 0,0 0 0 0 0,1-2 0 0 0,-1 4-2 0 0,0-1 0 0 0,1 1 0 0 0,-1-1 0 0 0,0 1 0 0 0,1-1 0 0 0,-1 1 0 0 0,1-1 0 0 0,-1 1 0 0 0,0 0 0 0 0,1-1 0 0 0,-1 1 0 0 0,1 0 0 0 0,-1-1 0 0 0,1 1 0 0 0,-1 0 0 0 0,1 0 0 0 0,-1 0 0 0 0,1-1 0 0 0,0 1 0 0 0,-1 0 0 0 0,1 0 0 0 0,-1 0 0 0 0,1 0 0 0 0,-1 0 0 0 0,1 0 0 0 0,0 0 0 0 0,-1 0 0 0 0,2 0 0 0 0,-1 0 0 0 0,2 0 0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31.73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29 5 24 0 0,'-20'-3'0'0'0,"27"5"0"0"0,-6-1 0 0 0,-1 0 0 0 0,0-2 0 0 0,-4-4 74 0 0,3 5-31 0 0,0 0-22 0 0,0 2-18 0 0,0-1 0 0 0,0 1 0 0 0,0-1 0 0 0,0 0 0 0 0,1 1 0 0 0,-1-1 0 0 0,1 1 0 0 0,-1 0 1 0 0,1-1-1 0 0,-1 1 0 0 0,1-1 0 0 0,0 1 0 0 0,0 0 0 0 0,0-1 0 0 0,0 3 0 0 0,0-2 1 0 0,-1 6-4 0 0,0 0 0 0 0,0 0 0 0 0,1 1 0 0 0,1-1 0 0 0,1 12 0 0 0,-2-19 1 0 0,0-1 0 0 0,0 1-1 0 0,1-1 1 0 0,-1 1-1 0 0,0-1 1 0 0,1 1-1 0 0,-1-1 1 0 0,0 1-1 0 0,1-1 1 0 0,-1 1 0 0 0,1-1-1 0 0,-1 0 1 0 0,1 1-1 0 0,-1-1 1 0 0,1 0-1 0 0,-1 1 1 0 0,1-1-1 0 0,-1 0 1 0 0,1 1-1 0 0,-1-1 1 0 0,1 0 0 0 0,-1 0-1 0 0,1 0 1 0 0,-1 0-1 0 0,1 0 1 0 0,0 0-1 0 0,-1 0 1 0 0,1 0-1 0 0,-1 0 1 0 0,1 0 0 0 0,0 0-1 0 0,-1 0 1 0 0,2 0-1 0 0,0-1 6 0 0,0 1-1 0 0,1-1 1 0 0,-1 1 0 0 0,0-1-1 0 0,0 0 1 0 0,1 0 0 0 0,1-1-1 0 0,11-8-5 0 0,23-12 11 0 0,-37 21-8 0 0,0 0-1 0 0,1 1 1 0 0,-1-1-1 0 0,0 0 1 0 0,0 1-1 0 0,1-1 1 0 0,-1 1-1 0 0,0 0 1 0 0,1-1-1 0 0,-1 1 1 0 0,0 0-1 0 0,1 0 1 0 0,-1 0-1 0 0,0 0 1 0 0,1 0-1 0 0,1 0 1 0 0,-3 0-3 0 0,10 0 2 0 0,0 0 0 0 0,-1 1 0 0 0,1 0 0 0 0,14 4 0 0 0,-21-4-1 0 0,0 0 0 0 0,1 1 0 0 0,-1-1 0 0 0,0 1-1 0 0,0 0 1 0 0,0 0 0 0 0,0 0 0 0 0,0 1-1 0 0,-1-1 1 0 0,1 0 0 0 0,-1 1 0 0 0,4 4-1 0 0,-3-2 4 0 0,1 1-1 0 0,-1 0 0 0 0,0 0 0 0 0,0 0 0 0 0,-1 0 0 0 0,3 8 0 0 0,-2 0 3 0 0,0 0-1 0 0,-1 0 0 0 0,-1 0 1 0 0,0 0-1 0 0,-2 25 0 0 0,0-30-5 0 0,0 0 0 0 0,-1 1 0 0 0,0-1 0 0 0,0 0 0 0 0,-1 0 0 0 0,0-1 0 0 0,-1 1 0 0 0,0 0 0 0 0,-6 8 0 0 0,8-13 0 0 0,0-1 0 0 0,0 0 0 0 0,-1 0 0 0 0,1 0 0 0 0,-1-1 0 0 0,0 1 0 0 0,0-1 0 0 0,0 1 0 0 0,0-1 0 0 0,0 0 0 0 0,0 0 0 0 0,-1-1 0 0 0,1 1 0 0 0,-1-1 0 0 0,1 1 0 0 0,-1-1 0 0 0,0 0 0 0 0,1 0 0 0 0,-1-1 0 0 0,0 1 0 0 0,0-1 0 0 0,1 0 0 0 0,-1 0 0 0 0,0 0 0 0 0,-5-1 0 0 0,6 0-2 0 0,0 0-1 0 0,0 1 1 0 0,0-1-1 0 0,1-1 0 0 0,-1 1 1 0 0,0 0-1 0 0,1-1 0 0 0,-1 1 1 0 0,1-1-1 0 0,-1 0 1 0 0,1 0-1 0 0,0 0 0 0 0,0 0 1 0 0,0 0-1 0 0,0-1 0 0 0,-3-4 1 0 0,0-1-14 0 0,0-1-1 0 0,0 0 1 0 0,-5-16 0 0 0,1 2-51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31.91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97 24 0 0,'0'1'0'0'0,"0"0"-1"0"0,1-1 1 0 0,-1 0-1 0 0,0 0 1 0 0,0 1-1 0 0,1-1 1 0 0,-1 0 0 0 0,0 0-1 0 0,0 0 1 0 0,1 1-1 0 0,-1-1 1 0 0,0 0-1 0 0,1 0 1 0 0,-1 0 0 0 0,0 0-1 0 0,1 0 1 0 0,-1 1-1 0 0,0-1 1 0 0,1 0-1 0 0,-1 0 1 0 0,0 0 0 0 0,1 0-1 0 0,-1 0 1 0 0,1 0-1 0 0,17-9 129 0 0,22-13-107 0 0,-19 11 22 0 0,40-19-33 0 0,16 0-10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33.28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 17 7 0 0,'0'0'0'0'0,"0"0"0"0"0,0 0 0 0 0,0 0 0 0 0,0 0 0 0 0,0 0 0 0 0,0 0 0 0 0,0 0 0 0 0,0-1 0 0 0,0 1 0 0 0,0 0 0 0 0,-1 0 0 0 0,1 0 0 0 0,0 0 0 0 0,0 0 0 0 0,0 0 0 0 0,0 0 0 0 0,0 0 0 0 0,0 0 0 0 0,0 0 0 0 0,0 0 1 0 0,0 0-1 0 0,0 0 0 0 0,0 0 0 0 0,0 0 0 0 0,0-1 0 0 0,0 1 0 0 0,0 0 0 0 0,-1 0 0 0 0,1 0 0 0 0,0 0 0 0 0,0 0 0 0 0,0 0 0 0 0,0 0 0 0 0,0 0 0 0 0,0 0 0 0 0,0 0 0 0 0,0 0 0 0 0,0 0 0 0 0,0 0 0 0 0,0 0 0 0 0,-1 0 0 0 0,1 0 0 0 0,0 0 0 0 0,0 0 0 0 0,0 1 0 0 0,0-1 0 0 0,0 0 0 0 0,0 0 0 0 0,0 0 0 0 0,0 0 0 0 0,0 0 0 0 0,0 0 0 0 0,0 0 0 0 0,-1 0 0 0 0,3 14 16 0 0,-1 1 0 0 0,1-1 0 0 0,7 20 0 0 0,-1 0-6 0 0,47 193 107 0 0,-51-217-117 0 0,-1-1 0 0 0,1 0 0 0 0,0 1 0 0 0,1-2 0 0 0,0 1 0 0 0,11 15 0 0 0,-15-24 1 0 0,-1 1 0 0 0,1-1-1 0 0,-1 1 1 0 0,0 0-1 0 0,1-1 1 0 0,-1 1-1 0 0,1-1 1 0 0,-1 1-1 0 0,1-1 1 0 0,0 1 0 0 0,-1-1-1 0 0,1 1 1 0 0,-1-1-1 0 0,1 0 1 0 0,0 1-1 0 0,-1-1 1 0 0,1 0-1 0 0,0 0 1 0 0,0 1-1 0 0,-1-1 1 0 0,1 0 0 0 0,0 0-1 0 0,-1 0 1 0 0,1 0-1 0 0,0 0 1 0 0,0 0-1 0 0,-1 0 1 0 0,1 0-1 0 0,0 0 1 0 0,0 0-1 0 0,-1 0 1 0 0,1-1 0 0 0,0 1-1 0 0,-1 0 1 0 0,1 0-1 0 0,0-1 1 0 0,-1 1-1 0 0,1-1 1 0 0,0 1-1 0 0,-1 0 1 0 0,1-1-1 0 0,-1 1 1 0 0,1-1 0 0 0,-1 1-1 0 0,1-1 1 0 0,-1 0-1 0 0,1 1 1 0 0,-1-1-1 0 0,1 1 1 0 0,-1-2-1 0 0,4-4 7 0 0,-1-1 0 0 0,0 1 0 0 0,-1 0 0 0 0,3-10 0 0 0,-3 11-6 0 0,19-71-1 0 0,-12 40 0 0 0,26-67 0 0 0,-34 103 0 0 0,-1-1 0 0 0,0 1 0 0 0,0-1 0 0 0,1 0 0 0 0,-1 1 0 0 0,0-1 0 0 0,0 1 0 0 0,1-1 0 0 0,-1 1 0 0 0,1-1 0 0 0,-1 1 0 0 0,1-1 0 0 0,-1 1 0 0 0,0-1 0 0 0,1 1 0 0 0,0 0 0 0 0,-1-1 0 0 0,1 1 0 0 0,0-1 0 0 0,0 1 0 0 0,-1 0 0 0 0,0 0 0 0 0,1 0 0 0 0,-1 1 0 0 0,0-1 0 0 0,1 0 0 0 0,-1 0 0 0 0,0 0 0 0 0,1 0 0 0 0,-1 1 0 0 0,0-1 0 0 0,1 0 0 0 0,-1 0 0 0 0,0 1 0 0 0,0-1 0 0 0,1 0 0 0 0,-1 0 0 0 0,0 1 0 0 0,0-1 0 0 0,1 0 0 0 0,-1 1 0 0 0,0-1 0 0 0,0 1 0 0 0,9 28 0 0 0,-8-24 0 0 0,7 28 5 0 0,17 58 30 0 0,-21-78-31 0 0,1-1 0 0 0,0-1 0 0 0,0 1 0 0 0,2-1 0 0 0,8 13 0 0 0,-14-23-3 0 0,-1 0-1 0 0,1 0 1 0 0,-1 0-1 0 0,1-1 0 0 0,0 1 1 0 0,0 0-1 0 0,-1 0 1 0 0,1-1-1 0 0,0 1 0 0 0,0-1 1 0 0,0 1-1 0 0,0-1 1 0 0,0 1-1 0 0,0-1 0 0 0,0 1 1 0 0,0-1-1 0 0,0 0 1 0 0,0 1-1 0 0,0-1 0 0 0,0 0 1 0 0,0 0-1 0 0,0 0 1 0 0,0 0-1 0 0,1 0 0 0 0,0 0 3 0 0,-1-1 0 0 0,1 0 1 0 0,0 1-1 0 0,-1-1 0 0 0,1 0 0 0 0,0 0 0 0 0,-1 0 0 0 0,1 0 0 0 0,-1 0 0 0 0,1 0 0 0 0,-1 0 0 0 0,2-3 0 0 0,3-3 12 0 0,0 0 1 0 0,-1-1 0 0 0,0 0 0 0 0,5-11-1 0 0,0-2-6 0 0,-2-1-1 0 0,0 0 1 0 0,-1-1-1 0 0,-1 0 1 0 0,2-24-1 0 0,7-118-9 0 0,-16 134-185 0 0,1 29 106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34.33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7 24 0 0,'1'-1'0'0'0,"-1"1"0"0"0,1 0 0 0 0,-1-1 0 0 0,0 1 0 0 0,1 0 0 0 0,-1 0 0 0 0,1-1 0 0 0,-1 1 0 0 0,1 0 0 0 0,-1 0 0 0 0,1 0 0 0 0,-1 0 0 0 0,1 0 0 0 0,0 0 0 0 0,-1 0 0 0 0,1 0 0 0 0,-1 0 0 0 0,1 0 0 0 0,-1 0 0 0 0,1 0 0 0 0,-1 0 0 0 0,1 0 0 0 0,-1 1 0 0 0,1-1 0 0 0,0 0 0 0 0,19 1 0 0 0,52-3 0 0 0,13-1 0 0 0,-4 7 0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34.52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30 7 0 0,'0'0'0'0'0,"1"0"0"0"0,1 0 0 0 0,0 0 0 0 0,-1-2 0 0 0,4 2 0 0 0,2-3 0 0 0,81-22 0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35.27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30 64 24 0 0,'0'-2'0'0'0,"1"1"0"0"0,-1 0 0 0 0,0-1 0 0 0,0 1 0 0 0,1 0 0 0 0,-1-1 0 0 0,1 1 0 0 0,-1 0 0 0 0,1 0 0 0 0,0-1 0 0 0,-1 1 0 0 0,1 0 0 0 0,0 0 0 0 0,0 0 0 0 0,0 0 0 0 0,0 0 0 0 0,0 0 0 0 0,0 0 0 0 0,0 0 0 0 0,2-1 0 0 0,8-8 10 0 0,3 4 33 0 0,35-12-22 0 0,-48 18-18 0 0,1-1 0 0 0,-1 1 0 0 0,1-1 0 0 0,-1 1-1 0 0,1-1 1 0 0,0 1 0 0 0,-1 0 0 0 0,1 0 0 0 0,0 0 0 0 0,-1 0-1 0 0,1 0 1 0 0,-1 0 0 0 0,1 0 0 0 0,3 1 0 0 0,-5-1-3 0 0,23 4 10 0 0,24 6 1 0 0,-37-6-4 0 0,1-1 0 0 0,-1 1 0 0 0,-1 1 1 0 0,1 0-1 0 0,9 6 0 0 0,-11-5-5 0 0,0 0 1 0 0,-1 0 0 0 0,13 14-1 0 0,-18-18-2 0 0,0 0 0 0 0,-1 1 0 0 0,1-1 0 0 0,-1 1 0 0 0,1 0 0 0 0,-1-1 0 0 0,0 1 0 0 0,0 0 0 0 0,0 0 0 0 0,0 0 0 0 0,-1-1 0 0 0,1 1 0 0 0,-1 0 0 0 0,1 0 0 0 0,-1 0 0 0 0,0 0 0 0 0,0 0 0 0 0,-1 0 0 0 0,1 0 0 0 0,-1 0 0 0 0,1 0 0 0 0,-1 0 0 0 0,-1 3 0 0 0,-1 1 0 0 0,0 0 0 0 0,0-1 0 0 0,-1 1 0 0 0,0-1 0 0 0,0 0 0 0 0,-1 0 0 0 0,-6 7 0 0 0,-4 1 0 0 0,0 0 0 0 0,0-2 0 0 0,-32 20 0 0 0,-56 25 0 0 0,20-12 0 0 0,77-42 0 0 0,5-3 4 0 0,-1 1 0 0 0,1 0 0 0 0,0-1 0 0 0,0 1 0 0 0,-1 0 0 0 0,1-1 0 0 0,0 1 0 0 0,0 0 0 0 0,0 0 0 0 0,0 0 0 0 0,0 0 0 0 0,0 0 0 0 0,0 0 0 0 0,0 0 0 0 0,-1 2 0 0 0,4-1-4 0 0,0-2 0 0 0,16 2 0 0 0,51 1 0 0 0,17-4 0 0 0,-7 0 0 0 0,-11 5-10 0 0,-55-3-44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35.43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14 23 0 0,'2'0'0'0'0,"-1"-2"0"0"0,1 2 0 0 0,-1 0 0 0 0,1 0 0 0 0,0-1 0 0 0,1-1 0 0 0,2-1 0 0 0,3 1 0 0 0,-1-1 0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47.32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269 35 7 0 0,'0'-1'0'0'0,"-1"0"0"0"0,1 0 0 0 0,-1 0 0 0 0,1 0 0 0 0,-1 0 0 0 0,1-1 0 0 0,0 1 0 0 0,-1 0 0 0 0,1 0 0 0 0,0 0 0 0 0,0 0 0 0 0,0 0 0 0 0,0-2 0 0 0,0 2 0 0 0,0 0 0 0 0,-1 0 0 0 0,1-1 0 0 0,0 1 0 0 0,0 0 0 0 0,0 0 1 0 0,-1 0-1 0 0,1-1 0 0 0,-1 1 0 0 0,1 0 0 0 0,-1 0 0 0 0,1 0 0 0 0,-2-2 0 0 0,2 3 0 0 0,-1 0 1 0 0,1 0 0 0 0,-1 0 0 0 0,1 0 0 0 0,0 0 0 0 0,-1 0-1 0 0,1 0 1 0 0,0 0 0 0 0,-1 0 0 0 0,1 0 0 0 0,0 1 0 0 0,-1-1 0 0 0,1 0-1 0 0,0 0 1 0 0,0 0 0 0 0,-1 0 0 0 0,1 0 0 0 0,0 1 0 0 0,-1-1 0 0 0,1 0-1 0 0,0 0 1 0 0,0 0 0 0 0,-1 1 0 0 0,1-1 0 0 0,0 0 0 0 0,0 0-1 0 0,0 1 1 0 0,-1 0 0 0 0,-8 10 34 0 0,6-8-31 0 0,-52 62 9 0 0,17-23 13 0 0,-58 88-1 0 0,88-117-25 0 0,2-1 0 0 0,0 1 0 0 0,0 1 0 0 0,1-1 0 0 0,1 1 0 0 0,-5 24 0 0 0,6-7 0 0 0,1 16 0 0 0,5 3 0 0 0,6-2 0 0 0,-6-37 0 0 0,1 0 0 0 0,5 12 0 0 0,-5-14 0 0 0,1 1 0 0 0,0-1 0 0 0,8 10 0 0 0,-7-12 0 0 0,0 0 0 0 0,1 0 0 0 0,11 9 0 0 0,18 8 0 0 0,-25-18-2 0 0,-1-1-17 0 0,0 0 0 0 0,13 5-1 0 0,-11-5 8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48.13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223 0 24 0 0,'-23'26'0'0'0,"2"0"0"0"0,1 1 0 0 0,-27 46 0 0 0,35-49-1 0 0,0 0 0 0 0,1 1 0 0 0,1 1 1 0 0,2 0-1 0 0,-9 39 0 0 0,-12 139 46 0 0,27-186-32 0 0,-7 91-7 0 0,7 146 1 0 0,32 108-10 0 0,1 117 3 0 0,-27-366 0 0 0,3 179 0 0 0,15 225 0 0 0,26-179 0 0 0,16-2 0 0 0,-44-236 0 0 0,8 32 0 0 0,-18-86 0 0 0,32 152 0 0 0,-33-154 0 0 0,7 22 0 0 0,3 1 0 0 0,2-4 0 0 0,2-3 0 0 0,0-6 0 0 0,3-8 0 0 0,9 1 0 0 0,-25-37 0 0 0,17 17 0 0 0,-18-20 0 0 0,1 0 0 0 0,13 8 0 0 0,-17-12 0 0 0,-1-1 0 0 0,2 0 0 0 0,-1 0 0 0 0,0 0 0 0 0,1-1 0 0 0,-1 0 0 0 0,1 0 0 0 0,-1-1 0 0 0,13 1 0 0 0,-8-2 0 0 0,0 0 0 0 0,1-1 0 0 0,-1-1 0 0 0,19-5 0 0 0,44-17 0 0 0,-64 20 0 0 0,15-6 0 0 0,23-13 0 0 0,-32 14 0 0 0,0 1 0 0 0,1 0 0 0 0,0 2 0 0 0,22-7 0 0 0,-27 11 0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48.46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 7 24 0 0,'-2'-1'0'0'0,"-3"-4"-2"0"0,23 18 14 0 0,23 16 31 0 0,7-4-33 0 0,-6-7-10 0 0,-2 0 0 0 0,-35-16 0 0 0,-1 1 0 0 0,0-1 0 0 0,1 1 0 0 0,-1 0 0 0 0,0 0 0 0 0,6 7 0 0 0,-8-7 0 0 0,1 0 0 0 0,-1 0 0 0 0,0 1 0 0 0,0-1 0 0 0,-1 1 0 0 0,1 0 0 0 0,1 6 0 0 0,-2-8 1 0 0,-1 0-1 0 0,0 0 0 0 0,-1 0 0 0 0,1 0 1 0 0,0-1-1 0 0,0 1 0 0 0,-1 0 0 0 0,1 0 0 0 0,-1 0 1 0 0,0 0-1 0 0,1-1 0 0 0,-1 1 0 0 0,0 0 0 0 0,0-1 1 0 0,0 1-1 0 0,0-1 0 0 0,0 1 0 0 0,-1-1 1 0 0,1 1-1 0 0,0-1 0 0 0,-1 0 0 0 0,1 1 0 0 0,-3 0 1 0 0,1 1 4 0 0,-17 13 13 0 0,-1-1-1 0 0,-40 23 1 0 0,11-8-18 0 0,35-21 0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49.72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31 69 7 0 0,'5'-4'0'0'0,"0"1"0"0"0,1-1 0 0 0,-1 1 0 0 0,1 0 0 0 0,0 0 0 0 0,8-3 1 0 0,3-1-1 0 0,-8 2 0 0 0,-5 3 0 0 0,1 0 0 0 0,-1 0 0 0 0,1 0 0 0 0,0 0 0 0 0,-1 1 0 0 0,8-1 0 0 0,-8 1 0 0 0,23-6-1 0 0,-25 7 1 0 0,-1-1 0 0 0,0 1 0 0 0,1 0 0 0 0,-1 0 0 0 0,0 0 1 0 0,1 0-1 0 0,-1 0 0 0 0,0 0 0 0 0,1 0 0 0 0,-1 1 0 0 0,0-1 0 0 0,1 0 0 0 0,-1 1 0 0 0,0-1 0 0 0,0 1 0 0 0,1-1 0 0 0,-1 1 0 0 0,2 1 0 0 0,-2 0 0 0 0,0-1 0 0 0,0 1 0 0 0,0 0 0 0 0,0 0 0 0 0,-1-1 0 0 0,1 1 0 0 0,-1 0 0 0 0,1 0 0 0 0,-1 0 0 0 0,0 0 0 0 0,1-1 0 0 0,-1 1 0 0 0,0 0 0 0 0,0 0 0 0 0,0 0 0 0 0,-1 0 0 0 0,1 0 0 0 0,0 0 0 0 0,-2 2 0 0 0,0 5 0 0 0,-1-1 0 0 0,-5 13 0 0 0,3-12 0 0 0,0-1 0 0 0,0 1 0 0 0,0-2 0 0 0,-1 1 0 0 0,0 0-1 0 0,-1-1 1 0 0,0 0 0 0 0,0-1 0 0 0,-10 8 0 0 0,4-5 0 0 0,0 0 0 0 0,0-1 1 0 0,-1-1-1 0 0,0 0 0 0 0,-16 5 0 0 0,29-12 2 0 0,-1 1 1 0 0,0 0 0 0 0,0-1 0 0 0,1 1 0 0 0,-1-1 0 0 0,0 0 0 0 0,0 1 0 0 0,0-1 0 0 0,0 0 0 0 0,-3 0-1 0 0,5-1-1 0 0,0 1 0 0 0,0 0-1 0 0,0 0 1 0 0,0 0 0 0 0,-1 0-1 0 0,1 0 1 0 0,0 0-1 0 0,0 0 1 0 0,0 0 0 0 0,0-1-1 0 0,0 1 1 0 0,0 0-1 0 0,0 0 1 0 0,-1 0 0 0 0,1 0-1 0 0,0 0 1 0 0,0-1-1 0 0,0 1 1 0 0,0 0 0 0 0,0 0-1 0 0,0 0 1 0 0,0 0 0 0 0,0-1-1 0 0,0 1 1 0 0,0 0-1 0 0,0 0 1 0 0,0 0 0 0 0,0-1-1 0 0,0 1 1 0 0,0 0-1 0 0,0 0 1 0 0,0 0 0 0 0,0 0-1 0 0,0-1 1 0 0,0 1-1 0 0,7-12 10 0 0,-4 9-10 0 0,-1 0 0 0 0,1 0 0 0 0,0 0 0 0 0,0 0 0 0 0,0 1 0 0 0,0-1 0 0 0,1 1 0 0 0,-1 0 0 0 0,1 0 0 0 0,3-1 0 0 0,-6 2 0 0 0,1 1 0 0 0,-1 0 0 0 0,0-1 0 0 0,1 1 0 0 0,-1 0 0 0 0,0 0 0 0 0,1 0 0 0 0,-1 0 0 0 0,0 0 0 0 0,3 0 0 0 0,2 1 0 0 0,-1 0 0 0 0,1 0 0 0 0,0 0 0 0 0,-1 1 0 0 0,10 3 0 0 0,-12-3 0 0 0,0 0 0 0 0,0 0 0 0 0,0 0 0 0 0,0 1 0 0 0,0-1 0 0 0,-1 1 0 0 0,1 0 0 0 0,-1-1 0 0 0,0 1 0 0 0,3 4 0 0 0,17 36 0 0 0,-19-35 0 0 0,1 0 0 0 0,0 0 0 0 0,1 0 0 0 0,-1-1 0 0 0,11 13 0 0 0,-14-19 0 0 0,-1-1 0 0 0,1 1 0 0 0,0 0 0 0 0,0-1 0 0 0,0 1 0 0 0,-1-1 0 0 0,1 1 0 0 0,0-1 0 0 0,0 1 0 0 0,0-1 0 0 0,0 1 0 0 0,0-1 0 0 0,0 0 0 0 0,0 0 0 0 0,0 1 0 0 0,0-1 0 0 0,0 0 0 0 0,0 0 0 0 0,0 0 0 0 0,0 0 0 0 0,0 0 0 0 0,0 0 0 0 0,0-1 0 0 0,0 1 0 0 0,0 0 0 0 0,0 0 0 0 0,0-1 0 0 0,0 1 0 0 0,0 0 0 0 0,0-1 0 0 0,0 1 0 0 0,0-1 0 0 0,0 0 0 0 0,-1 1 0 0 0,1-1 0 0 0,0 0 0 0 0,0 1 0 0 0,-1-1 0 0 0,1 0 0 0 0,0 0 0 0 0,0 0 0 0 0,4-6 0 0 0,0 0 0 0 0,0 0 0 0 0,-1-1 0 0 0,4-7 0 0 0,-2 3 0 0 0,6-10 0 0 0,-1-1 0 0 0,-2 0 0 0 0,12-39 0 0 0,10-74 0 0 0,-35 168 0 0 0,-1 43 0 0 0,3-23 0 0 0,0 2 0 0 0,5 57 0 0 0,-2-105 0 0 0,2-1 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49.91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 0 0,'0'1'0'0'0,"0"0"-1"0"0,1 0 1 0 0,-1 0 0 0 0,0 0 0 0 0,1 0 0 0 0,-1 0 0 0 0,1 0 0 0 0,-1 0 0 0 0,1 0 0 0 0,0 0 0 0 0,-1 0 0 0 0,1-1 0 0 0,0 1 0 0 0,-1 0 0 0 0,1 0 0 0 0,0-1 0 0 0,2 2 0 0 0,15 8 1 0 0,-3-8-1 0 0,26-4 0 0 0,7-6 0 0 0,0-1 0 0 0,-1-1 0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50.61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25 24 0 0,'-2'-2'0'0'0,"5"-2"0"0"0,6-3 0 0 0,-5 5 2 0 0,1 0 0 0 0,-1 0 1 0 0,1 1-1 0 0,0 0 1 0 0,0 0-1 0 0,-1 0 1 0 0,1 0-1 0 0,0 1 1 0 0,0-1-1 0 0,0 1 1 0 0,0 1-1 0 0,0-1 0 0 0,0 1 1 0 0,0 0-1 0 0,0 0 1 0 0,-1 0-1 0 0,1 0 1 0 0,0 1-1 0 0,-1 0 1 0 0,1 0-1 0 0,-1 0 1 0 0,0 1-1 0 0,1-1 1 0 0,-1 1-1 0 0,4 4 0 0 0,-6-4-2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51.67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27 122 24 0 0,'0'0'0'0'0,"0"0"0"0"0,-1 0 0 0 0,1 0 0 0 0,0 0 0 0 0,0 0 0 0 0,0 0 0 0 0,0 0 0 0 0,0 0 0 0 0,0 0 0 0 0,0 0 0 0 0,0 1 0 0 0,-1-1 0 0 0,1 0 0 0 0,0 0 0 0 0,0 0 0 0 0,0 0 0 0 0,0 0 0 0 0,0 0 0 0 0,0 0 0 0 0,0 1 0 0 0,0-1 0 0 0,0 0 0 0 0,0 0 0 0 0,0 0 1 0 0,0 0-1 0 0,0 0 0 0 0,0 0 0 0 0,0 1 0 0 0,0-1 0 0 0,0 0 0 0 0,0 0 0 0 0,0 0 0 0 0,0 0 0 0 0,0 0 0 0 0,0 0 0 0 0,0 1 0 0 0,0-1 0 0 0,0 0 0 0 0,0 0 0 0 0,0 0 0 0 0,1 0 0 0 0,5 2-4 0 0,10-4 48 0 0,-15 2-32 0 0,9-1-1 0 0,36-1-12 0 0,-2 4 1 0 0,-3 4 0 0 0,-41-6 0 0 0,1 0 0 0 0,-1 0 0 0 0,1 0 0 0 0,-1 0 0 0 0,1 0 0 0 0,-1 1 0 0 0,1-1 0 0 0,-1 0 0 0 0,0 0 0 0 0,1 0 0 0 0,-1 0 0 0 0,0 1 0 0 0,1-1 0 0 0,-1 0 0 0 0,1 0 0 0 0,-1 1 0 0 0,0-1 0 0 0,0 0 0 0 0,1 1 0 0 0,-1-1 0 0 0,0 0 0 0 0,1 1 0 0 0,-1-1 0 0 0,0 0 0 0 0,0 1 0 0 0,0-1 0 0 0,1 1 0 0 0,-1-1 0 0 0,0 1 0 0 0,0-1 0 0 0,0 0 0 0 0,0 1 0 0 0,0-1 0 0 0,0 1 0 0 0,0-1 0 0 0,0 1 0 0 0,0-1 0 0 0,0 0 0 0 0,0 1 0 0 0,0-1 0 0 0,0 1 0 0 0,0-1 0 0 0,0 1 0 0 0,-1-1 0 0 0,1 1 0 0 0,-11 15 0 0 0,10-14 0 0 0,-24 27 20 0 0,-50 46 0 0 0,1 0 4 0 0,62-58-24 0 0,12-16 0 0 0,0-1 0 0 0,0 0 0 0 0,0 0 0 0 0,0 0 0 0 0,0 1 0 0 0,-1-1 0 0 0,1 0 0 0 0,0 0 0 0 0,0 0 0 0 0,0 0 0 0 0,0 1 0 0 0,0-1 0 0 0,0 0 0 0 0,0 0 0 0 0,0 0 0 0 0,0 1 0 0 0,0-1 0 0 0,0 0 0 0 0,0 0 0 0 0,1 0 0 0 0,-1 1 0 0 0,0-1 0 0 0,0 0 0 0 0,0 0 0 0 0,0 0 0 0 0,0 0 0 0 0,0 1 0 0 0,0-1 0 0 0,0 0 0 0 0,1 0 0 0 0,-1 0 0 0 0,0 1 0 0 0,12-3 0 0 0,-3-3 0 0 0,0 1 0 0 0,11-9 0 0 0,-13 9 0 0 0,1-1 0 0 0,-1 1 0 0 0,17-7 0 0 0,-21 10 0 0 0,0 0 0 0 0,0 0 0 0 0,0 0 0 0 0,0 1 0 0 0,1-1 0 0 0,-1 1 0 0 0,0 0 0 0 0,0 0 0 0 0,0 0 0 0 0,0 0 0 0 0,1 1 0 0 0,-1-1 0 0 0,0 1 0 0 0,0-1 0 0 0,0 1 0 0 0,3 2 0 0 0,-3-1 0 0 0,0 0 0 0 0,0 0 0 0 0,0 0 0 0 0,-1 0 0 0 0,1 1 0 0 0,-1-1 0 0 0,0 1 0 0 0,0-1 0 0 0,0 1 0 0 0,0 0 0 0 0,0 0 0 0 0,0 0 0 0 0,-1 0 0 0 0,3 6 0 0 0,2 14-22 0 0,-5-19 16 0 0,0 1 0 0 0,0-1 0 0 0,0 0 0 0 0,1 0 0 0 0,-1 0 0 0 0,4 5 0 0 0,-5-14 6 0 0,0-1 0 0 0,1 0 0 0 0,2-10 0 0 0,-2 8 0 0 0,0-1 0 0 0,0 0 0 0 0,0-19 0 0 0,-2 25 0 0 0,1-1 0 0 0,0 1 0 0 0,-1-1 0 0 0,0 1 0 0 0,0 0 0 0 0,0-1 0 0 0,0 1 0 0 0,-1 0 0 0 0,1 0 0 0 0,-1 0 0 0 0,-1-4 0 0 0,5 10 0 0 0,1 0 0 0 0,1-1 0 0 0,-1 1 0 0 0,0-1 0 0 0,1 0 0 0 0,-1 0 0 0 0,1 0 0 0 0,0 0 0 0 0,-1-1 0 0 0,1 1 0 0 0,0-1 0 0 0,0 0 0 0 0,0 0 0 0 0,0-1 0 0 0,0 1 0 0 0,0-1 0 0 0,5 0 0 0 0,-6 0 0 0 0,1 1 0 0 0,0-1 0 0 0,0-1 0 0 0,0 1 0 0 0,0-1 0 0 0,0 1 0 0 0,0-1 0 0 0,0 0 0 0 0,-1-1 0 0 0,1 1 0 0 0,0 0 0 0 0,-1-1 0 0 0,1 0 0 0 0,-1 0 0 0 0,0 0 0 0 0,1-1 0 0 0,-1 1 0 0 0,4-5 0 0 0,-5 4 0 0 0,0 0 0 0 0,0 0 0 0 0,-1 0 0 0 0,1 0 0 0 0,-1-1 0 0 0,0 1 0 0 0,0 0 0 0 0,0-1 0 0 0,0-3 0 0 0,2-36 0 0 0,-1 19 0 0 0,-1 5 0 0 0,0 0 0 0 0,-1-1 0 0 0,-1 1 0 0 0,-5-30 0 0 0,6 48 0 0 0,0 1 0 0 0,-1-1 0 0 0,1 1 0 0 0,0-1 0 0 0,0 0 0 0 0,0 1 0 0 0,0-1 0 0 0,0 1 0 0 0,-1-1 0 0 0,1 1 0 0 0,0-1 0 0 0,0 1 0 0 0,-1-1 0 0 0,1 1 0 0 0,-1-1 0 0 0,1 1 0 0 0,0-1 0 0 0,-1 0 0 0 0,0 2 0 0 0,1-1 0 0 0,0 0 0 0 0,0 0 0 0 0,-1 0 0 0 0,1 0 0 0 0,0 0 0 0 0,0 0 0 0 0,-1 0 0 0 0,1 0 0 0 0,0 0 0 0 0,0 0 0 0 0,0 1 0 0 0,-1-1 0 0 0,1 0 0 0 0,0 0 0 0 0,0 0 0 0 0,0 0 0 0 0,-1 1 0 0 0,1-1 0 0 0,0 0 0 0 0,0 0 0 0 0,0 1 0 0 0,0-1 0 0 0,0 0 0 0 0,0 0 0 0 0,-1 1 0 0 0,-6 20 0 0 0,1 19 0 0 0,2 0 0 0 0,2 0 0 0 0,2 0 0 0 0,9 78 0 0 0,-9-116 0 0 0,0-1 0 0 0,0 1 0 0 0,0-1 0 0 0,0 1 0 0 0,1-1 0 0 0,-1 1 0 0 0,1-1 0 0 0,-1 1 0 0 0,1-1 0 0 0,-1 0 0 0 0,2 3 0 0 0,-1-4 0 0 0,-1 0 0 0 0,0 0 0 0 0,0 0 0 0 0,0 0 0 0 0,0 0 0 0 0,1 0 0 0 0,-1 0 0 0 0,0 0 0 0 0,0 1 0 0 0,0-1 0 0 0,0 0 0 0 0,1 0 0 0 0,-1 0 0 0 0,0 0 0 0 0,0-1 0 0 0,0 1 0 0 0,0 0 0 0 0,1 0 0 0 0,-1 0 0 0 0,0 0 0 0 0,0 0 0 0 0,0 0 0 0 0,0 0 0 0 0,0 0 0 0 0,1 0 0 0 0,-1 0 0 0 0,0 0 0 0 0,0 0 0 0 0,0-1 0 0 0,0 1 0 0 0,0 0 0 0 0,1 0 0 0 0,6-11 0 0 0,2-7 0 0 0,-1-1 0 0 0,-1 0 0 0 0,0 0 0 0 0,-2-1 0 0 0,0 1 0 0 0,2-22 0 0 0,-4 14 0 0 0,-1 0 0 0 0,-1 0 0 0 0,-6-53 0 0 0,5 72 0 0 0,0 5 0 0 0,0-1 0 0 0,-1 1 0 0 0,1 0 0 0 0,-1 0 0 0 0,1 0 0 0 0,-1 0 0 0 0,0 0 0 0 0,0 0 0 0 0,0 1 0 0 0,-1-1 0 0 0,-1-3 0 0 0,3 6 0 0 0,0 0 0 0 0,0 0 0 0 0,-1-1 0 0 0,1 1 0 0 0,0 0 0 0 0,0 0 0 0 0,0 0 0 0 0,0 0 0 0 0,0 0 0 0 0,-1 0 0 0 0,1 0 0 0 0,0 0 0 0 0,0 0 0 0 0,0 0 0 0 0,0 0 0 0 0,-1 0 0 0 0,1 0 0 0 0,0 0 0 0 0,0 0 0 0 0,0 0 0 0 0,0 0 0 0 0,-1 0 0 0 0,1 1 0 0 0,0-1 0 0 0,0 0 0 0 0,0 0 0 0 0,0 0 0 0 0,0 0 0 0 0,-1 0 0 0 0,1 0 0 0 0,0 0 0 0 0,0 0 0 0 0,0 1 0 0 0,0-1 0 0 0,0 0 0 0 0,0 0 0 0 0,0 0 0 0 0,0 0 0 0 0,-1 0 0 0 0,1 1 0 0 0,0-1 0 0 0,0 0 0 0 0,0 0 0 0 0,0 0 0 0 0,0 0 0 0 0,0 1 0 0 0,0-1 0 0 0,0 0 0 0 0,0 0 0 0 0,0 0 0 0 0,0 0 0 0 0,0 1 0 0 0,0-1 0 0 0,0 0 0 0 0,0 0 0 0 0,-2 12 0 0 0,2-11 0 0 0,-4 76 0 0 0,2 0 0 0 0,10 84 0 0 0,10-11 0 0 0,-16-135 0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52.45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19 18 24 0 0,'4'0'-1'0'0,"-1"-1"1"0"0,0 1 0 0 0,0-1-1 0 0,1 0 1 0 0,-1 0 0 0 0,0 0 0 0 0,6-3-1 0 0,-7 3 4 0 0,0-1 0 0 0,0 1-1 0 0,-1 1 1 0 0,1-1-1 0 0,0 0 1 0 0,0 0 0 0 0,0 1-1 0 0,1-1 1 0 0,-1 1 0 0 0,0 0-1 0 0,0-1 1 0 0,0 1 0 0 0,0 0-1 0 0,0 0 1 0 0,0 1 0 0 0,0-1-1 0 0,0 0 1 0 0,1 1 0 0 0,-1-1-1 0 0,2 2 1 0 0,-2-2-3 0 0,0 1 1 0 0,-1 0-1 0 0,1 0 1 0 0,-1 0-1 0 0,1 0 1 0 0,-1 0-1 0 0,1 0 1 0 0,-1 0-1 0 0,0 0 1 0 0,0 0-1 0 0,1 1 1 0 0,-1-1-1 0 0,0 0 1 0 0,0 1-1 0 0,0-1 1 0 0,-1 1-1 0 0,1-1 1 0 0,0 1-1 0 0,-1 0 1 0 0,1-1-1 0 0,0 4 0 0 0,-1-2 1 0 0,0-1-1 0 0,0 0 0 0 0,0 1 0 0 0,-1-1 0 0 0,1 1 1 0 0,-1-1-1 0 0,0 0 0 0 0,1 0 0 0 0,-1 1 0 0 0,0-1 1 0 0,0 0-1 0 0,-1 0 0 0 0,-2 4 0 0 0,-4 4 0 0 0,0 0-1 0 0,-2-1 1 0 0,1 0-1 0 0,-17 13 0 0 0,15-14 1 0 0,7-6 0 0 0,1 0 0 0 0,-1 0 0 0 0,1 1 0 0 0,0-1 0 0 0,0 1 0 0 0,0 0 0 0 0,1 0 0 0 0,-1 0 0 0 0,1 0 0 0 0,-1 0 0 0 0,-2 5 0 0 0,5-7 0 0 0,0-1 0 0 0,0 0 0 0 0,0 1 0 0 0,0-1 0 0 0,0 0 0 0 0,0 1 0 0 0,0-1 0 0 0,0 0 0 0 0,0 1 0 0 0,0-1 0 0 0,0 0 0 0 0,1 1 0 0 0,-1-1 0 0 0,0 0 0 0 0,0 1 0 0 0,0-1 0 0 0,0 0 0 0 0,0 1 0 0 0,1-1 0 0 0,-1 0 0 0 0,0 0 0 0 0,0 1 0 0 0,0-1 0 0 0,1 0 0 0 0,-1 0 0 0 0,0 0 0 0 0,0 1 0 0 0,1-1 0 0 0,-1 0 0 0 0,0 0 0 0 0,1 0 0 0 0,-1 0 0 0 0,0 1 0 0 0,1-1 0 0 0,-1 0 0 0 0,0 0 0 0 0,1 0 0 0 0,-1 0 0 0 0,0 0 0 0 0,1 0 0 0 0,-1 0 0 0 0,0 0 0 0 0,1 0 0 0 0,-1 0 0 0 0,0 0 0 0 0,0 0 0 0 0,1 0 0 0 0,-1 0 0 0 0,0 0 0 0 0,1-1 0 0 0,18-2 0 0 0,5-6 0 0 0,-14 5 0 0 0,1 0 0 0 0,1 0 0 0 0,14-2 0 0 0,11 0 0 0 0,4 5 0 0 0,-39 1 0 0 0,0 0 0 0 0,0 0 0 0 0,1 0 0 0 0,-1 1 0 0 0,0-1 0 0 0,0 1 0 0 0,0-1 0 0 0,1 1 0 0 0,-1 0 0 0 0,0 0 0 0 0,2 1 0 0 0,-3-1 0 0 0,0 0 0 0 0,0-1 0 0 0,0 1 0 0 0,0 0 0 0 0,0 0 0 0 0,-1 0 0 0 0,1 0 0 0 0,0 0 0 0 0,-1 0 0 0 0,1 0 0 0 0,0 0 0 0 0,-1 0 0 0 0,1 1 0 0 0,-1-1 0 0 0,1 2 0 0 0,0 2 0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53.21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19 7 7 0 0,'9'-1'1'0'0,"-6"0"-1"0"0,0 0 0 0 0,0 0 0 0 0,0 0 0 0 0,0 1 0 0 0,0-1 0 0 0,-1 1 0 0 0,1 0 0 0 0,0 0 0 0 0,3 0 0 0 0,37 1 0 0 0,-29 0 0 0 0,0 1 0 0 0,0 0 0 0 0,19 5 0 0 0,-39-4 0 0 0,-3 0 0 0 0,-124 26 0 0 0,109-23 0 0 0,19-3 0 0 0,11-1-1 0 0,13 0 2 0 0,20-11-2 0 0,-29 6 1 0 0,0 0 0 0 0,16-1 0 0 0,-23 3 0 0 0,-1 1 1 0 0,1 0-1 0 0,-1 0 0 0 0,1 1 0 0 0,0-1 0 0 0,-1 0 0 0 0,1 1 0 0 0,-1-1 0 0 0,1 1 0 0 0,-1 0 0 0 0,1 0 0 0 0,-1 0 0 0 0,0 0 0 0 0,5 3 0 0 0,-6-3 0 0 0,-1-1 0 0 0,1 1 0 0 0,0 0 0 0 0,-1-1 0 0 0,1 1 0 0 0,-1 0 0 0 0,1-1 0 0 0,-1 1 0 0 0,1 0 0 0 0,-1 0 0 0 0,1 0 0 0 0,-1-1 0 0 0,0 1 0 0 0,1 0 0 0 0,-1 0 0 0 0,0 0 0 0 0,0 0 0 0 0,1 0 0 0 0,-1 0 0 0 0,0-1 0 0 0,0 3 0 0 0,-1-1 0 0 0,1 1 0 0 0,-1-1 0 0 0,1 0 0 0 0,-1 0 0 0 0,0 1 0 0 0,0-1 0 0 0,0 0 0 0 0,-2 3 0 0 0,-1 1 0 0 0,0 1 0 0 0,-1-1 0 0 0,0 0 0 0 0,-8 6 0 0 0,10-8 4 0 0,-1-1 0 0 0,0 0 0 0 0,0 0 1 0 0,0-1-1 0 0,-1 1 0 0 0,1-1 0 0 0,-1 0 1 0 0,1 0-1 0 0,-1 0 0 0 0,0-1 0 0 0,1 0 1 0 0,-1 0-1 0 0,0 0 0 0 0,-5 0 0 0 0,8-1-4 0 0,0 1 0 0 0,0-1 0 0 0,1 0 0 0 0,-1 1 0 0 0,0-1 0 0 0,0 1 0 0 0,1 0 0 0 0,-1-1 0 0 0,0 1 0 0 0,1 0 0 0 0,-1 0 0 0 0,1 0 0 0 0,-1 0 0 0 0,1 1 0 0 0,0-1 0 0 0,-1 0 0 0 0,1 0 0 0 0,0 1 0 0 0,0-1 0 0 0,-1 3 0 0 0,0-2 0 0 0,1 1 0 0 0,0 0 0 0 0,0-1 0 0 0,0 1 0 0 0,1 0 0 0 0,-1 0 0 0 0,1 0 0 0 0,-1 0 0 0 0,1 0 0 0 0,0 0 0 0 0,1 5 0 0 0,-1-3 0 0 0,1 0 0 0 0,0 1 0 0 0,0-1 0 0 0,1 0 0 0 0,0 0 0 0 0,0 0 0 0 0,0 0 0 0 0,0 0 0 0 0,1 0 0 0 0,-1 0 0 0 0,1-1 0 0 0,1 1 0 0 0,4 4 0 0 0,-6-7 0 0 0,1 0 0 0 0,-1-1 0 0 0,1 1 0 0 0,-1-1 0 0 0,1 0 0 0 0,0 0 0 0 0,-1 0 0 0 0,1 0 0 0 0,0-1 0 0 0,0 1 0 0 0,0-1 0 0 0,0 1 0 0 0,-1-1 0 0 0,1 0 0 0 0,0 0 0 0 0,0 0 0 0 0,0-1 0 0 0,0 1 0 0 0,0-1 0 0 0,-1 1 0 0 0,1-1 0 0 0,0 0 0 0 0,0 0 0 0 0,-1 0 0 0 0,4-2 0 0 0,3-2 0 0 0,0 0 0 0 0,0 0 0 0 0,-1-1 0 0 0,0 0 0 0 0,15-14 0 0 0,-12 8 0 0 0,0-3 0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53.95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26 0 24 0 0,'0'1'-1'0'0,"-1"0"1"0"0,0-1 0 0 0,0 1 0 0 0,0 0 0 0 0,1 0 0 0 0,-1-1 0 0 0,0 1 0 0 0,1 0 0 0 0,-1 0 0 0 0,0 0 0 0 0,1 0 0 0 0,-1 0 0 0 0,1 0 0 0 0,0 0 0 0 0,-1 1 0 0 0,-7 20 1 0 0,6-15-1 0 0,0 0 0 0 0,1 0 0 0 0,0 0 0 0 0,0 0 0 0 0,1 1 0 0 0,0 12 0 0 0,0-18 0 0 0,0-1 0 0 0,0 1 0 0 0,1-1 0 0 0,-1 0 0 0 0,0 1 0 0 0,1-1 0 0 0,-1 0 0 0 0,1 1 0 0 0,-1-1 0 0 0,1 0 0 0 0,0 0 0 0 0,-1 1 0 0 0,1-1 0 0 0,0 0 0 0 0,0 0 0 0 0,0 0 0 0 0,0 0 0 0 0,0 0 0 0 0,0 0 0 0 0,0 0 0 0 0,0 0 0 0 0,1-1 0 0 0,-1 1 0 0 0,0 0 0 0 0,0-1 0 0 0,1 1 0 0 0,-1-1 0 0 0,0 1 0 0 0,1-1 0 0 0,-1 0 0 0 0,1 1 0 0 0,-1-1 0 0 0,0 0 0 0 0,1 0 0 0 0,-1 0 0 0 0,1 0 0 0 0,-1 0 0 0 0,0 0 0 0 0,1-1 0 0 0,-1 1 0 0 0,3-1 0 0 0,5-2 5 0 0,-1 1 0 0 0,1-2 0 0 0,-1 1 1 0 0,0-1-1 0 0,0 0 0 0 0,14-11 1 0 0,-13 9 0 0 0,1 0 1 0 0,0 1 0 0 0,17-8-1 0 0,-46 27-6 0 0,15-13 0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54.36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37 7 0 0,'0'0'0'0'0,"1"1"0"0"0,0-1 0 0 0,0 1 0 0 0,-1-1 1 0 0,1 0-1 0 0,0 1 0 0 0,0-1 0 0 0,0 0 0 0 0,0 0 0 0 0,0 0 0 0 0,0 1 0 0 0,-1-1 0 0 0,1 0 0 0 0,0 0 0 0 0,0 0 0 0 0,1-1 0 0 0,18-2-1 0 0,-13 1 2 0 0,57-14 31 0 0,-3 0-1 0 0,-50 14-31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54.96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61 26 7 0 0,'-1'0'0'0'0,"0"0"0"0"0,0 1 0 0 0,0-1 0 0 0,0 0 0 0 0,0 1 0 0 0,0-1 1 0 0,0 1-1 0 0,0-1 0 0 0,0 1 0 0 0,0 0 0 0 0,0-1 0 0 0,0 1 0 0 0,1 0 0 0 0,-1 0 0 0 0,0-1 0 0 0,0 2 0 0 0,-12 15 0 0 0,12-14 0 0 0,-4 4 0 0 0,1 1 0 0 0,0 0 0 0 0,0 0 0 0 0,1 0 0 0 0,0 1 0 0 0,1-1 0 0 0,-2 13 0 0 0,3-17 0 0 0,1-1 0 0 0,0 1 0 0 0,-1 0 0 0 0,2-1 0 0 0,-1 1 0 0 0,0 0 0 0 0,1-1 0 0 0,0 1 0 0 0,1 4 0 0 0,-1-6 0 0 0,-1 0 0 0 0,1-1 0 0 0,0 1 0 0 0,0 0 0 0 0,0-1 0 0 0,1 1 0 0 0,-1-1 0 0 0,0 1 0 0 0,0-1 0 0 0,1 0 0 0 0,-1 1 0 0 0,1-1 0 0 0,-1 0 0 0 0,1 0 0 0 0,0 0 0 0 0,-1 0 0 0 0,1 0 0 0 0,3 1 0 0 0,-2-2 1 0 0,0 1 1 0 0,1-1-1 0 0,-1 1 1 0 0,1-1 0 0 0,-1 0-1 0 0,1 0 1 0 0,-1 0-1 0 0,0-1 1 0 0,1 1 0 0 0,-1-1-1 0 0,0 0 1 0 0,1 0-1 0 0,-1 0 1 0 0,0 0 0 0 0,0-1-1 0 0,0 1 1 0 0,0-1-1 0 0,4-2 1 0 0,6-5 9 0 0,0-1 0 0 0,18-17 0 0 0,-29 25-11 0 0,3-3 0 0 0,0 0 0 0 0,-1-1 0 0 0,1 1 0 0 0,-1-1 0 0 0,-1 1 0 0 0,1-1 0 0 0,-1-1 0 0 0,0 1 0 0 0,0 0 0 0 0,2-10 0 0 0,-4 14 0 0 0,-1 0 0 0 0,1 0 0 0 0,-1 0 0 0 0,0 0 0 0 0,1-1 0 0 0,-1 1 0 0 0,0 0 0 0 0,0 0 0 0 0,0 0 0 0 0,-1 0 0 0 0,1-1 0 0 0,0 1 0 0 0,-1 0 0 0 0,0 0 0 0 0,1 0 0 0 0,-1 0 0 0 0,0 0 0 0 0,0 0 0 0 0,0 0 0 0 0,0 1 0 0 0,0-1 0 0 0,-1 0 0 0 0,1 0 0 0 0,-1 1 0 0 0,1-1 0 0 0,-1 1 0 0 0,1-1 0 0 0,-1 1 0 0 0,0 0 0 0 0,0 0 0 0 0,1-1 0 0 0,-1 1 0 0 0,0 0 0 0 0,0 1 0 0 0,0-1 0 0 0,-3-1 0 0 0,3 2 0 0 0,0-1 0 0 0,-1 1 0 0 0,1 0 0 0 0,0-1 0 0 0,-1 1 0 0 0,1 0 0 0 0,0 0 0 0 0,-1 0 0 0 0,1 1 0 0 0,0-1 0 0 0,-1 1 0 0 0,1-1 0 0 0,0 1 0 0 0,0 0 0 0 0,-1-1 0 0 0,1 1 0 0 0,0 0 0 0 0,0 1 0 0 0,0-1 0 0 0,0 0 0 0 0,0 1 0 0 0,0-1 0 0 0,1 1 0 0 0,-1-1 0 0 0,0 1 0 0 0,1 0 0 0 0,-3 3 0 0 0,2-1 0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55.36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7 0 0,'2'8'0'0'0,"-1"1"1"0"0,0 0-1 0 0,0 0 0 0 0,-1 1 0 0 0,0 9 0 0 0,-1 3 0 0 0,1-7 0 0 0,1-1 0 0 0,0 0 0 0 0,1 1 0 0 0,6 20 0 0 0,-6-29-1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55.90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46 0 24 0 0,'-2'2'-1'0'0,"1"0"1"0"0,0 0 0 0 0,0 0 0 0 0,0 0 0 0 0,0 0 0 0 0,0 0 0 0 0,0 1 0 0 0,0-1 0 0 0,1 0 0 0 0,-1 0 0 0 0,1 1 0 0 0,0-1 0 0 0,0 5 0 0 0,-2 2 1 0 0,-27 187-2 0 0,26-155 1 0 0,2 0 1 0 0,8 76-1 0 0,-4-100 0 0 0,10 29 0 0 0,-8-30 0 0 0,-2-5 0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56.55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48 6 24 0 0,'19'-5'0'0'0,"-15"5"2"0"0,1-1 1 0 0,-1 1 0 0 0,1 0 0 0 0,-1 1 0 0 0,1-1 0 0 0,-1 1 0 0 0,1 0 0 0 0,-1 0 0 0 0,1 0 0 0 0,4 3-1 0 0,-2-1 4 0 0,0 0-1 0 0,-1 0 0 0 0,0 0 1 0 0,0 1-1 0 0,11 8 0 0 0,-16-11-5 0 0,-1 0 0 0 0,1 0 0 0 0,-1 0 0 0 0,1 0 0 0 0,-1 0 0 0 0,1 0 0 0 0,-1 0 0 0 0,0 0 0 0 0,1 0 0 0 0,-1 0 0 0 0,0 0 0 0 0,0 0 0 0 0,0 0 0 0 0,1 0 0 0 0,-1 0 0 0 0,-1 0 0 0 0,1 0 0 0 0,0 0 0 0 0,0 0 0 0 0,0 0 0 0 0,0 0 0 0 0,-1 0 0 0 0,1 0 0 0 0,0 0 0 0 0,-1 0 0 0 0,1 0 0 0 0,-1 0 0 0 0,1 0 0 0 0,-1 0 0 0 0,0 0 0 0 0,-1 1 0 0 0,-1 3 0 0 0,-1 1 0 0 0,-1-1 0 0 0,-8 7 0 0 0,-7 5 0 0 0,-1-1 0 0 0,-31 17 0 0 0,7-5 0 0 0,41-24 0 0 0,4-2 0 0 0,13-2 0 0 0,17-5 0 0 0,-23 3 0 0 0,23-3 0 0 0,12 1 0 0 0,9 4 0 0 0,0 4 0 0 0,2 2 0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56.78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6 7 0 0,'0'0'0'0'0,"0"1"0"0"0,0-1 0 0 0,0 0 0 0 0,0 1 0 0 0,1-1 0 0 0,-1 1 0 0 0,0-1 0 0 0,0 1 0 0 0,0-1 0 0 0,0 1 0 0 0,1-1 0 0 0,-1 1 0 0 0,0-1 0 0 0,0 0 0 0 0,1 1 0 0 0,-1-1 0 0 0,0 1 0 0 0,1-1 0 0 0,-1 0 0 0 0,0 1 0 0 0,1-1 0 0 0,-1 0 0 0 0,0 0 0 0 0,1 1 0 0 0,0-1 0 0 0,15 3 0 0 0,22-7 1 0 0,-31 2-1 0 0,14-1 53 0 0,18-3-43 0 0,6 3-10 0 0,2 4 0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57.79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154 4 24 0 0,'0'0'0'0'0,"1"0"0"0"0,-1 0 0 0 0,0 0 0 0 0,0 0 0 0 0,0-1 0 0 0,0 1 0 0 0,0 0 0 0 0,0 0 0 0 0,0 0 0 0 0,0 0 0 0 0,0 0 0 0 0,0 0 0 0 0,0 0 0 0 0,0-1 0 0 0,0 1 0 0 0,0 0 0 0 0,0 0 0 0 0,0 0 0 0 0,-1 0 0 0 0,1 0 0 0 0,0 0 0 0 0,0 0 0 0 0,0 0 0 0 0,0-1 0 0 0,0 1 0 0 0,0 0 0 0 0,0 0 0 0 0,0 0 0 0 0,0 0 0 0 0,0 0 0 0 0,0 0 0 0 0,0 0 0 0 0,-1 0 0 0 0,1 0 0 0 0,0 0 0 0 0,0 0 0 0 0,0 0 0 0 0,0 0 0 0 0,0 0 0 0 0,0 0 0 0 0,0-1 0 0 0,0 1 0 0 0,-1 0 0 0 0,1 0 0 0 0,0 0 0 0 0,-6 4 0 0 0,-5 10 0 0 0,10-12 0 0 0,-15 16 0 0 0,0 1 0 0 0,-1-2 0 0 0,-1 0 0 0 0,0-1 0 0 0,-29 18 0 0 0,47-34 0 0 0,0 0 0 0 0,0 0 0 0 0,0 0 0 0 0,0 0 0 0 0,0 0 0 0 0,0 0 0 0 0,0 0 0 0 0,0-1 0 0 0,0 1 0 0 0,0 0 0 0 0,0 0 0 0 0,0 0 0 0 0,0 0 0 0 0,0 0 0 0 0,0 0 0 0 0,0 0 0 0 0,0 0 0 0 0,0 0 0 0 0,0 0 0 0 0,0 0 0 0 0,0 0 0 0 0,0 0 0 0 0,0 0 0 0 0,0 0 0 0 0,0 0 0 0 0,0 0 0 0 0,0 0 0 0 0,0 0 0 0 0,0 0 0 0 0,0 0 0 0 0,0 0 0 0 0,0-1 0 0 0,0 1 0 0 0,-1 0 0 0 0,1 0 0 0 0,0 0 0 0 0,0 0 0 0 0,0 0 0 0 0,0 0 0 0 0,0 0 0 0 0,0 0 0 0 0,0 0 0 0 0,0 0 0 0 0,0 0 0 0 0,0 0 0 0 0,0 0 0 0 0,0 0 0 0 0,0 0 0 0 0,0 0 0 0 0,0 0 0 0 0,0 0 0 0 0,0 0 0 0 0,0 0 0 0 0,0 0 0 0 0,-1 0 0 0 0,1 1 0 0 0,0-1 0 0 0,0 0 0 0 0,0 0 0 0 0,0 0 0 0 0,0 0 0 0 0,4-8 0 0 0,5-7 0 0 0,-7 12 0 0 0,-1 1 0 0 0,1 0 0 0 0,0 0 0 0 0,-1 0 0 0 0,1 1 0 0 0,0-1 0 0 0,0 0 0 0 0,0 1 0 0 0,1-1 0 0 0,-1 1 0 0 0,0 0 0 0 0,0-1 0 0 0,1 1 0 0 0,-1 0 0 0 0,1 1 0 0 0,-1-1 0 0 0,1 0 0 0 0,3 0 0 0 0,3 2 0 0 0,1 0 0 0 0,-1 1 0 0 0,0 0 0 0 0,0 0 0 0 0,17 8 0 0 0,20 4 0 0 0,-30-9-1 0 0,-11-3 1 0 0,0-1 0 0 0,0 1 1 0 0,0-1-1 0 0,0 0 0 0 0,0-1 0 0 0,9 1 0 0 0,-13-1 0 0 0,0 0 0 0 0,-1 0 0 0 0,1 0 0 0 0,0 0 0 0 0,0 0 0 0 0,-1-1 0 0 0,1 1 0 0 0,0 0 0 0 0,0 0 0 0 0,-1 0 0 0 0,1-1 0 0 0,0 1 0 0 0,-1 0 0 0 0,1-1 0 0 0,0 1 0 0 0,-1-1 0 0 0,1 1 0 0 0,0-1 0 0 0,-1 0 0 0 0,0 1 0 0 0,0 0 0 0 0,0-1 0 0 0,0 1 0 0 0,0-1 0 0 0,0 1 0 0 0,0 0 0 0 0,0-1 0 0 0,0 1 0 0 0,0 0 0 0 0,0-1 0 0 0,0 1 0 0 0,0 0 0 0 0,0-1 0 0 0,0 1 0 0 0,-1 0 0 0 0,1-1 0 0 0,0 1 0 0 0,0 0 0 0 0,0 0 0 0 0,-1-1 0 0 0,1 1 0 0 0,0 0 0 0 0,0 0 0 0 0,-1-1 0 0 0,1 1 0 0 0,0 0 0 0 0,0 0 0 0 0,-1 0 0 0 0,1-1 0 0 0,0 1 0 0 0,-1 0 0 0 0,1 0 0 0 0,0 0 0 0 0,-1 0 0 0 0,1 0 0 0 0,0 0 0 0 0,-1 0 0 0 0,1 0 0 0 0,0 0 0 0 0,-1 0 0 0 0,-4-1 0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58.19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52 0 7 0 0,'-1'150'1'0'0,"1"-150"-1"0"0,0 1 0 0 0,0 0 0 0 0,0-1 0 0 0,0 1 0 0 0,0-1 0 0 0,0 1 0 0 0,0 0 0 0 0,0-1 0 0 0,0 1 0 0 0,0-1 0 0 0,-1 1 0 0 0,1 0 0 0 0,0-1 0 0 0,0 1 0 0 0,0-1 0 0 0,-1 1 0 0 0,1-1 0 0 0,0 1 0 0 0,-1-1 0 0 0,1 1 0 0 0,-1-1 0 0 0,1 1 0 0 0,0-1 0 0 0,-1 1 0 0 0,1-1 0 0 0,-1 0 0 0 0,0 1 0 0 0,0-1 0 0 0,-1 0 0 0 0,1 1 0 0 0,0-1 0 0 0,-1 0 0 0 0,1 0 0 0 0,0-1 0 0 0,-1 1 0 0 0,1 0 0 0 0,-3-1 0 0 0,3 1 0 0 0,0-1 0 0 0,-1 1 0 0 0,1 0 0 0 0,0-1 0 0 0,-1 1 0 0 0,1 0 0 0 0,-1 0 0 0 0,1 0 0 0 0,-1 0 0 0 0,1 0 0 0 0,0 1 0 0 0,-1-1 0 0 0,1 0 0 0 0,-1 1 0 0 0,1-1 0 0 0,-2 1 0 0 0,3-1 0 0 0,0 0 0 0 0,0 0 0 0 0,0 0 0 0 0,-1 1 0 0 0,1-1 0 0 0,0 0 0 0 0,0 0 0 0 0,0 0 0 0 0,0 0 0 0 0,0 0 0 0 0,-1 0 0 0 0,1 0 0 0 0,0 0 0 0 0,0 0 0 0 0,0 1 0 0 0,0-1 0 0 0,0 0 0 0 0,0 0 0 0 0,0 0 0 0 0,0 0 0 0 0,0 0 0 0 0,0 1 0 0 0,0-1 0 0 0,-1 0 0 0 0,1 0 0 0 0,0 0 0 0 0,0 0 0 0 0,0 0 0 0 0,0 1 0 0 0,0-1 0 0 0,0 0 0 0 0,0 0 0 0 0,0 0 0 0 0,0 0 0 0 0,0 1 0 0 0,1-1 0 0 0,-1 0 0 0 0,0 0 0 0 0,0 0 0 0 0,0 0 0 0 0,0 0-1 0 0,0 1 1 0 0,0-1 0 0 0,0 0 0 0 0,0 0 0 0 0,0 0 0 0 0,0 0 0 0 0,0 0 0 0 0,1 0 0 0 0,-1 0 0 0 0,0 1 0 0 0,0-1 0 0 0,0 0 0 0 0,0 0 0 0 0,0 0 0 0 0,0 0 0 0 0,1 0 0 0 0,-1 0 0 0 0,0 0 0 0 0,0 0 0 0 0,0 0 0 0 0,11 2 1 0 0,-1-5 7 0 0,-1 0 0 0 0,0-1 0 0 0,9-5 0 0 0,-9 4 2 0 0,1 1 1 0 0,17-6-1 0 0,1 3-10 0 0,7 0 0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58.65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124 1 24 0 0,'-2'0'-1'0'0,"0"0"1"0"0,1 1 0 0 0,-1-1 0 0 0,1 1 0 0 0,-1-1 0 0 0,1 1 0 0 0,-1 0 0 0 0,1-1 0 0 0,-1 1 0 0 0,1 0 0 0 0,0 0 0 0 0,-1 0 0 0 0,1 0 0 0 0,0 0 0 0 0,0 1 0 0 0,0-1 0 0 0,-1 2 0 0 0,-20 28 0 0 0,12-15 1 0 0,1-3-2 0 0,1-1 2 0 0,-1 0-1 0 0,1-1 0 0 0,-2-1 0 0 0,-12 12 0 0 0,34-40 0 0 0,-9 15 0 0 0,1 0 0 0 0,-1 0 0 0 0,1 1 0 0 0,0 0 0 0 0,0 0 0 0 0,0 0 0 0 0,0 0 0 0 0,0 0 0 0 0,0 1 0 0 0,0 0 0 0 0,0 0-1 0 0,1 0 1 0 0,-1 0 0 0 0,1 1 0 0 0,-1-1 0 0 0,8 2 0 0 0,-6-1 0 0 0,0 1 0 0 0,0-1 0 0 0,0 2 0 0 0,0-1 1 0 0,0 1-1 0 0,0-1 0 0 0,0 2 0 0 0,-1-1 0 0 0,1 1 0 0 0,-1-1 0 0 0,9 7 0 0 0,-14-8 0 0 0,1 0 0 0 0,-1-1 0 0 0,1 1 0 0 0,-1 0 0 0 0,1 0 0 0 0,-1 0 0 0 0,1 1 0 0 0,-1-1 0 0 0,0 0 0 0 0,1 0 0 0 0,-1 0 0 0 0,0 0 0 0 0,0 0 0 0 0,0 0 0 0 0,0 0 0 0 0,0 0 0 0 0,0 1 0 0 0,0-1 0 0 0,0 0 0 0 0,-1 0 0 0 0,1 0 0 0 0,0 0 0 0 0,-1 0 0 0 0,1 0 0 0 0,-1 0 0 0 0,1 0 0 0 0,-2 1 0 0 0,1 3 0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58.86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10 24 0 0,'43'0'0'0'0,"33"-2"0"0"0,-65 2 0 0 0,1-2 0 0 0,15-2 0 0 0,-22 3 0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59.62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27 40 7 0 0,'2'0'0'0'0,"0"-1"0"0"0,-1 0 0 0 0,1 0 0 0 0,-1 0 0 0 0,1 0 0 0 0,0 0 0 0 0,-1 0 0 0 0,0 0 0 0 0,2-2 0 0 0,4-3 1 0 0,-2 3 6 0 0,0 0 1 0 0,0 0 0 0 0,0 1 0 0 0,1 0 0 0 0,-1 0 0 0 0,1 0 0 0 0,-1 0-1 0 0,1 1 1 0 0,0 0 0 0 0,6 0 0 0 0,-8 0-5 0 0,1 1 0 0 0,-1 0 0 0 0,1 1 0 0 0,-1-1 0 0 0,1 1 0 0 0,-1 0 0 0 0,1 0 0 0 0,-1 0 0 0 0,0 0 0 0 0,0 1 0 0 0,1 0 0 0 0,-1 0 0 0 0,6 4-1 0 0,-8-5-2 0 0,0 1 0 0 0,-1-1 0 0 0,1 1 0 0 0,-1 0 0 0 0,1 0 0 0 0,-1 0 0 0 0,0 0 0 0 0,0 0 0 0 0,0 0 0 0 0,0 0 0 0 0,0 0 0 0 0,0 0 0 0 0,0 0 0 0 0,-1 0 0 0 0,1 1 0 0 0,-1-1 0 0 0,0 0 0 0 0,1 0 0 0 0,-1 1 0 0 0,0-1 0 0 0,0 0 0 0 0,-1 1 0 0 0,1-1 0 0 0,0 0 0 0 0,-1 0 0 0 0,1 1 0 0 0,-3 3 0 0 0,1 0 0 0 0,0 0 0 0 0,-1 0 0 0 0,0 0 0 0 0,0 0 0 0 0,0 0 0 0 0,-1-1 0 0 0,0 1 0 0 0,-7 6 0 0 0,0-2 0 0 0,-1 0 0 0 0,0-1 0 0 0,-1-1 0 0 0,0 0 0 0 0,-22 9 0 0 0,-16 10 0 0 0,50-26 0 0 0,0-1 0 0 0,0 1 0 0 0,0 0 0 0 0,0-1 0 0 0,0 1 0 0 0,0 0 0 0 0,0-1 0 0 0,0 1 0 0 0,0 0 0 0 0,0 0 0 0 0,1 0 0 0 0,-1 0 0 0 0,0 0 0 0 0,1 0 0 0 0,-1 0 0 0 0,1 0 0 0 0,-1 0 0 0 0,1 0 0 0 0,-1 0 0 0 0,1 0 0 0 0,0 0 0 0 0,0 0 0 0 0,-1 1 0 0 0,1-1 0 0 0,0 0 0 0 0,0 0 0 0 0,0 0 0 0 0,0 0 0 0 0,1 3 0 0 0,0-3 0 0 0,-1 1 0 0 0,1-1 0 0 0,0 1 0 0 0,0 0 0 0 0,0-1 0 0 0,0 0 0 0 0,0 1 0 0 0,1-1 0 0 0,-1 0 0 0 0,0 1 0 0 0,1-1 0 0 0,-1 0 0 0 0,0 0 0 0 0,1 0 0 0 0,0 0 0 0 0,-1 0 0 0 0,1-1 0 0 0,-1 1 0 0 0,3 0 0 0 0,0 1 0 0 0,-1-1 0 0 0,0 0 0 0 0,1 0 0 0 0,-1-1 0 0 0,0 1 0 0 0,1-1 0 0 0,-1 0 0 0 0,7 0 0 0 0,44-11 0 0 0,-49 10 0 0 0,6-2 0 0 0,80-22 0 0 0,-97 25-60 0 0,3 1 48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9:59.96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43 0 7 0 0,'1'3'0'0'0,"0"0"0"0"0,1-1 1 0 0,-1 1-1 0 0,0 0 0 0 0,-1 0 0 0 0,1 0 0 0 0,0 4 0 0 0,2 4 0 0 0,-3-9 0 0 0,6 16 0 0 0,5 33 0 0 0,-10-47 0 0 0,0 1 0 0 0,-1-1 0 0 0,0 1 0 0 0,0 0 0 0 0,0-1 0 0 0,0 1 0 0 0,-1-1 0 0 0,1 1 0 0 0,-1-1 0 0 0,-1 1 0 0 0,1-1 0 0 0,-1 1 0 0 0,-1 4 0 0 0,2-8 0 0 0,0 0 0 0 0,1 0 0 0 0,-1 0 0 0 0,0 0 0 0 0,1-1 0 0 0,-1 1 0 0 0,0 0 0 0 0,0 0 0 0 0,0 0 0 0 0,0-1 0 0 0,0 1 0 0 0,0 0 0 0 0,0-1 0 0 0,0 1 0 0 0,0-1 0 0 0,0 1 0 0 0,0-1 0 0 0,-2 1 0 0 0,0-1 0 0 0,0 0 0 0 0,0 0 0 0 0,0 0 0 0 0,1 0 0 0 0,-1 0 0 0 0,-3-1 0 0 0,-13-2 0 0 0,18 5 9 0 0,5 0 13 0 0,7 3 10 0 0,-3-4-20 0 0,-4-1-5 0 0,-1 1-1 0 0,1-1 1 0 0,0-1-1 0 0,0 1 1 0 0,0 0-1 0 0,0-1 1 0 0,4-1-1 0 0,31-6-6 0 0,6-5 0 0 0,10-4 0 0 0,-44 14 0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8:48.53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88 1478 7 0 0,'-5'0'2'0'0,"0"0"0"0"0,0-1 0 0 0,0 0 0 0 0,-1 0 0 0 0,1 0 0 0 0,0 0 0 0 0,0-1 0 0 0,0 0 0 0 0,-7-3 0 0 0,10 3 3 0 0,0 1-1 0 0,0 0 1 0 0,0 0-1 0 0,0-1 1 0 0,1 1-1 0 0,-1-1 1 0 0,0 0-1 0 0,1 0 1 0 0,-1 1-1 0 0,1-1 1 0 0,-1 0-1 0 0,1 0 1 0 0,0 0-1 0 0,0-1 1 0 0,0 1-1 0 0,0 0 1 0 0,0 0-1 0 0,0 0 1 0 0,1-1-1 0 0,-1 1 1 0 0,1 0-1 0 0,0-1 1 0 0,-1-2-1 0 0,2-7 12 0 0,0 0 0 0 0,1-1 0 0 0,0 1 0 0 0,1 0 0 0 0,0 0 0 0 0,7-15-1 0 0,35-70 32 0 0,-26 60-15 0 0,-1 1-20 0 0,2 2 1 0 0,2 0-1 0 0,27-33 1 0 0,-10 21 5 0 0,63-57 0 0 0,2 6 8 0 0,79-72 38 0 0,11 13-30 0 0,-133 116-18 0 0,119-60 0 0 0,78-13 16 0 0,-142 70-32 0 0,161-38 0 0 0,-200 62 0 0 0,32-6 0 0 0,-8 10 0 0 0,-76 13 0 0 0,35 1 0 0 0,-34 3 0 0 0,31 7 0 0 0,39 14 0 0 0,-7 8-10 0 0,-5 5-33 0 0,-37-10 30 0 0,-4-1 15 0 0,-39-23-2 0 0,0 0 0 0 0,0 0 0 0 0,0 0 0 0 0,1-1 0 0 0,-1 1 0 0 0,0-1 0 0 0,8 1 0 0 0,-10-2 0 0 0,0 0 0 0 0,0 0 0 0 0,0 0 0 0 0,0 0 0 0 0,0 0 0 0 0,0-1 0 0 0,0 1 0 0 0,0-1 0 0 0,0 1 0 0 0,0-1 0 0 0,0 0 0 0 0,0 1 0 0 0,-1-1 0 0 0,1 0 0 0 0,0 0 0 0 0,0-1 0 0 0,-1 1 0 0 0,3-2 0 0 0,-4 3-1 0 0,1-1-6 0 0,-1 1-1 0 0,0 0 1 0 0,1-1-1 0 0,-1 1 1 0 0,1 0-1 0 0,-1-1 1 0 0,0 1-1 0 0,1 0 1 0 0,-1 0-1 0 0,1 0 1 0 0,-1 0-1 0 0,1-1 1 0 0,-1 1-1 0 0,1 0 1 0 0,-1 0-1 0 0,1 0 1 0 0,-1 0-1 0 0,1 0 0 0 0,0 2-144 0 0,0-2 136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8:49.07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9 7 0 0,'0'-1'1'0'0,"1"1"-1"0"0,0-1 0 0 0,0 0 1 0 0,-1 1-1 0 0,1-1 0 0 0,0 1 1 0 0,0-1-1 0 0,0 0 0 0 0,0 1 0 0 0,0 0 1 0 0,-1-1-1 0 0,1 1 0 0 0,0 0 1 0 0,0-1-1 0 0,0 1 0 0 0,0 0 0 0 0,0 0 1 0 0,0 0-1 0 0,0 0 0 0 0,0 0 1 0 0,0 0-1 0 0,0 0 0 0 0,1 0 0 0 0,0 1 4 0 0,0 0-1 0 0,-1-1 1 0 0,1 1-1 0 0,-1 0 0 0 0,1 0 1 0 0,-1 0-1 0 0,1 0 1 0 0,-1 0-1 0 0,0 0 1 0 0,1 1-1 0 0,1 2 0 0 0,3 3 17 0 0,-1 1 0 0 0,-1 0 0 0 0,8 16-1 0 0,-11-22-18 0 0,20 50 31 0 0,15 60-1 0 0,-21-62-30 0 0,33 75-1 0 0,-40-108 0 0 0,20 31 0 0 0,-10-28 0 0 0,-6-9 0 0 0,-6-5 0 0 0,0 0 0 0 0,1-1 0 0 0,0 1 0 0 0,12 6 0 0 0,-13-8 0 0 0,-1-1 0 0 0,-8-8 0 0 0,2 3 0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18:49.45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4 505 24 0 0,'0'1'-1'0'0,"-1"0"1"0"0,1 0 0 0 0,-1 0 0 0 0,1 0 0 0 0,0 0 0 0 0,-1 0 0 0 0,1 0 0 0 0,0 0 0 0 0,0 0 0 0 0,0 0 0 0 0,0 0 0 0 0,0 0 0 0 0,0 0 0 0 0,0 0 0 0 0,0 0 0 0 0,0 0 0 0 0,1 1 0 0 0,4 24 1 0 0,-1-10 12 0 0,13 142 98 0 0,-1-7-28 0 0,-15-145-77 0 0,-1 1-1 0 0,2-1 0 0 0,-1 1 1 0 0,1-1-1 0 0,0 0 0 0 0,0 0 1 0 0,1 0-1 0 0,0 0 0 0 0,0 0 1 0 0,0 0-1 0 0,7 8 0 0 0,-9-14-3 0 0,0 1 0 0 0,-1-1 0 0 0,1 1 0 0 0,0-1 0 0 0,0 1 0 0 0,0-1 0 0 0,-1 0 0 0 0,1 0 0 0 0,0 1 0 0 0,0-1 0 0 0,0 0 0 0 0,0 0 0 0 0,0 0 0 0 0,-1 0-1 0 0,1 0 1 0 0,0 0 0 0 0,0 0 0 0 0,0 0 0 0 0,0 0 0 0 0,0 0 0 0 0,-1-1 0 0 0,1 1 0 0 0,0 0 0 0 0,0 0 0 0 0,0-1 0 0 0,-1 1 0 0 0,1-1 0 0 0,0 1-1 0 0,0-1 1 0 0,-1 1 0 0 0,1-1 0 0 0,0 1 0 0 0,0-2 0 0 0,4-3-1 0 0,0 0 0 0 0,0 0-1 0 0,5-6 1 0 0,-8 8 5 0 0,41-53 43 0 0,-3-2-1 0 0,-2-1 1 0 0,54-117 0 0 0,-57 92 10 0 0,-3-1 1 0 0,31-136-1 0 0,-22 43-307 0 0,-38 171 181 0 0,-2 6 9 0 0,-2 4-9 0 0,0 6 3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0:46.83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262 1 7 0 0,'-6'25'1'0'0,"-34"377"51"0"0,21-163 20 0 0,-15-3-69 0 0,15-162-3 0 0,-3-1 0 0 0,-34 78 0 0 0,-3 3 0 0 0,52-135 0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0:47.53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0 334 7 0 0,'4'-2'1'0'0,"8"0"-2"0"0,0 0 2 0 0,137-23-1 0 0,124-14 0 0 0,-196 34 0 0 0,241-20 0 0 0,635-50 0 0 0,-324 34 0 0 0,-517 33 0 0 0,406-36 0 0 0,513-10 0 0 0,80 43 0 0 0,-904 15 0 0 0,-175-5-1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0:48.15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 0 0,'13'63'0'0'0,"0"8"0"0"0,3 12 0 0 0,-2-18 0 0 0,6 20 0 0 0,3 4 0 0 0,0 1 0 0 0,-5 4 0 0 0,11 149 0 0 0,-16 99 0 0 0,-12-320 0 0 0,10 203 0 0 0,1 75 0 0 0,-13-245 0 0 0,-3 0 0 0 0,-1-1 0 0 0,-20 78 0 0 0,-22 19 0 0 0,39-130 0 0 0,-16 29 0 0 0,10-24 0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0:48.83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 0 0,'3'42'0'0'0,"3"14"0"0"0,83 622 0 0 0,-62-416-1 0 0,15 89 2 0 0,-31-304-1 0 0,9 20 0 0 0,3 1 0 0 0,3-10 0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0:49.25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0 172 55 0 0,'1'-1'0'0'0,"-1"1"0"0"0,0-1 0 0 0,0 1 0 0 0,0 0 0 0 0,0-1 0 0 0,0 1 0 0 0,1-1 0 0 0,-1 1 0 0 0,0 0 0 0 0,0-1 0 0 0,0 1 0 0 0,1 0 0 0 0,-1 0 0 0 0,0-1 0 0 0,1 1 0 0 0,-1 0 0 0 0,0 0 0 0 0,0-1 0 0 0,1 1 0 0 0,-1 0 0 0 0,0 0 0 0 0,1 0 0 0 0,-1-1 0 0 0,1 1 0 0 0,-1 0 0 0 0,0 0 0 0 0,1 0 0 0 0,-1 0 0 0 0,0 0 0 0 0,1 0 0 0 0,-1 0 0 0 0,1 0 0 0 0,-1 0 0 0 0,0 0 0 0 0,1 0 0 0 0,0 0 0 0 0,31-4 0 0 0,9-1 0 0 0,-6 0 0 0 0,-1-1 0 0 0,2 0 0 0 0,7 0 0 0 0,183-22 0 0 0,401-36 0 0 0,-495 57 0 0 0,224-10 0 0 0,555 9 0 0 0,-651 12 0 0 0,501 0 0 0 0,-659-4 0 0 0,136-8 0 0 0,-176 1 0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0:49.70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 0 24 0 0,'-3'51'0'0'0,"-1"100"0"0"0,26 276 0 0 0,-14-372 0 0 0,6 25 0 0 0,-1 3 0 0 0,1 46 0 0 0,-12-85 0 0 0,-3 5 0 0 0,-4 20 0 0 0,-5 0 0 0 0,-2-9 0 0 0,-2-11 0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0:50.00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2184 1 24 0 0,'-222'24'0'0'0,"127"-11"0"0"0,-680 88 0 0 0,358-64 0 0 0,0-27 0 0 0,326-6 0 0 0,-43-1 0 0 0,101-5 0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0:50.44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55 0 0,'9'12'0'0'0,"31"30"0"0"0,9 4 0 0 0,10 4 0 0 0,8 2 0 0 0,1 0 0 0 0,0 6 0 0 0,3 4 0 0 0,1-1 0 0 0,3-5 0 0 0,-34-29 0 0 0,49 25 0 0 0,55 13 0 0 0,-92-43 0 0 0,25 8 0 0 0,5 2 0 0 0,-5-2 0 0 0,-18-8 0 0 0,20 5 0 0 0,-3 0 0 0 0,-16 0 0 0 0,-8-4 0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0:50.76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 26 79 0 0,'0'-1'0'0'0,"-7"-9"0"0"0,6 10 0 0 0,1 0 0 0 0,0 0 0 0 0,0 0 0 0 0,0-1 0 0 0,0 1 0 0 0,0 0 0 0 0,0-1 0 0 0,0 1 0 0 0,0 0 0 0 0,0 0 0 0 0,0-1 0 0 0,0 1 0 0 0,0 0 0 0 0,0 0 0 0 0,1-1 0 0 0,-1 1 0 0 0,0 0 0 0 0,0 0 0 0 0,0 0 0 0 0,0-1 0 0 0,0 1 0 0 0,0 0 0 0 0,1 0 0 0 0,-1 0 0 0 0,0-1 0 0 0,13-3 0 0 0,30 0 0 0 0,-14 4 0 0 0,44 3 0 0 0,-26 5 0 0 0,23 10 0 0 0,4 9 0 0 0,-1 8 0 0 0,-6 5 0 0 0,-53-30 0 0 0,24 23 0 0 0,-33-28 0 0 0,0 0 0 0 0,-1 0 0 0 0,1 1 0 0 0,-1-1 0 0 0,5 11 0 0 0,-7-13 0 0 0,-1 1 0 0 0,1-1 0 0 0,-1 1 0 0 0,0 0 0 0 0,0-1 0 0 0,-1 1 0 0 0,1 0 0 0 0,-1 0 0 0 0,0-1 0 0 0,0 5 0 0 0,0-2 0 0 0,-1-1 0 0 0,0 1 0 0 0,0-1 0 0 0,0 1 0 0 0,-1-1 0 0 0,0 0 0 0 0,0 1 0 0 0,0-1 0 0 0,-1 0 0 0 0,0 0 0 0 0,-4 5 0 0 0,2-2 0 0 0,-1-1 0 0 0,-1 0 0 0 0,0-1 0 0 0,0 0 0 0 0,0 0 0 0 0,-9 6 0 0 0,-11 3 0 0 0,0 0 0 0 0,0-2 0 0 0,-34 10 0 0 0,61-22 0 0 0,-163 54 0 0 0,99-40 0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0:55.45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0 105 7 0 0,'226'-14'1'0'0,"-28"3"-1"0"0,-15 3 0 0 0,-61 2 0 0 0,1222-41 0 0 0,-341 34 0 0 0,-612 9-1 0 0,830 3 2 0 0,-751 9-2 0 0,457 11 2 0 0,0 20-1 0 0,204 19 0 0 0,-469-28 0 0 0,-514-26 0 0 0,193 13 0 0 0,-263-11 0 0 0,67 10 0 0 0,-124-12 0 0 0,1 1 0 0 0,-1 0 0 0 0,0 2 0 0 0,30 13 0 0 0,-27-8 0 0 0,0-1-1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1:38.53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1 336 24 0 0,'0'-7'2'0'0,"1"1"0"0"0,0 1 1 0 0,0-1-1 0 0,0 0 1 0 0,1 0-1 0 0,0 0 1 0 0,0 1-1 0 0,1-1 1 0 0,-1 1-1 0 0,7-10 1 0 0,3-3 14 0 0,24-26 1 0 0,-25 31-17 0 0,14-16 21 0 0,2 1-1 0 0,30-24 0 0 0,-28 29-21 0 0,14-6 0 0 0,-2 3 0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1:39.59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32 55 0 0,'22'-11'0'0'0,"1"4"11"0"0,2 2 42 0 0,44-3 11 0 0,-49 7-46 0 0,0 1 0 0 0,24 3 0 0 0,-28-1-13 0 0,31 10 0 0 0,-46-12-5 0 0,0 0 0 0 0,0 1 0 0 0,-1-1 0 0 0,1 0 0 0 0,0 0 0 0 0,0 1 0 0 0,0-1 0 0 0,-1 1 0 0 0,1-1 0 0 0,0 1 0 0 0,-1-1 0 0 0,1 1 0 0 0,0 0 0 0 0,0 0 0 0 0,-1-1 0 0 0,0 0 0 0 0,0 1 0 0 0,0-1 0 0 0,0 0 0 0 0,0 1 0 0 0,1-1 0 0 0,-1 0 0 0 0,0 1 0 0 0,0-1 0 0 0,0 0 0 0 0,0 1 0 0 0,0-1 0 0 0,0 0 0 0 0,0 0 0 0 0,0 1 0 0 0,-1-1 0 0 0,1 0 0 0 0,0 1 0 0 0,0-1 0 0 0,0 0 0 0 0,0 1 0 0 0,0-1 0 0 0,-1 1 0 0 0,-11 10 0 0 0,11-11 0 0 0,-52 43 0 0 0,-81 49 0 0 0,133-92 0 0 0,-1 1-7 0 0,0 0 0 0 0,0 1 0 0 0,0-1 0 0 0,0 1 0 0 0,0-1 0 0 0,0 1 0 0 0,0 0 0 0 0,-2 3-1 0 0,5-4 8 0 0,0-1 0 0 0,1 1 0 0 0,-1 0 0 0 0,1-1 0 0 0,-1 1 0 0 0,1 0 0 0 0,-1-1 0 0 0,1 0 0 0 0,2 1 0 0 0,1 1 0 0 0,3 0 0 0 0,15 5 0 0 0,8-1 0 0 0,70 16 0 0 0,-99-21 1 0 0,1-1-1 0 0,-1 1 0 0 0,0-1 0 0 0,1 0 0 0 0,-1 0 0 0 0,1 0 0 0 0,-1 0 0 0 0,0-1 0 0 0,1 1 0 0 0,-1 0 0 0 0,0-1 0 0 0,1 0 0 0 0,-1 0 0 0 0,0 0 0 0 0,3-1 1 0 0,-1-1-3 0 0,0 1 0 0 0,0-1 1 0 0,0 1-1 0 0,-1-1 0 0 0,1-1 1 0 0,-1 1-1 0 0,3-4 0 0 0,0-2-58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1:40.02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 0 0,'20'305'63'0'0,"-20"-303"-63"0"0,0 2 0 0 0,1-1 0 0 0,-1 0 0 0 0,1 0 0 0 0,-1 1 0 0 0,1-1 0 0 0,0 0 0 0 0,0 0 0 0 0,1 0 0 0 0,-1 0 0 0 0,3 5 0 0 0,-3-9 0 0 0,0 1 0 0 0,-1-1 0 0 0,1 1 0 0 0,0-1 0 0 0,0 1 0 0 0,-1-1 0 0 0,1 0 0 0 0,-1 1 0 0 0,1-1 0 0 0,-1 0 0 0 0,1 0 0 0 0,-1 1 0 0 0,1-2 0 0 0,0 1 0 0 0,2-5 0 0 0,1 0 0 0 0,-1-1 0 0 0,1 0 0 0 0,-2 0 0 0 0,1 0 0 0 0,-1 0 0 0 0,0 0 0 0 0,-1 0 0 0 0,0-1 0 0 0,0 1 0 0 0,0 0 0 0 0,-1-1 0 0 0,0 1 0 0 0,-1-1 0 0 0,1 1 0 0 0,-4-12 0 0 0,4 19 0 0 0,0-1 0 0 0,0 1 0 0 0,0-1 0 0 0,0 1 0 0 0,0 0 0 0 0,0-1 0 0 0,0 1 0 0 0,-1-1 0 0 0,1 1 0 0 0,0 0 0 0 0,0-1 0 0 0,-1 1 0 0 0,1-1 0 0 0,0 1 0 0 0,0 0 0 0 0,-1-1 0 0 0,1 1 0 0 0,0 0 0 0 0,-1-1 0 0 0,1 1 0 0 0,-1 0 0 0 0,1 0 0 0 0,0-1 0 0 0,-1 1 0 0 0,1 0 0 0 0,-1 0 0 0 0,1 0 0 0 0,0 0 0 0 0,-1 0 0 0 0,0-1 0 0 0,-12 6 0 0 0,9-3 0 0 0,9-5 0 0 0,-1 0-1 0 0,1 0 1 0 0,6-8-1 0 0,15-10 14 0 0,-21 18-8 0 0,0 0 0 0 0,1 0 0 0 0,-1 0 0 0 0,1 1-1 0 0,0 0 1 0 0,-1 0 0 0 0,1 1 0 0 0,0-1 0 0 0,0 1 0 0 0,10 0-1 0 0,-16 1-4 0 0,0 0 0 0 0,0 0 0 0 0,1 0 0 0 0,-1 0 0 0 0,0 0 0 0 0,0 0 0 0 0,0 0 0 0 0,0 0 0 0 0,0 0 0 0 0,0 0 0 0 0,1 0 0 0 0,-1 0 0 0 0,0 0 0 0 0,0 0 0 0 0,0 0 0 0 0,0 0 0 0 0,0 0 0 0 0,0 0 0 0 0,0 1 0 0 0,1-1 0 0 0,-1 0 0 0 0,0 0 0 0 0,0 0 0 0 0,0 0 0 0 0,0 0 0 0 0,0 0 0 0 0,0 0 0 0 0,0 0 0 0 0,0 0 0 0 0,0 1 0 0 0,0-1 0 0 0,0 0 0 0 0,0 0 0 0 0,0 0 0 0 0,0 0 0 0 0,0 0 0 0 0,1 0 0 0 0,-1 1 0 0 0,0-1 0 0 0,0 0 0 0 0,0 0 0 0 0,0 0 0 0 0,0 0 0 0 0,-1 0 0 0 0,1 0 0 0 0,0 1 0 0 0,0-1 0 0 0,0 0 0 0 0,0 0 0 0 0,0 0 0 0 0,0 0 0 0 0,0 0 0 0 0,0 0 0 0 0,0 1 0 0 0,-1 2 0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1:40.36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33 0 55 0 0,'-12'22'0'0'0,"5"2"0"0"0,2 0 0 0 0,-2 33 0 0 0,6-45 0 0 0,0 0 0 0 0,1 0 0 0 0,1 0 0 0 0,0 0 0 0 0,1 0 0 0 0,6 23 0 0 0,3-13 0 0 0,-7-17 0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1:40.56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 0 0,'1'30'-1'0'0,"5"31"1"0"0,0-12 1 0 0,-5-42-1 0 0,-1-3 0 0 0,0 0 0 0 0,0 0 0 0 0,1 0 0 0 0,-1 0 0 0 0,1 0 0 0 0,0 0 0 0 0,0 0 0 0 0,1 0 0 0 0,-1 0 0 0 0,1 0 0 0 0,4 6 0 0 0,-5-9 0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1:40.78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31 24 0 0,'0'1'0'0'0,"0"-1"0"0"0,0 0 0 0 0,0 1 0 0 0,1-1 0 0 0,-1 0 0 0 0,0 1 0 0 0,0-1 0 0 0,0 0 0 0 0,1 0 0 0 0,-1 1 0 0 0,0-1 0 0 0,0 0 0 0 0,1 0 0 0 0,-1 0 0 0 0,0 1 0 0 0,0-1 0 0 0,1 0 0 0 0,-1 0 0 0 0,0 0 0 0 0,1 0 0 0 0,-1 1 0 0 0,0-1 0 0 0,1 0 0 0 0,-1 0 0 0 0,0 0 0 0 0,1 0 0 0 0,-1 0 0 0 0,1 0 0 0 0,12 1 0 0 0,-12-1 0 0 0,17-4 0 0 0,74-24 0 0 0,-89 26 0 0 0,1 1 0 0 0,-1 1 0 0 0,1-1 0 0 0,-1 0 0 0 0,1 1 0 0 0,4 0 0 0 0,0 0 0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1:41.41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93 41 24 0 0,'-3'1'0'0'0,"0"1"0"0"0,1-1 0 0 0,-1 1 0 0 0,1-1 0 0 0,-1 1 0 0 0,1 0 0 0 0,0 0 0 0 0,-1 0 0 0 0,-2 4 0 0 0,0-2 0 0 0,-2 3 1 0 0,0 0 1 0 0,0 1 0 0 0,0 0 0 0 0,1 0-1 0 0,0 0 1 0 0,-6 13 0 0 0,11-18 2 0 0,-1 0 0 0 0,1 0 0 0 0,0 0 0 0 0,0 1 0 0 0,1-1 0 0 0,-1 0 0 0 0,1 0-1 0 0,-1 0 1 0 0,1 1 0 0 0,0 4 0 0 0,1-6 0 0 0,-1 0-1 0 0,0 1 1 0 0,1-1-1 0 0,0 0 0 0 0,0 0 1 0 0,0 0-1 0 0,-1 0 1 0 0,2 0-1 0 0,-1-1 1 0 0,0 1-1 0 0,0 0 0 0 0,1 0 1 0 0,-1-1-1 0 0,1 1 1 0 0,-1-1-1 0 0,1 1 0 0 0,2 1 1 0 0,5 2 6 0 0,-7-4-10 0 0,-1-1 0 0 0,1 1 0 0 0,0-1 0 0 0,-1 1 0 0 0,1-1 0 0 0,-1 0 0 0 0,1 0 0 0 0,0 0 0 0 0,-1 0 0 0 0,3 0 0 0 0,46-6 0 0 0,-46 6 1 0 0,-1-1-1 0 0,1 0 0 0 0,0 0 0 0 0,0-1 0 0 0,-1 1 0 0 0,1-1 0 0 0,0 0 0 0 0,-1 0 1 0 0,0 0-1 0 0,0 0 0 0 0,1-1 0 0 0,-1 1 0 0 0,0-1 0 0 0,-1 0 0 0 0,6-5 0 0 0,2-3 9 0 0,3-3 20 0 0,22-29 0 0 0,-31 38-30 0 0,0-1 1 0 0,-1 1 0 0 0,0-1-1 0 0,0 0 1 0 0,0 0-1 0 0,-1 0 1 0 0,0 0-1 0 0,0 0 1 0 0,1-10-1 0 0,-2 14 1 0 0,-1 1 0 0 0,0 0 0 0 0,0-1 0 0 0,0 1 0 0 0,0 0 0 0 0,0-1 0 0 0,0 1 0 0 0,0 0 0 0 0,-1-1 0 0 0,1 1 0 0 0,0 0 0 0 0,-1-1 0 0 0,1 1 0 0 0,-1 0 0 0 0,1 0 0 0 0,-1-1 0 0 0,0 1 0 0 0,1 0 0 0 0,-1 0 0 0 0,0 0 0 0 0,0 0 0 0 0,0 0 0 0 0,0 0 0 0 0,0 0 0 0 0,0 0 0 0 0,0 0 0 0 0,0 1 0 0 0,0-1 0 0 0,0 0 0 0 0,0 1 0 0 0,-1-1 0 0 0,1 1 0 0 0,0-1 0 0 0,-3 0 0 0 0,2 1 0 0 0,-1 0 0 0 0,0-1 0 0 0,1 1 0 0 0,-1 1 0 0 0,0-1 0 0 0,1 0 0 0 0,-1 0 0 0 0,1 1 0 0 0,-1 0 0 0 0,0-1 0 0 0,1 1 0 0 0,-1 0 0 0 0,1 0 0 0 0,0 1 0 0 0,-1-1 0 0 0,-2 2 0 0 0,-6 6 0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1:41.61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50 55 0 0,'7'1'0'0'0,"-1"0"0"0"0,24-3 0 0 0,31-5 0 0 0,-37 3 0 0 0,-1-1 0 0 0,29-11 0 0 0,-11 1 0 0 0,-35 13 0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1:41.87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 1 55 0 0,'-6'151'0'0'0,"6"-148"0"0"0,0-1 0 0 0,0 0 0 0 0,0 1 0 0 0,1-1 0 0 0,-1 0 0 0 0,1 0 0 0 0,-1 1 0 0 0,2 2 0 0 0,-2-5 0 0 0,0 0 0 0 0,0 1 0 0 0,0-1 0 0 0,1 0 0 0 0,-1 0 0 0 0,0 1 0 0 0,0-1 0 0 0,0 0 0 0 0,0 0 0 0 0,1 0 0 0 0,-1 1 0 0 0,0-1 0 0 0,0 0 0 0 0,1 0 0 0 0,-1 0 0 0 0,0 1 0 0 0,0-1 0 0 0,1 0 0 0 0,-1 0 0 0 0,0 0 0 0 0,0 0 0 0 0,1 0 0 0 0,-1 0 0 0 0,0 0 0 0 0,1 0 0 0 0,-1 0 0 0 0,1 0 0 0 0,0 0 0 0 0,-1 0 0 0 0,1-1 0 0 0,0 1 0 0 0,-1 0 0 0 0,1-1 0 0 0,-1 1 0 0 0,1 0 0 0 0,-1-1 0 0 0,1 1 0 0 0,0-1 0 0 0,-1 1 0 0 0,0-1 0 0 0,1 0 0 0 0,-1 1 0 0 0,1-2 0 0 0,5-7 0 0 0,0-1 0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1:42.12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52 24 0 0,'4'-1'-1'0'0,"-1"-1"1"0"0,1 1 0 0 0,-1-1 0 0 0,1 1 0 0 0,4-4 0 0 0,-2 1 1 0 0,13-6-1 0 0,-11 6 0 0 0,1 0 0 0 0,-1 1 0 0 0,14-3 0 0 0,-8 3 0 0 0,0 1 0 0 0,16-1 0 0 0,-29 3 0 0 0,1 0 0 0 0,-1 0 0 0 0,0 0 0 0 0,1 0 0 0 0,-1 0 0 0 0,0 0 0 0 0,1 0 0 0 0,-1 0 0 0 0,0 1 0 0 0,0-1-1 0 0,1 0 1 0 0,-1 1 0 0 0,0-1 0 0 0,0 1 0 0 0,0 0 0 0 0,1-1 0 0 0,-1 1 0 0 0,0 0 0 0 0,0-1 0 0 0,0 1 0 0 0,0 0 0 0 0,0 0 0 0 0,-1 0 0 0 0,1 0 0 0 0,0 0 0 0 0,0 0 0 0 0,-1 0 0 0 0,2 2 0 0 0,-1 0 0 0 0,-1 0 0 0 0,1 0 0 0 0,0 0 0 0 0,-1 0 0 0 0,0 0 0 0 0,0 0 0 0 0,0 0 0 0 0,0 4 0 0 0,0-1 1 0 0,-1-1-1 0 0,1 0 0 0 0,-1 0 0 0 0,0 0 0 0 0,0 0 0 0 0,-1 0 0 0 0,1 0 0 0 0,-1-1 0 0 0,0 1 0 0 0,0-1 0 0 0,-1 1 0 0 0,-4 6 0 0 0,4-6 0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1:42.31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 60 24 0 0,'-5'5'0'0'0,"5"-5"0"0"0,0 0 0 0 0,0 0 0 0 0,0 0 0 0 0,0 0 0 0 0,0 0 0 0 0,0 1 0 0 0,1-1 0 0 0,-1 0 0 0 0,0 0 0 0 0,0 0 0 0 0,0 0 0 0 0,0 0 0 0 0,0 0 0 0 0,0 1 0 0 0,0-1 0 0 0,0 0 0 0 0,0 0 0 0 0,0 0 0 0 0,0 0 0 0 0,1 0 0 0 0,-1 0 0 0 0,0 0 0 0 0,0 0 0 0 0,0 0 0 0 0,0 0 0 0 0,0 1 0 0 0,0-1 0 0 0,1 0 0 0 0,-1 0 0 0 0,0 0 0 0 0,0 0 0 0 0,0 0 0 0 0,0 0 0 0 0,0 0 0 0 0,1 0 0 0 0,-1 0 0 0 0,0 0 0 0 0,0 0 0 0 0,0 0 0 0 0,0 0 0 0 0,0 0 0 0 0,1 0 0 0 0,-1 0 0 0 0,0 0 0 0 0,0 0 0 0 0,0-1 0 0 0,0 1 0 0 0,1 0 0 0 0,8-1 0 0 0,-9 1 0 0 0,9-4 7 0 0,-1 0 0 0 0,0 0 0 0 0,0 0 0 0 0,0-1 0 0 0,8-7 0 0 0,20-12 14 0 0,-21 15-21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1:42.91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 69 24 0 0,'0'0'-1'0'0,"0"0"1"0"0,0 0 0 0 0,0 0 0 0 0,-1 0 0 0 0,1 0 0 0 0,0 0 0 0 0,0 0 0 0 0,0 0 0 0 0,0 0 0 0 0,-1 0 0 0 0,1-1 0 0 0,0 1 0 0 0,0 0 0 0 0,0 0 0 0 0,0 0 0 0 0,0 0 0 0 0,0 0 0 0 0,-1 0 0 0 0,1 0 0 0 0,0-1 0 0 0,0 1 0 0 0,0 0 0 0 0,0 0 0 0 0,0 0 0 0 0,0 0 0 0 0,0 0 0 0 0,0-1 0 0 0,0 1 0 0 0,0 0 0 0 0,0 0 0 0 0,0 0 0 0 0,0 0 0 0 0,-1-1 0 0 0,1 1 0 0 0,0 0 0 0 0,0 0 0 0 0,1 0 0 0 0,-1 0 0 0 0,0-1 0 0 0,0 1 0 0 0,0 0 0 0 0,0 0 0 0 0,0 0 0 0 0,0 0 0 0 0,0-1 0 0 0,0 1 0 0 0,0 0 0 0 0,0 0 0 0 0,0 0 0 0 0,0 0 0 0 0,0 0 0 0 0,1-1 0 0 0,3-6 11 0 0,0 3-3 0 0,0 0 0 0 0,0 0 0 0 0,1 1 0 0 0,-1 0 0 0 0,1 0-1 0 0,-1 0 1 0 0,1 0 0 0 0,0 1 0 0 0,8-3 0 0 0,3 0 17 0 0,27-6-1 0 0,-27 9 29 0 0,-9 1-45 0 0,0 0 0 0 0,0 1-1 0 0,0 0 1 0 0,0 0 0 0 0,0 1-1 0 0,7 1 1 0 0,-12-2-8 0 0,1 1 1 0 0,-1 0 0 0 0,0 0-1 0 0,0 0 1 0 0,0 0 0 0 0,0 0-1 0 0,0 0 1 0 0,0 1-1 0 0,-1-1 1 0 0,1 1 0 0 0,0-1-1 0 0,-1 1 1 0 0,1 0 0 0 0,-1 0-1 0 0,1 0 1 0 0,1 3-1 0 0,-3-4 0 0 0,0 0 0 0 0,1 0 0 0 0,-1 0 0 0 0,0-1 0 0 0,0 1 0 0 0,0 0 0 0 0,0 0 0 0 0,0 0 0 0 0,0 0 0 0 0,0 0 0 0 0,-1 0 0 0 0,1-1 0 0 0,0 1 0 0 0,0 0 0 0 0,-1 0 0 0 0,1 0 0 0 0,-1-1 0 0 0,1 1 0 0 0,0 0 0 0 0,-1 0 0 0 0,1-1 0 0 0,-1 1 0 0 0,0 0 0 0 0,1-1 0 0 0,-1 1 0 0 0,1-1 0 0 0,-1 1 0 0 0,0-1 0 0 0,-1 2 0 0 0,-1 1 0 0 0,-16 13-4 0 0,1-1-1 0 0,-2 0 0 0 0,-26 14 0 0 0,22-14-31 0 0,-37 30 1 0 0,60-45 32 0 0,0 1 0 0 0,0 0 0 0 0,0-1-1 0 0,1 1 1 0 0,-1 0 0 0 0,0 0 0 0 0,1 0 0 0 0,-1-1 0 0 0,1 1 0 0 0,-1 0 0 0 0,1 0 0 0 0,-1 0 0 0 0,0 2 0 0 0,1-2 2 0 0,0-1 0 0 0,0 0 1 0 0,0 1-1 0 0,0-1 1 0 0,0 1-1 0 0,0-1 0 0 0,0 0 1 0 0,1 1-1 0 0,-1-1 1 0 0,0 0-1 0 0,0 1 1 0 0,0-1-1 0 0,0 0 0 0 0,1 1 1 0 0,-1-1-1 0 0,0 0 1 0 0,0 1-1 0 0,1-1 0 0 0,-1 0 1 0 0,0 1-1 0 0,1-1 1 0 0,-1 0-1 0 0,0 0 0 0 0,1 1 1 0 0,3 1 1 0 0,0-1 1 0 0,0 1-1 0 0,0-1 0 0 0,0 0 1 0 0,8 1-1 0 0,5 2-5 0 0,-3 1 4 0 0,0 0 0 0 0,25 4 0 0 0,-33-8 0 0 0,-1 0 0 0 0,1-1 0 0 0,-1 0 0 0 0,0 0 0 0 0,1-1 0 0 0,-1 1 0 0 0,0-1 0 0 0,1-1 0 0 0,-1 1 0 0 0,10-4 0 0 0,-2-1 0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1:43.08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 1 55 0 0,'-11'228'47'0'0,"2"-106"-30"0"0,11-38-17 0 0,-2-70 0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1:43.39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124 23 24 0 0,'2'-13'-5'0'0,"1"4"63"0"0,-3 11-49 0 0,0 1 0 0 0,-1 0 1 0 0,0 0-1 0 0,0 0 0 0 0,0 0 1 0 0,0-1-1 0 0,-3 6 0 0 0,-20 37-9 0 0,-2-2 0 0 0,-39 51 0 0 0,61-88-12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1:43.53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33 24 0 0,'5'-3'0'0'0,"-1"1"0"0"0,1-1 0 0 0,-1 1 0 0 0,1 0 0 0 0,0 0 0 0 0,0 0 0 0 0,0 1 0 0 0,0 0 0 0 0,8-1 0 0 0,-9 1 0 0 0,52-5 35 0 0,-7 1-7 0 0,-49 5-28 0 0,0 0 0 0 0,0 0 0 0 0,1 0 0 0 0,-1 0 0 0 0,0 0 0 0 0,1 0 0 0 0,-1 0 0 0 0,0 0 0 0 0,0 0 0 0 0,1 0 0 0 0,-1 0 0 0 0,0 0 0 0 0,1 0 0 0 0,-1 0 0 0 0,0 0 0 0 0,0 0 0 0 0,1 1 0 0 0,-1-1 0 0 0,0 0 0 0 0,0 0 0 0 0,1 0 0 0 0,-1 0 0 0 0,0 1 0 0 0,0-1 0 0 0,0 0 0 0 0,1 0 0 0 0,-1 0 0 0 0,0 1 0 0 0,0-1 0 0 0,0 2 0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1:43.76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29 55 0 0,'-1'2'0'0'0,"24"-9"15"0"0,4-3 91 0 0,-22 8-84 0 0,-1 0-1 0 0,1 0 1 0 0,0 0-1 0 0,-1 1 1 0 0,1-1 0 0 0,0 1-1 0 0,0 0 1 0 0,0 1 0 0 0,0-1-1 0 0,1 1 1 0 0,4 0-1 0 0,-9 1-16 0 0,0-1-1 0 0,0 0 0 0 0,0 0 0 0 0,0 1 0 0 0,0-1 0 0 0,0 1 0 0 0,0-1 0 0 0,0 1 1 0 0,0-1-1 0 0,0 1 0 0 0,-1-1 0 0 0,1 1 0 0 0,0 0 0 0 0,0-1 0 0 0,-1 1 0 0 0,1 0 0 0 0,0 0 1 0 0,-1-1-1 0 0,1 1 0 0 0,0 2 0 0 0,0-1 6 0 0,-1 0 1 0 0,1 0-1 0 0,-1 0 0 0 0,1 0 1 0 0,-1 0-1 0 0,0 0 0 0 0,1 1 0 0 0,-1-1 1 0 0,-1 3-1 0 0,0 4 24 0 0,-1 0-1 0 0,0 0 0 0 0,-5 13 1 0 0,7-20-34 0 0,-46 110-287 0 0,26-67 198 0 0,10-22 9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2:47.77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16 122 7 0 0,'-14'-1'-4'0'0,"13"1"18"0"0,4 1 30 0 0,30 2-34 0 0,10-2-10 0 0,8-3 54 0 0,-5-1-44 0 0,459-55-10 0 0,-120 8 0 0 0,-342 46 0 0 0,19-1 0 0 0,-3 2 0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2:48.11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15 0 0,'12'1'1'0'0,"35"4"-1"0"0,-28-4 0 0 0,25 5 53 0 0,1 1-43 0 0,7 6-10 0 0,-41-10 0 0 0,0 1 0 0 0,12 6 0 0 0,8 9 11 0 0,-20-10 32 0 0,9 15-33 0 0,-18-20-10 0 0,1 0 0 0 0,-1 1 0 0 0,0-1 0 0 0,0 0 0 0 0,0 1 0 0 0,0-1 0 0 0,-1 1 0 0 0,0 0 0 0 0,0-1 0 0 0,0 1 0 0 0,0 0 0 0 0,-1-1 0 0 0,0 1 0 0 0,-1 9 0 0 0,0-7 0 0 0,0 0 0 0 0,-1 0 0 0 0,0 0 0 0 0,-1 0 0 0 0,0-1 0 0 0,0 1 0 0 0,0-1 0 0 0,-8 12 0 0 0,-4 1 0 0 0,0-2 0 0 0,-1 0 0 0 0,-1 0 0 0 0,-37 27 0 0 0,34-29 0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2:49.12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61 23 24 0 0,'0'-2'1'0'0,"0"1"0"0"0,0-1 1 0 0,-1 0-1 0 0,1 0 1 0 0,0 1-1 0 0,0-1 1 0 0,-1 0-1 0 0,1 0 1 0 0,-1 1-1 0 0,-1-3 0 0 0,2 4 1 0 0,0 0-1 0 0,0 0 0 0 0,0 0 0 0 0,0 0 0 0 0,0-1 0 0 0,0 1 0 0 0,-1 0 0 0 0,1 0 0 0 0,0 0 0 0 0,0 0 0 0 0,0 0 0 0 0,0 0 0 0 0,0 0 0 0 0,-1 0 0 0 0,1-1 0 0 0,0 1 0 0 0,0 0 0 0 0,0 0 0 0 0,0 0 0 0 0,-1 0 0 0 0,1 0 0 0 0,0 0 0 0 0,0 0 0 0 0,0 0 0 0 0,0 0 0 0 0,-1 0 0 0 0,1 0 0 0 0,0 0 1 0 0,0 0-1 0 0,0 0 0 0 0,0 0 0 0 0,-1 1 0 0 0,1-1 0 0 0,0 0 0 0 0,0 0 0 0 0,-8 10 20 0 0,0 6-4 0 0,1 1-1 0 0,1 0 1 0 0,1 0-1 0 0,0 1 0 0 0,1-1 1 0 0,1 1-1 0 0,-1 32 1 0 0,9 131 47 0 0,-1-125-4 0 0,-3-28-45 0 0,-1-15-8 0 0,1 0-1 0 0,0 0 0 0 0,0 0 1 0 0,1 0-1 0 0,8 22 0 0 0,-10-35-9 0 0,0 0-1 0 0,0 0 0 0 0,0 0 0 0 0,0 0 0 0 0,0 0 0 0 0,0 0 1 0 0,0 0-1 0 0,0 0 0 0 0,0 0 0 0 0,0 0 0 0 0,0 0 0 0 0,0 0 1 0 0,0 0-1 0 0,1 0 0 0 0,-1 0 0 0 0,0 0 0 0 0,0 0 0 0 0,0 0 1 0 0,0 0-1 0 0,0 0 0 0 0,0 0 0 0 0,0 0 0 0 0,0 0 0 0 0,0 0 0 0 0,0 0 1 0 0,0 0-1 0 0,1 0 0 0 0,-1 0 0 0 0,0 0 0 0 0,0 0 0 0 0,0 0 1 0 0,0 0-1 0 0,0 0 0 0 0,0 0 0 0 0,0 0 0 0 0,0 0 0 0 0,0 0 1 0 0,0 0-1 0 0,0 0 0 0 0,0 0 0 0 0,1 0 0 0 0,-1 0 0 0 0,0 0 1 0 0,0 0-1 0 0,0 1 0 0 0,0-1 0 0 0,0 0 0 0 0,0 0 0 0 0,0 0 0 0 0,0 0 1 0 0,0 0-1 0 0,1-1-18 0 0,0-2 11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2:49.99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29 24 0 0,'0'-2'0'0'0,"0"0"0"0"0,0 0 0 0 0,0 0 0 0 0,0-1 0 0 0,0 1 0 0 0,0 0 0 0 0,0 0 0 0 0,1 0 0 0 0,-1 0 0 0 0,1 0 0 0 0,-1 0 0 0 0,2-2 0 0 0,-1 5 5 0 0,0 0 0 0 0,0 0 0 0 0,-1 0 1 0 0,1 0-1 0 0,0 0 0 0 0,-1 0 1 0 0,1 0-1 0 0,-1 0 0 0 0,1 0 1 0 0,-1 0-1 0 0,1 2 0 0 0,8 27 35 0 0,7 51 0 0 0,-11-54-1 0 0,0-1 1 0 0,18 51-1 0 0,-21-73-38 0 0,0 0 1 0 0,0 0-1 0 0,0-1 1 0 0,0 1-1 0 0,1 0 1 0 0,3 3-1 0 0,-6-7-1 0 0,1 1 0 0 0,-1-1 0 0 0,1 1 0 0 0,-1-1 0 0 0,1 0 0 0 0,-1 1 0 0 0,1-1 0 0 0,0 0 0 0 0,-1 0 0 0 0,1 0 0 0 0,-1 1 0 0 0,1-1 0 0 0,0 0 0 0 0,-1 0 0 0 0,1 0 0 0 0,0 0 0 0 0,-1 0 0 0 0,1 0 0 0 0,0 0 0 0 0,0 0 0 0 0,35-4 0 0 0,-34 4 0 0 0,0-1 0 0 0,-1 1 0 0 0,1-1 0 0 0,0 0 0 0 0,-1 0 0 0 0,1 1 0 0 0,-1-1 0 0 0,1 0 0 0 0,-1 0 0 0 0,0 0 0 0 0,1 0 0 0 0,-1-1 0 0 0,0 1 0 0 0,1 0 0 0 0,-1-1 0 0 0,0 1 0 0 0,0-1 0 0 0,1-1 0 0 0,3-4 0 0 0,9-13 0 0 0,23-39 0 0 0,-28 42 0 0 0,1 1 0 0 0,0 0 0 0 0,2 0 0 0 0,13-15 0 0 0,-24 31 0 0 0,-1 0 0 0 0,0-1 0 0 0,1 1 0 0 0,-1 0 0 0 0,0-1 0 0 0,1 1 0 0 0,-1 0 0 0 0,1-1 0 0 0,-1 1 0 0 0,0 0 0 0 0,1 0 0 0 0,-1-1 0 0 0,1 1 0 0 0,-1 0 0 0 0,1 0 0 0 0,-1 0 0 0 0,1 0 0 0 0,-1 0 0 0 0,1 0 0 0 0,-1 0 0 0 0,1 0 0 0 0,-1 0 0 0 0,1 0 0 0 0,-1 0 0 0 0,1 0 0 0 0,-1 0 0 0 0,1 0 0 0 0,-1 0 0 0 0,1 0 0 0 0,-1 1 0 0 0,1-1 0 0 0,2 1 0 0 0,-1 0 0 0 0,0 0 0 0 0,1 0 0 0 0,-1 1 0 0 0,0-1 0 0 0,0 1 0 0 0,0-1 0 0 0,0 1 0 0 0,0 0 0 0 0,0 0 0 0 0,0 0 0 0 0,0 0 0 0 0,-1 0 0 0 0,1 0 0 0 0,-1 0 0 0 0,0 0 0 0 0,1 1 0 0 0,-1-1 0 0 0,0 1 0 0 0,0-1 0 0 0,0 3 0 0 0,10 58 0 0 0,-4-19 0 0 0,14 46 0 0 0,-20-87 0 0 0,0 0 0 0 0,0-1 0 0 0,0 1 0 0 0,1 0 0 0 0,-1-1 0 0 0,1 1 0 0 0,0-1 0 0 0,1 3 0 0 0,-2-5 0 0 0,-1 1 0 0 0,1-1 0 0 0,-1 1 0 0 0,1-1 0 0 0,-1 0 0 0 0,1 1 0 0 0,-1-1 0 0 0,1 1 0 0 0,-1-1 0 0 0,1 0 0 0 0,-1 0 0 0 0,1 1 0 0 0,0-1 0 0 0,-1 0 0 0 0,1 0 0 0 0,-1 0 0 0 0,1 0 0 0 0,0 0 0 0 0,-1 0 0 0 0,1 0 0 0 0,0 0 0 0 0,-1 0 0 0 0,1 0 0 0 0,0 0 0 0 0,-1 0 0 0 0,1 0 0 0 0,-1 0 0 0 0,1 0 0 0 0,0-1 0 0 0,-1 1 0 0 0,1 0 0 0 0,-1-1 0 0 0,1 1 0 0 0,-1 0 0 0 0,1-1 0 0 0,-1 1 0 0 0,1 0 0 0 0,-1-1 0 0 0,1 1 0 0 0,-1-1 0 0 0,1 0 0 0 0,19-24 0 0 0,-1-1 0 0 0,-1-1 0 0 0,-1 0 0 0 0,16-38 0 0 0,-22 43 0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2:51.13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7 0 0,'3'47'0'0'0,"11"64"0"0"0,-9-73 1 0 0,19 111-1 0 0,6 47 0 0 0,-23-131 0 0 0,-2 69 0 0 0,-6-75 0 0 0,-3 1 0 0 0,-2-1 0 0 0,-29 115 0 0 0,35-173 0 0 0,-10 25-1 0 0,10-26 1 0 0,0 0 0 0 0,0 1 0 0 0,0-1 0 0 0,-1 1 0 0 0,1-1 0 0 0,0 0 0 0 0,0 1 0 0 0,0-1 0 0 0,-1 0 1 0 0,1 1-1 0 0,0-1 0 0 0,0 0 0 0 0,-1 1 0 0 0,1-1 0 0 0,0 0 0 0 0,-1 0 0 0 0,1 0 0 0 0,0 1 0 0 0,-1-1 0 0 0,1 0 0 0 0,0 0 0 0 0,-1 0 0 0 0,1 1 0 0 0,-1-1 0 0 0,1 0 0 0 0,0 0 0 0 0,-1 0 0 0 0,1 0 0 0 0,-1 0 0 0 0,1 0 0 0 0,0 0 0 0 0,-1 0 0 0 0,1 0 0 0 0,-1 0 0 0 0,1 0 0 0 0,0 0 0 0 0,-1-1 0 0 0,1 1 0 0 0,-1 0 0 0 0,1 0 0 0 0,0 0 0 0 0,-1 0 0 0 0,1-1 0 0 0,0 1 0 0 0,-1 0 0 0 0,1 0 0 0 0,0-1 0 0 0,-1 1 0 0 0,1 0 0 0 0,0 0 0 0 0,0-1 0 0 0,-1 1 0 0 0,1 0 0 0 0,0-1 0 0 0,0 1 0 0 0,0-1 0 0 0,-1 1 0 0 0,1-1 0 0 0,-4-5-1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2:51.98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0 195 24 0 0,'0'-1'0'0'0,"9"0"0"0"0,28-2 0 0 0,10-3 0 0 0,-4-1 0 0 0,5-2 0 0 0,6 0 0 0 0,3 1 0 0 0,313-32 0 0 0,28-1 0 0 0,-279 30 0 0 0,309-16 17 0 0,2 16 15 0 0,-58 2-18 0 0,110 2-14 0 0,-97 3 0 0 0,-340 4 0 0 0,16 0 0 0 0,-6 2 0 0 0,-9 2 0 0 0,-1 2 0 0 0,-41-6 0 0 0,0 1 0 0 0,0 0 0 0 0,0 0 0 0 0,-1 0 0 0 0,1 1 0 0 0,0-1 0 0 0,4 3 0 0 0,-7-3 0 0 0,-1 0 0 0 0,1-1 0 0 0,-1 1 0 0 0,1 0 0 0 0,-1-1 0 0 0,1 1 0 0 0,-1 0 0 0 0,1 0 0 0 0,-1-1 0 0 0,0 1 0 0 0,1 0 0 0 0,-1 0 0 0 0,0 0 0 0 0,0-1 0 0 0,1 1 0 0 0,-1 0 0 0 0,0 0 0 0 0,0 0 0 0 0,0 0 0 0 0,0 0 0 0 0,0 0 0 0 0,0-1 0 0 0,0 1 0 0 0,-1 1 0 0 0,-8 25 0 0 0,2-9 0 0 0,-1 35 0 0 0,1 0 0 0 0,1 58 0 0 0,2-34 0 0 0,-6 214 0 0 0,-1-5 0 0 0,-20-2 0 0 0,8-180 83 0 0,-53 144 0 0 0,30-105-41 0 0,34-97-42 0 0,10-35 0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2:52.82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 11 24 0 0,'-3'-3'-1'0'0,"2"1"1"0"0,5 3 1 0 0,32 9-1 0 0,14 2 0 0 0,3-4 0 0 0,-5-5 0 0 0,7-3 0 0 0,216-20 34 0 0,-25 1-5 0 0,489 21-29 0 0,-633 0 0 0 0,770 4 0 0 0,-527-10 0 0 0,291 0 0 0 0,-595 4 0 0 0,1 2 0 0 0,13-1 0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2:56.58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18 1 24 0 0,'-9'229'120'0'0,"1"48"-49"0"0,7-44-131 0 0,2-213 38 0 0,-1-17-32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2:57.19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66 62 7 0 0,'1'-2'0'0'0,"-1"1"0"0"0,0 0 0 0 0,1-1 0 0 0,-1 1 0 0 0,1 0 0 0 0,-1 0 0 0 0,1-1 0 0 0,0 1 0 0 0,-1 0 0 0 0,1 0 0 0 0,0 0 0 0 0,0-1 0 0 0,0 1 0 0 0,0 0 0 0 0,2-1 0 0 0,18-14 9 0 0,-19 15-7 0 0,11-6 41 0 0,20-4-33 0 0,6 5 1 0 0,-21 7 32 0 0,-5 1-38 0 0,22 7 0 0 0,-27-6-5 0 0,-1 0 0 0 0,1 1 0 0 0,-1 0 0 0 0,12 8 0 0 0,-15-9 0 0 0,-1 0 0 0 0,0 0 0 0 0,0 0 0 0 0,0 0 0 0 0,0 1 0 0 0,0-1 0 0 0,-1 1 0 0 0,1 0 0 0 0,-1 0 0 0 0,0-1 0 0 0,0 1 0 0 0,2 8 0 0 0,-2-5 0 0 0,-1-1 0 0 0,0 1 0 0 0,0-1 0 0 0,-1 1 0 0 0,0-1 0 0 0,0 1 0 0 0,-2 11 0 0 0,0-3 0 0 0,-2-1 0 0 0,0 0 0 0 0,0 0 0 0 0,-1 0 0 0 0,-1-1 0 0 0,-14 24 0 0 0,14-28 0 0 0,0 0 0 0 0,-1-1 0 0 0,0 1 0 0 0,0-1 0 0 0,-1-1 0 0 0,-14 12 0 0 0,18-16 0 0 0,-1 0 0 0 0,1 1 0 0 0,-1-2 0 0 0,0 1 0 0 0,0-1 0 0 0,0 1 0 0 0,0-1 0 0 0,0-1 0 0 0,-1 1 0 0 0,1-1 0 0 0,0 0 0 0 0,-1 0 0 0 0,1-1 0 0 0,-11 1 0 0 0,6-6 0 0 0,10 5 0 0 0,0 0 0 0 0,0 0 0 0 0,0 0 0 0 0,1 0 0 0 0,-1 0 0 0 0,0 0 0 0 0,0 0 0 0 0,0 0 0 0 0,0 0 0 0 0,0 0 0 0 0,0 0 0 0 0,0 0 0 0 0,0 0 0 0 0,0 0 0 0 0,0 0 0 0 0,0 0 0 0 0,0 0 0 0 0,0 0 0 0 0,0 0 0 0 0,0 0 0 0 0,0 0 0 0 0,0 0 0 0 0,0 0 0 0 0,0 0 0 0 0,1 0 0 0 0,-1 0 0 0 0,0 0 0 0 0,0 0 0 0 0,0 0 0 0 0,0 0 0 0 0,0 0 0 0 0,0 0 0 0 0,0 0 0 0 0,0-1 0 0 0,0 1 0 0 0,0 0 0 0 0,0 0 0 0 0,0 0 0 0 0,0 0 0 0 0,0 0 0 0 0,0 0 0 0 0,0 0 0 0 0,0 0 0 0 0,0 0 0 0 0,0 0 0 0 0,0 0 0 0 0,0 0 0 0 0,0 0 0 0 0,0 0 0 0 0,0 0 0 0 0,0 0 0 0 0,0 0 0 0 0,17 3 0 0 0,25 8 0 0 0,3 8 0 0 0,-37-15 0 0 0,0 1 0 0 0,0 0 0 0 0,10 8 0 0 0,-14-9 0 0 0,0-1 0 0 0,0 1 0 0 0,-1 0 0 0 0,0 1 0 0 0,1-1 0 0 0,-2 1 0 0 0,1-1 0 0 0,0 1 0 0 0,-1 0 0 0 0,0 0 0 0 0,0 0 0 0 0,0 0 0 0 0,-1 0 0 0 0,0 0 0 0 0,0 1 0 0 0,0-1 0 0 0,0 0 0 0 0,-1 1 0 0 0,0-1 0 0 0,0 1 0 0 0,-1-1 0 0 0,1 0 0 0 0,-1 1 0 0 0,-2 5 0 0 0,-2 4 0 0 0,0 0 0 0 0,0 0 0 0 0,-2-1 0 0 0,0 0 0 0 0,0 0 0 0 0,-2 0 0 0 0,1-1 0 0 0,-2-1 0 0 0,0 1 0 0 0,0-2 0 0 0,-1 1 0 0 0,0-1 0 0 0,-1-1 0 0 0,-1 0 0 0 0,1-1 0 0 0,-2 0 0 0 0,1-1 0 0 0,-28 12 0 0 0,38-19-1 0 0,-1 1-1 0 0,0-1 0 0 0,1 0 1 0 0,-1 0-1 0 0,0-1 0 0 0,1 1 1 0 0,-1-1-1 0 0,0 0 0 0 0,0 0 1 0 0,0 0-1 0 0,0 0 0 0 0,1 0 1 0 0,-1-1-1 0 0,0 0 0 0 0,1 0 1 0 0,-1 0-1 0 0,0 0 0 0 0,-5-3 0 0 0,6 2 1 0 0,0 0-1 0 0,0-1 1 0 0,1 1-1 0 0,-1 0 1 0 0,1-1-1 0 0,0 0 1 0 0,-1 1-1 0 0,1-1 1 0 0,0 0-1 0 0,0 0 1 0 0,1 0-1 0 0,-1 0 1 0 0,1 0-1 0 0,-1-1 1 0 0,1 1-1 0 0,0 0 1 0 0,0-1-1 0 0,1 1 1 0 0,-1-1-1 0 0,0-5 0 0 0,1-11 2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2:57.89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 1 24 0 0,'9'303'0'0'0,"-9"-220"0"0"0,-16 133 0 0 0,14-207 0 0 0,0-2 0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2:58.35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58 24 0 0,'8'-6'0'0'0,"13"-3"0"0"0,4-4 0 0 0,9-1 0 0 0,7 3 0 0 0,-32 9 0 0 0,0 1 0 0 0,0 0 0 0 0,16 1 0 0 0,-14 1 3 0 0,0 1 1 0 0,12 3-1 0 0,-23-5-3 0 0,1 0 3 0 0,0 0 1 0 0,0 0-1 0 0,0 1 0 0 0,0-1 1 0 0,0 0-1 0 0,1 1 0 0 0,-1-1 0 0 0,0 1 1 0 0,-1-1-1 0 0,1 1 0 0 0,0 0 1 0 0,1 0-1 0 0,24 24 7 0 0,-21-20-10 0 0,-1 0 0 0 0,0 1 0 0 0,-1 0 0 0 0,1 0 0 0 0,-1 0 0 0 0,-1 0 0 0 0,1 0 0 0 0,-1 1 0 0 0,0-1 0 0 0,1 8 0 0 0,-1-4 0 0 0,-1 1 0 0 0,0 0 0 0 0,-1 0 0 0 0,0 0 0 0 0,-3 19 0 0 0,-1-10 0 0 0,0 0 0 0 0,-2-1 0 0 0,0 0 0 0 0,-1 0 0 0 0,-1 0 0 0 0,-14 24 0 0 0,17-35 0 0 0,-1 0 0 0 0,0 0 0 0 0,0-1 0 0 0,0 1 0 0 0,-1-1 0 0 0,0-1 0 0 0,0 1 0 0 0,-1-1 0 0 0,-9 5 0 0 0,15-9 0 0 0,-1 0 0 0 0,0 0 0 0 0,0-1 0 0 0,-1 1 0 0 0,1-1 0 0 0,0 0 0 0 0,0 0 0 0 0,-1 0 0 0 0,1 0 0 0 0,-1 0 0 0 0,1-1 0 0 0,0 0 0 0 0,-1 1 0 0 0,1-1 0 0 0,-1-1 0 0 0,1 1 0 0 0,-1 0 0 0 0,1-1 0 0 0,0 0 0 0 0,-1 0 0 0 0,1 0 0 0 0,0 0 0 0 0,-1 0 0 0 0,1-1 0 0 0,0 1 0 0 0,0-1 0 0 0,0 0 0 0 0,-3-3 0 0 0,-4-4 0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2:58.86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22 55 0 0,'40'-6'0'0'0,"4"1"0"0"0,7-1 0 0 0,-6 1 0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2:59.17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32 0 24 0 0,'-8'26'0'0'0,"0"26"25"0"0,-1 94 1 0 0,6-66-14 0 0,0 293-12 0 0,4-361 0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2:59.53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 7 0 0,'33'-3'1'0'0,"19"2"-1"0"0,6 1 0 0 0,-18 3 10 0 0,-32-3 43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3:00.23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59 24 0 0,'18'4'0'0'0,"20"3"0"0"0,13-3 0 0 0,4-4 53 0 0,-11-1-43 0 0,12-2-10 0 0,-4 0 0 0 0,-6-2 0 0 0,2-1 0 0 0,-9-1 0 0 0,-25-1 0 0 0,-14 8 0 0 0,0 0 0 0 0,1 0 0 0 0,-1-1 0 0 0,0 1 0 0 0,0 0 0 0 0,1-1 0 0 0,-1 1 0 0 0,0-1 0 0 0,0 1 0 0 0,0 0 0 0 0,0-1 0 0 0,0 1 0 0 0,0-1 0 0 0,1 1 0 0 0,-1 0 0 0 0,0-1 0 0 0,0 1 0 0 0,0-1 0 0 0,0 1 0 0 0,-1-1 0 0 0,1-1 0 0 0,-1 0 0 0 0,0 0 0 0 0,0 0 0 0 0,-1 0 0 0 0,1 0 0 0 0,0 0 0 0 0,-1 0 0 0 0,-2-2 0 0 0,-1-2 0 0 0,-1-1 0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3:00.46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9 24 0 0,'4'-1'0'0'0,"-2"-1"-1"0"0,13 0 2 0 0,27-1-1 0 0,4 4 0 0 0,2 7 0 0 0,-37-5 0 0 0,0 1 0 0 0,16 6 0 0 0,-20-6 0 0 0,0 0 0 0 0,0 0 0 0 0,0 0 0 0 0,8 8 0 0 0,-10-8 0 0 0,-1 1 0 0 0,0-1 0 0 0,0 0 0 0 0,-1 1 0 0 0,1 0 0 0 0,2 5 0 0 0,-4-5 2 0 0,1 0 0 0 0,-2 0 1 0 0,1-1-1 0 0,0 1 0 0 0,-1 0 1 0 0,0 0-1 0 0,0 0 0 0 0,-1 1 1 0 0,1-1-1 0 0,-1 0 0 0 0,0 0 1 0 0,-2 8-1 0 0,1-5 3 0 0,-1 0 1 0 0,0 0 0 0 0,0 0-1 0 0,-1-1 1 0 0,0 1-1 0 0,-1-1 1 0 0,-5 10-1 0 0,0-3 13 0 0,-2 1-1 0 0,0-1 1 0 0,-1-1-1 0 0,0 0 1 0 0,-20 16-1 0 0,5-8-11 0 0,-54 33 0 0 0,58-41-6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3:01.28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113 61 24 0 0,'-22'48'0'0'0,"3"0"0"0"0,1 2 0 0 0,3 0 0 0 0,-13 69 0 0 0,24-94 15 0 0,-3 44 1 0 0,7-57-10 0 0,0 0-1 0 0,1 0 0 0 0,1 0 1 0 0,-1-1-1 0 0,8 22 0 0 0,-2-14-5 0 0,7 5 0 0 0,-12-20 0 0 0,1-1 0 0 0,0 1 0 0 0,1-1 0 0 0,-1 0 0 0 0,0 0 0 0 0,7 4 0 0 0,-7-5 0 0 0,1 0 0 0 0,-1 0 0 0 0,1 0 0 0 0,0-1 0 0 0,0 0 0 0 0,0 0 0 0 0,0 0 0 0 0,0 0 0 0 0,4 0 0 0 0,-5-1 0 0 0,0 0 0 0 0,1 0 0 0 0,-1 0 0 0 0,0-1 0 0 0,0 1 0 0 0,0-1 0 0 0,0 0 0 0 0,0 0 0 0 0,0 0 0 0 0,4-2 0 0 0,0-2 0 0 0,0 1 0 0 0,0-1 0 0 0,0-1 0 0 0,-1 1 0 0 0,0-1 0 0 0,0 0 0 0 0,0-1 0 0 0,8-11 0 0 0,33-61 0 0 0,-46 77 0 0 0,7-15 0 0 0,0 0 0 0 0,-2 0 0 0 0,0 0 0 0 0,-1-1 0 0 0,-1 0 0 0 0,-1 0 0 0 0,0-1 0 0 0,-1 1 0 0 0,-1-1 0 0 0,-1 1 0 0 0,-1-1 0 0 0,0 1 0 0 0,-2 0 0 0 0,0-1 0 0 0,0 1 0 0 0,-2 0 0 0 0,0 1 0 0 0,-2-1 0 0 0,1 1 0 0 0,-2 0 0 0 0,0 1 0 0 0,-2 0 0 0 0,-13-19 0 0 0,19 30 8 0 0,0 0-1 0 0,0 0 0 0 0,-1 0 0 0 0,0 1 0 0 0,0-1 0 0 0,0 1 0 0 0,-1 1 0 0 0,-10-6 0 0 0,14 8-4 0 0,0 0-1 0 0,0 0 0 0 0,0 0 0 0 0,0 0 1 0 0,0 1-1 0 0,0-1 0 0 0,-1 1 0 0 0,1-1 0 0 0,0 1 1 0 0,0 0-1 0 0,-1 0 0 0 0,1 0 0 0 0,0 0 0 0 0,0 0 1 0 0,-1 1-1 0 0,1-1 0 0 0,0 1 0 0 0,0-1 0 0 0,0 1 1 0 0,-1 0-1 0 0,1 0 0 0 0,0 0 0 0 0,0 0 0 0 0,1 0 1 0 0,-1 1-1 0 0,0-1 0 0 0,0 0 0 0 0,-3 4 0 0 0,1 0-2 0 0,0 0 0 0 0,0 0 0 0 0,0 1 0 0 0,1-1 0 0 0,0 1 0 0 0,0 0 0 0 0,-3 7 0 0 0,2 0 0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3:01.98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7 0 0,'2'2'4'0'0,"0"0"0"0"0,0 0 0 0 0,-1 0 0 0 0,1 0 0 0 0,-1 0 0 0 0,1 1 0 0 0,-1-1 0 0 0,0 1 0 0 0,1 2 0 0 0,13 28 20 0 0,2-1-24 0 0,2 7 11 0 0,-4-5 32 0 0,-1-1-33 0 0,2 4 44 0 0,-7-12-44 0 0,0 2-10 0 0,-7-20 0 0 0,-1 0 0 0 0,0 0 0 0 0,1 0 0 0 0,-2 0 0 0 0,1 0 0 0 0,-2 10 0 0 0,1-13 0 0 0,-1 0 0 0 0,1 0 0 0 0,-1 0 0 0 0,0 0 0 0 0,0 0 0 0 0,-1 0 0 0 0,1 0 0 0 0,-1-1 0 0 0,0 1 0 0 0,0 0 0 0 0,0-1 0 0 0,-4 4 0 0 0,1-3-60 0 0,2-3 48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3:02.34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 6 24 0 0,'0'0'0'0'0,"0"0"0"0"0,0 0 0 0 0,0 0 0 0 0,0 0 0 0 0,0 0 0 0 0,-1 0 0 0 0,1 0 0 0 0,0-1 0 0 0,0 1 0 0 0,0 0 0 0 0,0 0 0 0 0,0 0 0 0 0,0 0 0 0 0,0 0 0 0 0,-1 0 0 0 0,1-1 0 0 0,0 1 0 0 0,0 0 0 0 0,0 0 0 0 0,0 0 0 0 0,0 0 0 0 0,0-1 0 0 0,0 1 0 0 0,0 0 0 0 0,0 0 0 0 0,0 0 0 0 0,0 0 0 0 0,0-1 0 0 0,0 1 0 0 0,0 0 0 0 0,0 0 0 0 0,0 0 0 0 0,0 0 0 0 0,0-1 0 0 0,0 1 0 0 0,0 0 0 0 0,0 0 0 0 0,0 0 0 0 0,1-1 0 0 0,0 1 0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3:02.90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7 55 0 0,'0'0'0'0'0,"2"-2"-2"0"0,15 0 15 0 0,18 0 30 0 0,11 3-33 0 0,10 1 1 0 0,-7 1 32 0 0,3-2-33 0 0,-6 0-10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3:04.85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75 0 24 0 0,'-1'0'0'0'0,"0"1"-1"0"0,1-1 1 0 0,-1 0 0 0 0,0 0 0 0 0,0 0 0 0 0,1 1 0 0 0,-1-1 0 0 0,0 0 0 0 0,1 1 0 0 0,-1-1 0 0 0,0 1 0 0 0,1-1 0 0 0,-1 1 0 0 0,1-1 0 0 0,-1 1 0 0 0,0-1 0 0 0,1 1 0 0 0,-1 0 0 0 0,1-1 0 0 0,0 1 0 0 0,-1 0 0 0 0,1-1 0 0 0,-1 1 0 0 0,1 1 0 0 0,-8 21 1 0 0,7-15-1 0 0,-12 43 15 0 0,-10 85 1 0 0,10 55 16 0 0,12-172-21 0 0,1 0 0 0 0,0 0-1 0 0,2 0 1 0 0,0-1 0 0 0,9 35-1 0 0,-4-34-10 0 0,5 3 11 0 0,-4-13 32 0 0,-4-6-41 0 0,1 0 0 0 0,-1 0 0 0 0,1 0 0 0 0,5 2 0 0 0,-5-3 0 0 0,0 0 0 0 0,0 0-1 0 0,0-1 1 0 0,0 0-1 0 0,1 0 1 0 0,8 0-1 0 0,-2-1 13 0 0,-1-1 1 0 0,15-2-1 0 0,15-5-4 0 0,-2-2-10 0 0,0 0 0 0 0,-4-2-10 0 0,-32 12 4 0 0,0-1 0 0 0,0 0 1 0 0,0 0-1 0 0,0-1 0 0 0,0 1 1 0 0,-1 0-1 0 0,1-1 0 0 0,4-3 0 0 0,-1 1 4 0 0,2-3-10 0 0,-4 3-48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3:05.29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1 24 0 0,'-1'0'-1'0'0,"14"3"2"0"0,30 5-1 0 0,7 1 0 0 0,0 2 0 0 0,-3-2 0 0 0,-46-8 0 0 0,5 0 0 0 0,0 0 0 0 0,-1 0 0 0 0,1 1 0 0 0,0 0 0 0 0,4 2 0 0 0,-8-2 0 0 0,0-1 0 0 0,-1 0 0 0 0,1 1 0 0 0,-1-1 0 0 0,1 1 0 0 0,-1-1 0 0 0,0 1 0 0 0,1 0 0 0 0,-1 0 0 0 0,0 0 0 0 0,0-1 0 0 0,1 4 0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3:05.44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 1 24 0 0,'-1'0'0'0'0,"1"0"0"0"0,-1 0 0 0 0,1 1 0 0 0,-1-1 0 0 0,1 0 0 0 0,-1 0 0 0 0,1 1 0 0 0,-1-1 0 0 0,1 0 0 0 0,-1 1 0 0 0,1-1 0 0 0,0 1 0 0 0,-1-1 0 0 0,1 1 0 0 0,-1-1 0 0 0,1 1 0 0 0,0-1 0 0 0,-1 1 0 0 0,1-1 0 0 0,0 1 0 0 0,0-1 0 0 0,-1 1 0 0 0,1-1 0 0 0,0 1 0 0 0,0 0 0 0 0,10 1 0 0 0,32-4 0 0 0,3-8 0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3:06.06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 17 24 0 0,'-8'-3'0'0'0,"4"2"0"0"0,8 2 0 0 0,29 9 0 0 0,16 3 10 0 0,8-1 33 0 0,1-5-33 0 0,89 2-10 0 0,-100-9 0 0 0,203-14 54 0 0,14-6-45 0 0,186-10-7 0 0,0 33-3 0 0,-402 0 1 0 0,13 1 0 0 0,1 2-60 0 0,-17-2 48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3:07.48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7 0 0,'0'0'0'0'0,"0"1"0"0"0,1-1 0 0 0,-1 0 0 0 0,0 0 0 0 0,1 0 0 0 0,-1 1 0 0 0,0-1 0 0 0,1 0 0 0 0,-1 1 0 0 0,0-1 0 0 0,1 0 0 0 0,-1 1 0 0 0,0-1 0 0 0,0 0 0 0 0,1 1 0 0 0,-1-1 0 0 0,0 1 0 0 0,0-1 0 0 0,0 0 0 0 0,0 1 0 0 0,0-1 0 0 0,0 1 0 0 0,1-1 0 0 0,-1 1 0 0 0,2 13 1 0 0,-2-12-1 0 0,12 135 72 0 0,-5-44-9 0 0,26 282 1 0 0,-29-315-128 0 0,2-104 0 0 0,-3 1 64 0 0,-1 25 0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3:07.82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83 58 24 0 0,'3'-3'-1'0'0,"5"-2"1"0"0,7-4 1 0 0,12-6-1 0 0,13-2 11 0 0,-34 15-1 0 0,-1 0 0 0 0,1 1 0 0 0,0 0 0 0 0,0 0 0 0 0,9-1 0 0 0,-9 2-1 0 0,0 1 0 0 0,0-1-1 0 0,0 1 1 0 0,0 0-1 0 0,0 0 1 0 0,7 3-1 0 0,-10-2-5 0 0,1-1-1 0 0,-1 0 0 0 0,-1 1 0 0 0,1 0 0 0 0,0 0 0 0 0,0 0 0 0 0,-1 0 0 0 0,1 0 0 0 0,-1 0 0 0 0,4 5 0 0 0,-1 1 5 0 0,0-1-1 0 0,-1 1 1 0 0,0 0-1 0 0,-1 0 1 0 0,0 0-1 0 0,0 1 1 0 0,0-1-1 0 0,-1 1 1 0 0,-1-1-1 0 0,1 1 1 0 0,-1 0-1 0 0,-1 0 1 0 0,1 0-1 0 0,-2 0 1 0 0,1-1-1 0 0,-1 1 1 0 0,-3 12-1 0 0,1-9-8 0 0,-1-1 0 0 0,0 0-1 0 0,0 0 1 0 0,-1 0-1 0 0,-1-1 1 0 0,0 0 0 0 0,0 0-1 0 0,-1 0 1 0 0,0-1-1 0 0,-1 0 1 0 0,0 0 0 0 0,0 0-1 0 0,-1-1 1 0 0,-13 9-1 0 0,16-12 2 0 0,-1-1-1 0 0,1 0 1 0 0,-1-1-1 0 0,0 1 1 0 0,0-1-1 0 0,0-1 1 0 0,0 1-1 0 0,0-1 1 0 0,-1 0-1 0 0,1-1 1 0 0,-1 0-1 0 0,1 0 1 0 0,-1-1-1 0 0,1 1 1 0 0,-1-2-1 0 0,1 1 1 0 0,-1-1-1 0 0,1 0 1 0 0,-1-1-1 0 0,1 1 1 0 0,-1-2-1 0 0,1 1 1 0 0,-9-5-1 0 0,12 5-4 0 0,0-1-1 0 0,-1 1 0 0 0,1-1 1 0 0,1 0-1 0 0,-1 0 0 0 0,0 0 1 0 0,-5-7-1 0 0,2-2-4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3:08.45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203 0 15 0 0,'-3'1'1'0'0,"-1"0"-1"0"0,1 0 0 0 0,0 1 1 0 0,0-1-1 0 0,0 1 0 0 0,0 0 0 0 0,0 0 1 0 0,-4 3-1 0 0,1-1 8 0 0,-12 8 25 0 0,0 1-1 0 0,1 0 1 0 0,1 2-1 0 0,0 0 1 0 0,-20 24-1 0 0,31-33-25 0 0,0 1-1 0 0,1-1 1 0 0,-1 1-1 0 0,2 0 1 0 0,-1 1 0 0 0,1-1-1 0 0,0 0 1 0 0,0 1-1 0 0,1 0 1 0 0,0-1 0 0 0,0 1-1 0 0,1 0 1 0 0,0 0-1 0 0,1 0 1 0 0,0 0-1 0 0,0 0 1 0 0,0 0 0 0 0,2 9-1 0 0,2-5 37 0 0,3 2-33 0 0,13 11-10 0 0,-16-22 0 0 0,0 0 0 0 0,-1 0 0 0 0,1 0 0 0 0,0-1 0 0 0,0 0 0 0 0,7 3 0 0 0,24 5-12 0 0,-19-8-36 0 0,16-2 22 0 0,-15-2-44 0 0,26-7 2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3:08.88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57 52 24 0 0,'-2'0'1'0'0,"0"0"0"0"0,0 1 1 0 0,0-1-1 0 0,0 1 0 0 0,0 0 1 0 0,0-1-1 0 0,0 1 1 0 0,0 0-1 0 0,0 0 0 0 0,0 0 1 0 0,1 1-1 0 0,-1-1 1 0 0,0 0-1 0 0,1 1 0 0 0,-1-1 1 0 0,1 1-1 0 0,-1-1 1 0 0,1 1-1 0 0,0 0 0 0 0,0-1 1 0 0,0 1-1 0 0,-2 3 0 0 0,1 1 3 0 0,-1-1 0 0 0,1 0 0 0 0,0 1 0 0 0,0-1 0 0 0,1 1 0 0 0,0 0 0 0 0,-1 6 0 0 0,1 3 12 0 0,1 0 0 0 0,0 0 0 0 0,1 0 0 0 0,0 1 0 0 0,2-1 0 0 0,0-1 0 0 0,7 24 0 0 0,-3-22-16 0 0,7 7 0 0 0,-13-21 0 0 0,1-1 0 0 0,-1 1 0 0 0,0-1 0 0 0,1 1 0 0 0,-1-1 0 0 0,1 0 0 0 0,0 1 0 0 0,-1-1 0 0 0,1 0 0 0 0,0 0 0 0 0,0 0 0 0 0,0 0 0 0 0,0 0 0 0 0,2 0 0 0 0,0 0 0 0 0,-1-1 0 0 0,1 0 0 0 0,-1 0 0 0 0,1 0 0 0 0,-1 0 0 0 0,1-1 0 0 0,-1 1 0 0 0,1-1 0 0 0,-1 0 0 0 0,4-1 0 0 0,-1 0 0 0 0,-1-1 0 0 0,0 0 0 0 0,1-1 0 0 0,-1 1 0 0 0,-1-1 0 0 0,1 0 0 0 0,0 0 0 0 0,-1 0 0 0 0,6-7 0 0 0,2-4 0 0 0,16-27 0 0 0,-21 31-4 0 0,0-1 0 0 0,-1 0 0 0 0,0-1 0 0 0,-1 0 0 0 0,-1 0 0 0 0,0 0 0 0 0,0 0 0 0 0,-1 0 0 0 0,-1-1 0 0 0,0 0 0 0 0,-1 1 0 0 0,-1-1 0 0 0,0 0 0 0 0,-1 1 0 0 0,-2-17 0 0 0,1 25 4 0 0,1 5 0 0 0,-2 11 0 0 0,0 18 0 0 0,3-22 0 0 0,-5 125 0 0 0,5-106 0 0 0,2-1 0 0 0,0 1 0 0 0,8 28 0 0 0,2-18 0 0 0,-4-19 0 0 0,5 3 0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3:09.13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10 7 0 0,'18'0'1'0'0,"23"-4"-1"0"0,6-1-1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3:09.32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63 2 24 0 0,'0'0'-1'0'0,"-1"0"1"0"0,1-1 0 0 0,-1 1 0 0 0,0 0 0 0 0,1 0 0 0 0,-1 0 0 0 0,0 0 0 0 0,1 0 0 0 0,-1 0 0 0 0,0 0 0 0 0,1 0 0 0 0,-1 0 0 0 0,0 0 0 0 0,1 0 0 0 0,-1 0 0 0 0,0 0 0 0 0,1 0 0 0 0,-1 0 0 0 0,1 1 0 0 0,-1-1 0 0 0,0 0 0 0 0,1 1 0 0 0,-1-1 0 0 0,1 0 0 0 0,-1 1 0 0 0,1-1 0 0 0,-2 1 0 0 0,-6 18 6 0 0,6-13-1 0 0,-8 30 28 0 0,2 1 0 0 0,1 1 0 0 0,2 0 0 0 0,2 0 0 0 0,1 55-1 0 0,3-76-35 0 0,0 0-1 0 0,2 1 0 0 0,5 23 1 0 0,-7-39-71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3:10.18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 1 24 0 0,'-1'3'-1'0'0,"0"0"1"0"0,1 0 0 0 0,0 0 0 0 0,-1 0 0 0 0,1 0 0 0 0,0 0 0 0 0,1 4 0 0 0,-1-2 1 0 0,5 136 27 0 0,0 22 7 0 0,-6-130-35 0 0,0 0 0 0 0,1 0 0 0 0,1 0 0 0 0,7 33 0 0 0,-9-72 0 0 0,1 0 0 0 0,1 1 0 0 0,-1-1 0 0 0,1 1 0 0 0,0-1 0 0 0,2-6 0 0 0,2-15 0 0 0,-3 8 0 0 0,-1-2 0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3:10.51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74 16 24 0 0,'2'-2'0'0'0,"1"-1"-1"0"0,13-2 2 0 0,-10 3-1 0 0,0 1 0 0 0,0 0 0 0 0,0 0 0 0 0,12 0 0 0 0,-12 2 1 0 0,-1 0 0 0 0,1 0 1 0 0,-1 0-1 0 0,1 1 0 0 0,-1-1 1 0 0,0 1-1 0 0,6 3 0 0 0,-5-2 8 0 0,1 1-1 0 0,-1 0 1 0 0,0 0-1 0 0,9 9 1 0 0,-7-6-6 0 0,0 2 1 0 0,10 14-1 0 0,-13-16 1 0 0,1 1-1 0 0,-2 0 1 0 0,1 0-1 0 0,-1 0 0 0 0,0 0 1 0 0,-1 1-1 0 0,0 0 0 0 0,-1-1 1 0 0,1 1-1 0 0,-2 0 1 0 0,1 0-1 0 0,-1 1 0 0 0,-1-1 1 0 0,1 0-1 0 0,-2 0 0 0 0,1 0 1 0 0,-1 1-1 0 0,-4 13 0 0 0,4-16-3 0 0,-2-1 0 0 0,1 1 0 0 0,-1 0 0 0 0,0-1 0 0 0,0 1 0 0 0,-1-1 0 0 0,0 0 0 0 0,0 0 0 0 0,0-1 0 0 0,-1 1 0 0 0,0-1 0 0 0,0 0 0 0 0,0 0 0 0 0,-1 0 0 0 0,1-1 0 0 0,-1 0 0 0 0,0 0 0 0 0,-1 0 0 0 0,1-1 0 0 0,0 0 0 0 0,-1 0 0 0 0,0-1 0 0 0,0 0 0 0 0,0 0 0 0 0,0 0 0 0 0,0-1 0 0 0,0 0 0 0 0,0-1 0 0 0,0 1 0 0 0,0-1 0 0 0,0-1 0 0 0,-1 1 0 0 0,-9-3 0 0 0,9 1 0 0 0,0 0 0 0 0,1 0 0 0 0,0 0 0 0 0,-1-1 0 0 0,1 0 0 0 0,0 0 0 0 0,-11-8 0 0 0,16 10 0 0 0,-1-1 0 0 0,1 0 0 0 0,0 0 0 0 0,0 0 0 0 0,-1 0 0 0 0,1 0 0 0 0,1-1 0 0 0,-1 1 0 0 0,0-1 0 0 0,1 1 0 0 0,-1-1 0 0 0,1 0 0 0 0,0 1 0 0 0,-1-1 0 0 0,2 0 0 0 0,-1 0 0 0 0,0 0 0 0 0,0 0 0 0 0,1 0 0 0 0,0 0 0 0 0,-1 0 0 0 0,2-5 0 0 0,0-5 0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3:10.92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7 0 0,'5'103'105'0'0,"-1"-63"-93"0"0,-4 65-1 0 0,-3-66-11 0 0,6-58 0 0 0,-2 10 0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3:11.07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 20 24 0 0,'-1'-20'31'0'0,"1"20"-30"0"0,0 0 0 0 0,0 0 0 0 0,-1 0 0 0 0,1 1 0 0 0,0-1 0 0 0,0 0 0 0 0,0 0 0 0 0,0 0 0 0 0,0 0 0 0 0,0 0 0 0 0,0 0-1 0 0,0 0 1 0 0,0 0 0 0 0,0 0 0 0 0,0 0 0 0 0,0 0 0 0 0,0 0 0 0 0,0-1 0 0 0,0 1 0 0 0,0 0 0 0 0,0 0 0 0 0,0 0 0 0 0,0 0-1 0 0,0 11 10 0 0,1-7-10 0 0,-1 0 0 0 0,1 0 0 0 0,0 0 0 0 0,0 0 0 0 0,0 0 0 0 0,3 6 0 0 0,1-1 0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3:11.41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18 89 24 0 0,'-1'15'0'0'0,"0"-1"0"0"0,-6 23 0 0 0,4-23 0 0 0,1 1 0 0 0,-1 21 0 0 0,3-36 0 0 0,0 0 0 0 0,0 1 0 0 0,0-1 0 0 0,-1 0 0 0 0,1 0 0 0 0,0 0 1 0 0,0 0-1 0 0,0 0 0 0 0,0 0 0 0 0,0 0 0 0 0,0 0 0 0 0,0 0 1 0 0,0 0-1 0 0,0 1 0 0 0,0-1 0 0 0,0 0 0 0 0,0 0 0 0 0,0 0 0 0 0,0 0 1 0 0,0 0-1 0 0,0 0 0 0 0,0 0 0 0 0,0 0 0 0 0,0 0 0 0 0,0 1 1 0 0,0-1-1 0 0,0 0 0 0 0,0 0 0 0 0,0 0 0 0 0,1 0 0 0 0,-1 0 1 0 0,0 0-1 0 0,0 0 0 0 0,0 0 0 0 0,0 0 0 0 0,0 0 0 0 0,0 0 0 0 0,0 0 1 0 0,0 1-1 0 0,0-1 0 0 0,0 0 0 0 0,0 0 0 0 0,0 0 0 0 0,0 0 1 0 0,1 0-1 0 0,-1 0 0 0 0,0 0 0 0 0,0 0 0 0 0,0 0 0 0 0,0 0 0 0 0,0 0 1 0 0,0 0-1 0 0,0 0 0 0 0,0 0 0 0 0,0 0 0 0 0,1 0 0 0 0,-1 0 1 0 0,0 0-1 0 0,0 0 0 0 0,0 0 0 0 0,0 0 0 0 0,0 0 0 0 0,0 0 0 0 0,6-8 22 0 0,4-11 10 0 0,-2 1-30 0 0,14-32 29 0 0,32-54 0 0 0,-37 83-31 0 0,-17 21 0 0 0,0-1 0 0 0,1 1 0 0 0,-1 0 0 0 0,0-1 0 0 0,1 1 0 0 0,-1 0 0 0 0,0 0 0 0 0,1 0 0 0 0,-1-1 0 0 0,1 1 0 0 0,-1 0 0 0 0,0 0 0 0 0,1 0 0 0 0,-1 0 0 0 0,1 0 0 0 0,-1 0 0 0 0,1 0 0 0 0,-1 0 0 0 0,0 0 0 0 0,1 0 0 0 0,-1 0 0 0 0,1 0 0 0 0,-1 0 0 0 0,1 0 0 0 0,-1 0 0 0 0,0 0 0 0 0,1 0 0 0 0,-1 0 0 0 0,1 1 0 0 0,-1-1 0 0 0,0 0 0 0 0,1 0 0 0 0,-1 1 0 0 0,2 0 0 0 0,0-1 0 0 0,0 1 0 0 0,0 0 0 0 0,0 0 0 0 0,0 0 0 0 0,0 1 0 0 0,0-1 0 0 0,0 0 0 0 0,-1 1 0 0 0,1-1 0 0 0,0 1 0 0 0,-1 0 0 0 0,1-1 0 0 0,-1 1 0 0 0,0 0 0 0 0,0 0 0 0 0,1 0 0 0 0,-1 0 0 0 0,-1 0 0 0 0,1 0 0 0 0,0 0 0 0 0,0 0 0 0 0,-1 0 0 0 0,1 3 0 0 0,1 47 0 0 0,-6 56 0 0 0,0-2 0 0 0,4-103 0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4:06.76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0 464 24 0 0,'1'-6'1'0'0,"0"1"1"0"0,1 0 0 0 0,-1 0 0 0 0,1 0 0 0 0,0 0 0 0 0,0 0 0 0 0,1 0-1 0 0,4-7 1 0 0,1-3 35 0 0,7-10 10 0 0,1 0 0 0 0,1 0-1 0 0,1 2 1 0 0,1 0 0 0 0,32-29 0 0 0,-37 41 12 0 0,-3 2-48 0 0,0 1 13 0 0,-1 0-1 0 0,18-9 0 0 0,24-12 1 0 0,4-1 19 0 0,-6 5-33 0 0,-4 2-27 0 0,-43 22 4 0 0,5-3-16 0 0,0 0 0 0 0,-1 0 0 0 0,9-6 0 0 0,12-9-65 0 0,3-1 30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4:08.43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155 1 24 0 0,'1'0'0'0'0,"-7"5"0"0"0,-59 79 0 0 0,25-30 0 0 0,25-36-1 0 0,9-11 1 0 0,0 0 1 0 0,1 0-1 0 0,-8 11 0 0 0,13-17-1 0 0,0-1 1 0 0,0 0 0 0 0,0 1 0 0 0,0-1 0 0 0,0 1 0 0 0,0-1 0 0 0,0 0 0 0 0,0 1 0 0 0,0-1 0 0 0,0 0 0 0 0,0 1 0 0 0,0-1 0 0 0,1 0 0 0 0,-1 1 0 0 0,0-1 0 0 0,0 1 0 0 0,0-1 0 0 0,0 0 0 0 0,1 1 0 0 0,-1-1 0 0 0,0 0 0 0 0,0 0 0 0 0,1 1 0 0 0,-1-1 0 0 0,0 0 0 0 0,0 0 0 0 0,1 1 0 0 0,-1-1 0 0 0,0 0 0 0 0,1 0 0 0 0,-1 0 0 0 0,0 1 0 0 0,1-1 0 0 0,-1 0 0 0 0,1 0 0 0 0,1 1 1 0 0,0 0 0 0 0,0-1 1 0 0,0 1-1 0 0,0-1 1 0 0,0 1-1 0 0,0-1 1 0 0,4 1-1 0 0,4-3 42 0 0,32-6-33 0 0,9-4-10 0 0,6 4 0 0 0,0 5 0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4:08.70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 0 0,'2'3'0'0'0,"0"1"0"0"0,0 0 0 0 0,-1-1 1 0 0,1 1-1 0 0,-1 0 0 0 0,0 0 1 0 0,0 0-1 0 0,1 5 0 0 0,-1-1 8 0 0,0-3-4 0 0,3 12 8 0 0,0 1 1 0 0,-2-1-1 0 0,1 19 0 0 0,-3-34-12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4:08.91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47 55 0 0,'23'-8'64'0'0,"22"-4"-10"0"0,17-3-44 0 0,1 4-10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4:09.13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33 1 24 0 0,'-6'10'2'0'0,"1"1"1"0"0,1 0-1 0 0,0 0 1 0 0,0 1 0 0 0,-3 16-1 0 0,6-22 11 0 0,0 1 0 0 0,1-1-1 0 0,-1 0 1 0 0,1 0 0 0 0,0 0 0 0 0,1 1-1 0 0,0-1 1 0 0,-1 0 0 0 0,2 0 0 0 0,-1 0-1 0 0,1 0 1 0 0,3 7 0 0 0,-4-10-12 0 0,1-1 1 0 0,0 1-1 0 0,-1-1 1 0 0,1 1-1 0 0,0-1 1 0 0,4 4-1 0 0,-5-5-1 0 0,0 0 0 0 0,1-1 0 0 0,-1 1 0 0 0,0 0 0 0 0,0-1 0 0 0,0 1 0 0 0,1-1 0 0 0,-1 1 0 0 0,0-1 0 0 0,3 1 0 0 0,5 1 0 0 0,1 0 0 0 0,-1-1 0 0 0,14 0 0 0 0,-17-1 0 0 0,0 0 0 0 0,0-1 0 0 0,-1 0 0 0 0,1 0 0 0 0,0-1 0 0 0,10-4 0 0 0,32-18 0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4:09.55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139 1 24 0 0,'-1'0'-1'0'0,"0"0"1"0"0,1 0 0 0 0,-1 0 0 0 0,1 0 0 0 0,-1 0 0 0 0,0 0 0 0 0,1 0 0 0 0,-1 0 0 0 0,1 0 0 0 0,-1 0 0 0 0,1 0 0 0 0,-1 0 0 0 0,0 0 0 0 0,1 0 0 0 0,-1 1 0 0 0,1-1 0 0 0,-1 0 0 0 0,1 0 0 0 0,-1 1 0 0 0,1-1 0 0 0,-1 0 0 0 0,1 1 0 0 0,-1-1 0 0 0,1 0 0 0 0,0 1 0 0 0,-1-1 0 0 0,1 1 0 0 0,-1-1 0 0 0,1 1 0 0 0,-1 0 0 0 0,-15 19 32 0 0,13-17-10 0 0,-33 44-9 0 0,-19 23-16 0 0,54-70 3 0 0,1 1 0 0 0,-1 0 0 0 0,1-1 0 0 0,-1 1 0 0 0,0-1 0 0 0,1 1 0 0 0,-1-1 0 0 0,0 1 0 0 0,1-1 0 0 0,-1 1 0 0 0,0-1 0 0 0,0 0 0 0 0,0 1 0 0 0,0-1 0 0 0,0-2 0 0 0,7-4 0 0 0,12-3 0 0 0,-5 7 0 0 0,33 1 0 0 0,10 2 0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4:09.75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 1 24 0 0,'-1'0'-1'0'0,"1"0"1"0"0,-1 1 0 0 0,1-1 0 0 0,-1 0 0 0 0,1 1 0 0 0,-1-1 0 0 0,0 0 0 0 0,1 1 0 0 0,-1-1 0 0 0,1 1 0 0 0,0-1 0 0 0,-1 1 0 0 0,1-1 0 0 0,-1 1 0 0 0,1-1 0 0 0,0 1 0 0 0,-1-1 0 0 0,1 1 0 0 0,0-1 0 0 0,0 1 0 0 0,-1 0 0 0 0,1-1 0 0 0,0 1 0 0 0,0 0-1 0 0,0-1 1 0 0,0 1 0 0 0,0-1 0 0 0,0 1 0 0 0,0 1 0 0 0,-1 26 29 0 0,0-20 10 0 0,1 92 46 0 0,1-81-69 0 0,0-1 0 0 0,2 0 0 0 0,7 27 0 0 0,-7-36-16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4:10.31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19 5 24 0 0,'6'-1'-2'0'0,"-2"-1"2"0"0,17 0 55 0 0,26 3-45 0 0,-35 1-10 0 0,1 0 0 0 0,13 5 0 0 0,16 5 0 0 0,-40-11 3 0 0,0 0-1 0 0,0 0 0 0 0,0 0 0 0 0,0 0 0 0 0,0 0 0 0 0,0 1 0 0 0,0-1 0 0 0,3 3 0 0 0,-5-4-1 0 0,0 1 1 0 0,1-1-1 0 0,-1 1 0 0 0,1-1 1 0 0,-1 1-1 0 0,0-1 0 0 0,1 1 0 0 0,-1-1 1 0 0,0 1-1 0 0,0-1 0 0 0,1 1 1 0 0,-1-1-1 0 0,0 1 0 0 0,0-1 0 0 0,0 1 1 0 0,0 0-1 0 0,0-1 0 0 0,0 1 1 0 0,0-1-1 0 0,0 1 0 0 0,0-1 0 0 0,0 1 1 0 0,0 0-1 0 0,0-1 0 0 0,0 1 1 0 0,-1 0-1 0 0,-1 1 11 0 0,0 0 0 0 0,0-1 0 0 0,-1 1 0 0 0,1-1 0 0 0,-1 0 0 0 0,1 1 0 0 0,-1-1 0 0 0,1 0 1 0 0,-1-1-1 0 0,0 1 0 0 0,-4 0 0 0 0,-2 2-19 0 0,-2 1 6 0 0,-6 1 5 0 0,-31 15-1 0 0,42-17 3 0 0,0 1 1 0 0,0 0-1 0 0,1 0 1 0 0,0 0-1 0 0,-1 1 1 0 0,1-1-1 0 0,1 1 1 0 0,-7 8-1 0 0,6-5-6 0 0,-1 0 0 0 0,1 1 0 0 0,0 0 0 0 0,-6 16 0 0 0,9-20 0 0 0,0 0 0 0 0,1 0 0 0 0,0 0 0 0 0,0 0 0 0 0,0 0 0 0 0,1 0 0 0 0,-1 0 0 0 0,1 0 0 0 0,1 0 0 0 0,-1 0 0 0 0,2 7 0 0 0,-2-11 0 0 0,1 1 0 0 0,-1-1 0 0 0,1 1 0 0 0,-1-1 0 0 0,1 0 0 0 0,0 1 0 0 0,-1-1 0 0 0,1 0 0 0 0,0 0 0 0 0,0 0 0 0 0,0 1 0 0 0,0-1 0 0 0,0 0 0 0 0,0 0 0 0 0,0 0 0 0 0,0 0 0 0 0,1-1 0 0 0,-1 1 0 0 0,0 0 0 0 0,3 1 0 0 0,10-4 11 0 0,32-11 32 0 0,9-11-33 0 0,-8 0-10 0 0,-11 6-14 0 0,-29 15-60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4:11.72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 0 0,'6'0'0'0'0,"22"6"0"0"0,19 10 10 0 0,-33-10 11 0 0,26 14 1 0 0,-31-14-20 0 0,1 0 1 0 0,-1 1 0 0 0,10 9-1 0 0,-10-6 1 0 0,1 1 0 0 0,-2 0-1 0 0,1 0 1 0 0,-2 1 0 0 0,0 0-1 0 0,0 0 1 0 0,-1 1-1 0 0,0 0 1 0 0,-1 0 0 0 0,-1 0-1 0 0,3 17 1 0 0,3 18 13 0 0,5 89 0 0 0,-14-133-16 0 0,2 54 0 0 0,-10 108 0 0 0,8-158 2 0 0,0-6-4 0 0,0-4-10 0 0,-1-1-48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4:12.01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7 228 55 0 0,'-2'7'5'0'0,"0"1"-1"0"0,1-1 0 0 0,1 0 1 0 0,-1 0-1 0 0,1 1 0 0 0,0-1 0 0 0,0 0 1 0 0,1 1-1 0 0,0-1 0 0 0,1 0 0 0 0,0 0 1 0 0,0 0-1 0 0,0 0 0 0 0,4 9 0 0 0,0-6 7 0 0,2-3 32 0 0,18 11-22 0 0,-25-18-19 0 0,-1 0 0 0 0,1 1-1 0 0,0-1 1 0 0,-1 1 0 0 0,1-1-1 0 0,-1 0 1 0 0,1 0 0 0 0,0 1 0 0 0,-1-1-1 0 0,1 0 1 0 0,-1 0 0 0 0,1 0-1 0 0,0 0 1 0 0,-1 1 0 0 0,1-1-1 0 0,0 0 1 0 0,-1 0 0 0 0,1 0 0 0 0,0 0-1 0 0,-1-1 1 0 0,1 1 0 0 0,0 0-1 0 0,-1 0 1 0 0,2-1 0 0 0,44-10 20 0 0,-39 9-14 0 0,-1-1 0 0 0,0 0 0 0 0,0-1 0 0 0,0 1 0 0 0,7-7 0 0 0,16-13 29 0 0,46-47-1 0 0,-60 54-21 0 0,0-2 0 0 0,-1 0 0 0 0,-1 0 0 0 0,14-27 0 0 0,-23 37-20 0 0,0 0-1 0 0,0 0 0 0 0,-2 0 0 0 0,1 0 0 0 0,-1-1 0 0 0,0 1 0 0 0,0-1 0 0 0,-1 0 0 0 0,0 0 0 0 0,-1 1 0 0 0,0-1 0 0 0,-2-10 0 0 0,-1 2-61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4:12.68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260 8 24 0 0,'0'0'0'0'0,"0"-1"0"0"0,0 1 0 0 0,0 0 0 0 0,0 0 0 0 0,0 0 0 0 0,1 0 0 0 0,-1-1 0 0 0,0 1 0 0 0,0 0 0 0 0,0 0 0 0 0,0 0 0 0 0,0 0 0 0 0,0-1 0 0 0,0 1 0 0 0,0 0 0 0 0,0 0 0 0 0,0 0 0 0 0,0-1 0 0 0,0 1 0 0 0,0 0 0 0 0,0 0 0 0 0,0 0 0 0 0,0-1 0 0 0,0 1 0 0 0,0 0 0 0 0,0 0 0 0 0,0 0 0 0 0,0-1 0 0 0,0 1 1 0 0,-1 0-1 0 0,1 0 0 0 0,0 0 0 0 0,0 0 0 0 0,0 0 0 0 0,0-1 0 0 0,0 1 0 0 0,-1 0 0 0 0,-7 0-3 0 0,-12 7 64 0 0,-5 6-34 0 0,0 0-1 0 0,1 2 1 0 0,1 1-1 0 0,1 0 1 0 0,0 2-1 0 0,1 1 1 0 0,-34 38-1 0 0,55-57-26 0 0,-10 14 0 0 0,10-14 0 0 0,-1 1 0 0 0,1-1 0 0 0,0 1 0 0 0,-1-1 0 0 0,1 1 0 0 0,0-1 0 0 0,0 1 0 0 0,-1-1 0 0 0,1 1 0 0 0,0-1 0 0 0,0 1 0 0 0,0-1 0 0 0,0 1 0 0 0,0 0 0 0 0,0-1 0 0 0,0 1 0 0 0,0-1 0 0 0,0 1 0 0 0,0-1 0 0 0,0 1 0 0 0,0-1 0 0 0,0 1 0 0 0,0-1 0 0 0,1 2 0 0 0,2-1 0 0 0,-2-1 0 0 0,1-1 0 0 0,-1 1 0 0 0,1-1 0 0 0,-1 1 0 0 0,0 0 0 0 0,1-1 0 0 0,-1 1 0 0 0,1 0 0 0 0,-1 0 0 0 0,1 0 0 0 0,-1 0 0 0 0,1 0 0 0 0,-1 1 0 0 0,0-1 0 0 0,1 0 0 0 0,1 1 0 0 0,11 1 0 0 0,26 8 0 0 0,-27-5 0 0 0,1 1 0 0 0,15 9 0 0 0,25 16 0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4:13.10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1 131 24 0 0,'8'-13'-2'0'0,"-7"10"9"0"0,1 0 0 0 0,0 0 0 0 0,0-1 0 0 0,0 1 1 0 0,0 1-1 0 0,0-1 0 0 0,1 0 0 0 0,-1 0 0 0 0,1 1 1 0 0,3-3-1 0 0,20-13 61 0 0,20-5-10 0 0,14 4-35 0 0,-6 6 20 0 0,0 3-33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4:13.65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 0 24 0 0,'-7'130'85'0'0,"1"25"-43"0"0,9-125-42 0 0,-1-17 0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4:13.88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 0 55 0 0,'-5'82'0'0'0,"3"-55"0"0"0,0-1 0 0 0,5 53 0 0 0,-1-69 0 0 0,-1-8 0 0 0,0-1 0 0 0,-1 1 0 0 0,1 0 0 0 0,-1 0 0 0 0,0 0 0 0 0,1 0 0 0 0,-1 0 0 0 0,0 0 0 0 0,0 0 0 0 0,0 0 0 0 0,0-1 0 0 0,0 1 0 0 0,-1 3 0 0 0,-2-4 0 0 0,1-1 0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4:14.11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21 15 0 0,'1'0'0'0'0,"1"-1"0"0"0,2 0 0 0 0,-2 0 0 0 0,0-1 0 0 0,3 1 0 0 0,47-9 64 0 0,11 5-64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4:14.32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55 0 0,'1'2'0'0'0,"0"-1"0"0"0,1-1 0 0 0,1 1 0 0 0,-1-1 0 0 0,0 0 0 0 0,1 0 0 0 0,1 1 0 0 0,61 1 64 0 0,-4-5-64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4:14.64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27 1 55 0 0,'0'0'1'0'0,"-1"0"0"0"0,1 0-1 0 0,-1 1 1 0 0,1-1-1 0 0,0 0 1 0 0,-1 1-1 0 0,1-1 1 0 0,-1 0-1 0 0,1 1 1 0 0,-1-1 0 0 0,1 0-1 0 0,0 1 1 0 0,-1-1-1 0 0,1 1 1 0 0,0-1-1 0 0,0 1 1 0 0,-1-1-1 0 0,1 1 1 0 0,0-1 0 0 0,0 1-1 0 0,0-1 1 0 0,-1 1-1 0 0,1-1 1 0 0,0 1-1 0 0,0-1 1 0 0,0 1-1 0 0,0-1 1 0 0,0 2 0 0 0,-1 22 33 0 0,1-16-18 0 0,-7 73 37 0 0,-3 67 35 0 0,10-120-113 0 0,1-26 22 0 0,-1 0-1 0 0,0-1 1 0 0,0 1 0 0 0,1-1 0 0 0,-1 1 0 0 0,1 0 0 0 0,-1-1-1 0 0,1 1 1 0 0,0-1 0 0 0,0 1 0 0 0,-1-1 0 0 0,1 1 0 0 0,0-1-1 0 0,2 2 1 0 0,1-2-12 0 0,-2-2 15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4:14.86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34 24 0 0,'3'-1'12'0'0,"1"0"0"0"0,-1 0 1 0 0,1-1-1 0 0,-1 1 1 0 0,5-4-1 0 0,-2 2-12 0 0,-1 0 53 0 0,4 0 1 0 0,1-1-47 0 0,-5 3-6 0 0,-1-1-1 0 0,1 0 1 0 0,0 1-1 0 0,0 0 1 0 0,7-1-1 0 0,-11 2 0 0 0,0 0 0 0 0,0 0 0 0 0,0 0 0 0 0,0 0 0 0 0,0 0 0 0 0,0 0 0 0 0,0 0 0 0 0,1 0 0 0 0,-1 0 0 0 0,0 1 0 0 0,0-1 0 0 0,0 0 0 0 0,1 2 0 0 0,0-1 0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4:15.14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22 0 24 0 0,'-2'3'8'0'0,"0"1"1"0"0,-1-1 0 0 0,1 0 0 0 0,0 1 0 0 0,1 0 0 0 0,-1-1 0 0 0,0 1 0 0 0,1 0 0 0 0,0 0 0 0 0,0-1 0 0 0,0 1 0 0 0,1 0 0 0 0,-1 0 0 0 0,1 7 0 0 0,0-6 5 0 0,0 0 1 0 0,0-1 0 0 0,0 1-1 0 0,1-1 1 0 0,0 1 0 0 0,0 0 0 0 0,0-1-1 0 0,1 1 1 0 0,-1-1 0 0 0,1 0-1 0 0,0 0 1 0 0,4 7 0 0 0,-5-11-15 0 0,-1 1 1 0 0,1-1 0 0 0,0 1-1 0 0,-1 0 1 0 0,1-1 0 0 0,0 0-1 0 0,0 1 1 0 0,-1-1-1 0 0,1 1 1 0 0,0-1 0 0 0,0 0-1 0 0,0 1 1 0 0,0-1 0 0 0,0 0-1 0 0,0 0 1 0 0,0 0-1 0 0,6 2 0 0 0,-1-1 0 0 0,0 0 0 0 0,0-1 0 0 0,0 0 0 0 0,11 0 0 0 0,-11-1-2 0 0,0-1 0 0 0,0 1-1 0 0,0-1 1 0 0,0-1-1 0 0,6-2 1 0 0,-12 5 2 0 0,8-4-74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4:15.68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 55 0 0,'27'4'0'0'0,"25"-3"0"0"0,5-3 0 0 0,-12-3 11 0 0,-36 4 42 0 0,-5 1 8 0 0,-7 0-52 0 0,-12 1-15 0 0,-4 3 6 0 0,1 1 0 0 0,0 0 0 0 0,-25 11 0 0 0,37-13 0 0 0,1 0 0 0 0,-1 0 0 0 0,1 0 0 0 0,0 1 0 0 0,-1 0 0 0 0,2 0 0 0 0,-1 0 0 0 0,0 0 0 0 0,1 1 0 0 0,0 0 0 0 0,0 0 0 0 0,0 0 0 0 0,1 0 0 0 0,-4 7 0 0 0,7-11 0 0 0,-1 1 0 0 0,0-1 0 0 0,1 1 0 0 0,-1-1 0 0 0,1 1 0 0 0,0-1 0 0 0,-1 1 0 0 0,1 0 0 0 0,0-1 0 0 0,0 1 0 0 0,0-1 0 0 0,0 1 0 0 0,0 0 0 0 0,0-1 0 0 0,1 3 0 0 0,-1-4 0 0 0,1 1 0 0 0,-1 0 0 0 0,1 0 0 0 0,-1 0 0 0 0,1-1 0 0 0,-1 1 0 0 0,1 0 0 0 0,-1 0 0 0 0,1-1 0 0 0,0 1 0 0 0,0-1 0 0 0,-1 1 0 0 0,2 0 0 0 0,3 3 0 0 0,0-1 0 0 0,0 0 0 0 0,0 0 0 0 0,0 0 0 0 0,9 2 0 0 0,-8-3 0 0 0,1-1 0 0 0,-1 0 0 0 0,1 0 0 0 0,-1 0 0 0 0,1-1 0 0 0,9 0 0 0 0,-7-1 0 0 0,-1 0 0 0 0,1 0 0 0 0,-1-1 0 0 0,11-4 0 0 0,26-14 0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4:15.85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75 1 55 0 0,'-38'131'82'0'0,"22"-73"-46"0"0,10-37-27 0 0,3-12-9 0 0,0 0 0 0 0,0 0 1 0 0,1 0-1 0 0,1 0 0 0 0,0 1 0 0 0,-1 16 0 0 0,3-21 0 0 0,0-2 0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4:15.98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76 24 0 0,'50'-30'74'0'0,"-41"25"-57"0"0,0 0 1 0 0,11-9-1 0 0,-5 3-16 0 0,-9 6-1 0 0,-1-1 0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4:16.19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106 0 24 0 0,'-3'3'0'0'0,"1"0"0"0"0,-1 0 0 0 0,1 0 0 0 0,0 0 0 0 0,0 0 0 0 0,0 0 0 0 0,1 1 0 0 0,-1-1 1 0 0,1 1-1 0 0,-1-1 0 0 0,0 8 0 0 0,-3 2 9 0 0,-14 41 64 0 0,2 1 1 0 0,3 1-1 0 0,-11 82 0 0 0,24-126-73 0 0,0 0 0 0 0,1 0 0 0 0,1 0 0 0 0,2 18 0 0 0,-2-21 0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4:19.71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10644 1 111 0 0,'15'44'0'0'0,"-13"-36"0"0"0,0 0 0 0 0,-1 0 0 0 0,1 11 0 0 0,-2-13 0 0 0,0-1 0 0 0,0 0 0 0 0,-1 1 0 0 0,-2 8 0 0 0,-8 13 0 0 0,2-11 3 0 0,-1 0 0 0 0,-1-1 0 0 0,0-1 0 0 0,-1 0 0 0 0,-1 0 0 0 0,-14 11 0 0 0,-92 67 31 0 0,46-37-25 0 0,8-4-9 0 0,-108 82 0 0 0,138-110 0 0 0,0-1 0 0 0,-2-2 0 0 0,-46 19 0 0 0,-397 140-64 0 0,292-110 83 0 0,81-27 4 0 0,-127 30-1 0 0,36-17-22 0 0,-26 5 0 0 0,-54 21 0 0 0,90-23 0 0 0,23-10 0 0 0,-231 53 0 0 0,240-72 0 0 0,-196 26 0 0 0,199-37 0 0 0,-93 5 0 0 0,-116 2 0 0 0,170-11 0 0 0,-129 15 0 0 0,159-12 0 0 0,-686 74 0 0 0,769-83 0 0 0,-272 36 0 0 0,-118 13 0 0 0,-23-19 0 0 0,118-19 0 0 0,154-9 0 0 0,-49 4 0 0 0,-23-3 0 0 0,129-7 0 0 0,-61-5 0 0 0,-30 2 0 0 0,91 5 1 0 0,-158 12 52 0 0,106-6-50 0 0,-41 4-70 0 0,191-7 49 0 0,22-5 6 0 0,0 3 0 0 0,-59 16 0 0 0,89-18 12 0 0,1 0 0 0 0,-1 1 0 0 0,1 0 0 0 0,0 1 0 0 0,-13 10 0 0 0,-52 47 0 0 0,50-40 0 0 0,1 3 0 0 0,22-22 0 0 0,1-1 0 0 0,-1 1 0 0 0,-1-1 0 0 0,1 0 0 0 0,0 0 0 0 0,-1 0 0 0 0,0-1 0 0 0,0 0 0 0 0,0 0 0 0 0,0 0 0 0 0,-10 3 0 0 0,5-7 0 0 0,8 0 0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4:20.35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 1 24 0 0,'-1'2'-1'0'0,"0"1"1"0"0,0-1 0 0 0,0 1 0 0 0,0 0 0 0 0,1-1 0 0 0,0 1 0 0 0,-1 5 0 0 0,1-4 1 0 0,-4 30 59 0 0,1 57 1 0 0,4-72-45 0 0,0 0 0 0 0,2 0 1 0 0,0 0-1 0 0,9 27 0 0 0,-6-38 27 0 0,13 16-22 0 0,-18-24-19 0 0,-1 1-1 0 0,0-1 0 0 0,0 1 1 0 0,1-1-1 0 0,-1 0 1 0 0,0 1-1 0 0,1-1 1 0 0,-1 0-1 0 0,1 1 0 0 0,-1-1 1 0 0,0 0-1 0 0,1 1 1 0 0,-1-1-1 0 0,1 0 0 0 0,-1 0 1 0 0,1 0-1 0 0,-1 1 1 0 0,1-1-1 0 0,-1 0 1 0 0,0 0-1 0 0,1 0 0 0 0,-1 0 1 0 0,1 0-1 0 0,-1 0 1 0 0,1 0-1 0 0,-1 0 1 0 0,1 0-1 0 0,-1 0 0 0 0,2 0 1 0 0,38-4 8 0 0,-35 2-10 0 0,1 1 0 0 0,0-1 0 0 0,0-1 0 0 0,-1 1 0 0 0,0-1 0 0 0,1 0 0 0 0,-1 0 0 0 0,0-1 0 0 0,5-4 0 0 0,4-5 0 0 0,19-23 0 0 0,-25 26 0 0 0,1 0 0 0 0,-1 1 0 0 0,2 0 0 0 0,-1 1 0 0 0,12-8 0 0 0,-20 15-2 0 0,-1 1-1 0 0,0 0 0 0 0,1-1 0 0 0,-1 1 0 0 0,1 0 0 0 0,-1-1 0 0 0,1 1 0 0 0,-1 0 1 0 0,1 0-1 0 0,-1 0 0 0 0,1-1 0 0 0,-1 1 0 0 0,1 0 0 0 0,-1 0 0 0 0,1 0 0 0 0,-1 0 0 0 0,1 0 1 0 0,0 0-1 0 0,-1 0 0 0 0,1 0 0 0 0,-1 0 0 0 0,1 0 0 0 0,-1 0 0 0 0,1 1 0 0 0,-1-1 1 0 0,1 0-1 0 0,-1 0 0 0 0,1 0 0 0 0,-1 1 0 0 0,1-1 0 0 0,-1 0 0 0 0,1 0 0 0 0,-1 1 0 0 0,0-1 1 0 0,1 1-1 0 0,-1-1 0 0 0,1 0 0 0 0,-1 1 0 0 0,0-1 0 0 0,0 1 0 0 0,1-1 0 0 0,-1 1 0 0 0,3 5-9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4:20.49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9 23 0 0,'0'0'0'0'0,"1"0"0"0"0,0 0 0 0 0,0 0 0 0 0,0-1 0 0 0,3 1 0 0 0,1-3 0 0 0,0 1 0 0 0,2 0 0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4:24.07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3682 55 0 0,'46'24'0'0'0,"10"-5"0"0"0,-7-9 0 0 0,0-6 0 0 0,0-4 0 0 0,1-4 0 0 0,1-3 0 0 0,1-2 0 0 0,3-1 0 0 0,5-2 0 0 0,4 1 0 0 0,5 0 0 0 0,2-1 0 0 0,-8-1 0 0 0,-21 3 0 0 0,13-4 11 0 0,219-73 47 0 0,-226 68-59 0 0,-2-3 0 0 0,0-2 0 0 0,67-47-1 0 0,-92 56 2 0 0,14-9 0 0 0,58-54 0 0 0,-84 69 0 0 0,1-1 0 0 0,-2-1 0 0 0,1 1 0 0 0,-1-2 0 0 0,-1 1 0 0 0,0-1 0 0 0,-1 0 0 0 0,0 0 0 0 0,8-26 0 0 0,-11 23 0 0 0,-1 0 0 0 0,0-1 0 0 0,-1 0 0 0 0,0 1 0 0 0,-1-1 0 0 0,-4-25 0 0 0,0-9 0 0 0,5 30 0 0 0,0 0 0 0 0,1 0-1 0 0,1 0 1 0 0,0 0-1 0 0,2 1 1 0 0,0-1-1 0 0,9-20 1 0 0,65-128 34 0 0,-64 140-11 0 0,2-3-20 0 0,2 0 0 0 0,1 1 0 0 0,38-44-1 0 0,-22 35-2 0 0,75-62-1 0 0,-106 97 1 0 0,32-25 0 0 0,-1-2 0 0 0,-2-1 0 0 0,39-47 0 0 0,-49 49 0 0 0,2 2 0 0 0,1 0 0 0 0,1 2 0 0 0,1 1 0 0 0,2 2 0 0 0,0 0 0 0 0,63-32 0 0 0,-81 48 0 0 0,237-120 0 0 0,-226 117 0 0 0,12-4 0 0 0,3-1 0 0 0,134-52 0 0 0,275-97 0 0 0,-340 133 0 0 0,47-16 0 0 0,45-15 0 0 0,11-3 0 0 0,453-151 0 0 0,-645 210 0 0 0,308-78 0 0 0,-40 26 0 0 0,-32 6 0 0 0,-78 25 0 0 0,-67 12 0 0 0,-73 10 0 0 0,16-3 0 0 0,-5 1 0 0 0,-2 1 0 0 0,-3 3 0 0 0,1 2 0 0 0,-1 1 0 0 0,0 2 0 0 0,-2 2 0 0 0,5 4 0 0 0,1 3 0 0 0,-3 2 0 0 0,2 1 0 0 0,-8-4 11 0 0,-24-6 32 0 0,23 5-33 0 0,9 3-10 0 0,-1-1 0 0 0,-9-3 14 0 0,-29-7 50 0 0,-7-1-62 0 0,0 0 0 0 0,1 0-1 0 0,-1 0 1 0 0,0 0 0 0 0,0 0 0 0 0,1-1 0 0 0,-1 1 0 0 0,0 0 0 0 0,1 0 0 0 0,-1 0-1 0 0,0 0 1 0 0,0-1 0 0 0,0 1 0 0 0,1 0 0 0 0,-1 0 0 0 0,0 0 0 0 0,0-1 0 0 0,0 1-1 0 0,0 0 1 0 0,1 0 0 0 0,-1-1 0 0 0,0 1 0 0 0,0 0 0 0 0,0 0 0 0 0,0-1 0 0 0,0 1-1 0 0,0 0 1 0 0,0-1 0 0 0,0 1 0 0 0,0 0 0 0 0,0-1 0 0 0,-6-6 33 0 0,5 6-32 0 0,0 0 0 0 0,0 0 0 0 0,0 0 0 0 0,0 0 0 0 0,0 0 0 0 0,0 0 0 0 0,1 0 0 0 0,-1-1 0 0 0,0 1 0 0 0,1 0 0 0 0,-2-2-1 0 0,2-8 97 0 0,1-2-27 0 0,4 10-88 0 0,-5 3 15 0 0,1 0 0 0 0,-1 0 0 0 0,0 0 0 0 0,1 0 0 0 0,-1-1 0 0 0,0 1 0 0 0,1 0 0 0 0,-1 0 0 0 0,0 0 0 0 0,1 0 0 0 0,-1-1 0 0 0,0 1 1 0 0,0 0-1 0 0,1 0 0 0 0,-1-1 0 0 0,0 1 0 0 0,0 0 0 0 0,1-1 0 0 0,-1 1 0 0 0,0 0 0 0 0,0 0 0 0 0,0-1 0 0 0,0 1 0 0 0,1 0 0 0 0,-1-1 0 0 0,0 1 0 0 0,0-1 0 0 0,1-13 4 0 0,-1 14-3 0 0,0-1 0 0 0,0 1-1 0 0,0 0 1 0 0,0-1 0 0 0,0 1-1 0 0,0 0 1 0 0,0 0 0 0 0,1-1-1 0 0,-1 1 1 0 0,0 0 0 0 0,0-1-1 0 0,0 1 1 0 0,0 0 0 0 0,0-1-1 0 0,0 1 1 0 0,1 0 0 0 0,-1 0-1 0 0,0-1 1 0 0,0 1 0 0 0,0 0-1 0 0,1 0 1 0 0,-1-1 0 0 0,0 1-1 0 0,0 0 1 0 0,0 0 0 0 0,1 0-1 0 0,-1-1 1 0 0,0 1 0 0 0,1 0-1 0 0,-1 0 1 0 0,0 0 0 0 0,0 0-1 0 0,1 0 1 0 0,-1 0 0 0 0,0 0-1 0 0,1 0 1 0 0,-1 0 0 0 0,0 0-1 0 0,1 0 1 0 0,-1 0 0 0 0,0 0-1 0 0,1 0 1 0 0,0 0-1 0 0,3 2-37 0 0,1 1 0 0 0,0-1 0 0 0,0 0 0 0 0,7 2 0 0 0,11 2-24 0 0,-2-41 62 0 0,-7 11 0 0 0,-2-1 0 0 0,16-47 0 0 0,-14 32 0 0 0,-3 9 0 0 0,9-54 0 0 0,-7 29 0 0 0,0 15 0 0 0,1 2 0 0 0,2 0 0 0 0,32-58 0 0 0,-12 24 0 0 0,-29 59-13 0 0,0 0-1 0 0,2 1 0 0 0,11-16 0 0 0,-11 17-20 0 0,0 0 0 0 0,-1 0 0 0 0,12-26-1 0 0,-20 38 33 0 0,0-1 0 0 0,0 0 0 0 0,1 0-1 0 0,-1 1 1 0 0,0-1 0 0 0,1 0-1 0 0,-1 1 1 0 0,1-1 0 0 0,-1 0 0 0 0,1 1-1 0 0,-1-1 1 0 0,1 1 0 0 0,0-1-1 0 0,-1 1 1 0 0,1-1 0 0 0,-1 1 0 0 0,1-1-1 0 0,0 1 1 0 0,0 0 0 0 0,-1-1-1 0 0,1 1 1 0 0,0 0 0 0 0,0 0 0 0 0,-1 0-1 0 0,1-1 1 0 0,0 1 0 0 0,1 0-1 0 0,-1 0 3 0 0,-2-1 0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4:24.39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7 0 0,'11'25'1'0'0,"7"15"-1"0"0,5 11 0 0 0,-3-9 10 0 0,-11-24 33 0 0,18 29-33 0 0,7 2-10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4:24.60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362 1 24 0 0,'-6'1'0'0'0,"1"0"0"0"0,-1 1 0 0 0,0 0 0 0 0,1 0 0 0 0,-1 0 0 0 0,1 1 0 0 0,-1-1 0 0 0,-6 6-1 0 0,-4 1 2 0 0,-32 16-1 0 0,2 2 0 0 0,1 1 0 0 0,-71 60 0 0 0,90-59 0 0 0,18-18 0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4:29.02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9375 21 55 0 0,'1'-3'0'0'0,"0"2"0"0"0,-1 0 0 0 0,0 0 0 0 0,1 0 0 0 0,-1 0 0 0 0,1 0 0 0 0,-1 0 0 0 0,1 0 0 0 0,-1 0 0 0 0,1 1 0 0 0,0-1 0 0 0,0 0 0 0 0,-1 0 0 0 0,1 1 0 0 0,0-1 0 0 0,0 0 0 0 0,0 1 0 0 0,0-1 0 0 0,0 1 0 0 0,-1-1 0 0 0,1 1 0 0 0,0-1 0 0 0,0 1 0 0 0,0 0 0 0 0,0 0 0 0 0,1-1 0 0 0,-1 1 0 0 0,1 0 0 0 0,24 2 0 0 0,-22-2 0 0 0,-1 1 0 0 0,1 0 0 0 0,-1 0 0 0 0,0 1 0 0 0,1-1 0 0 0,-1 1 0 0 0,0-1 0 0 0,0 1 0 0 0,6 4 0 0 0,-6-2 0 0 0,1-1 0 0 0,-1 1 0 0 0,1 0 0 0 0,-1 0 0 0 0,0 0 0 0 0,-1 1 0 0 0,1-1 0 0 0,-1 1 0 0 0,2 4 0 0 0,-1 0 0 0 0,0 0 0 0 0,-1-1 0 0 0,0 1 0 0 0,0 12 0 0 0,1 29 0 0 0,-4 1 0 0 0,-3 1 0 0 0,-1 1 0 0 0,-4 2 0 0 0,-1-1 11 0 0,-4-2 32 0 0,0-4-33 0 0,3-19-11 0 0,-1-1-1 0 0,-30 53 0 0 0,-44 44 71 0 0,73-108-68 0 0,-1 0 0 0 0,-1-1 0 0 0,0-1 0 0 0,-25 19 0 0 0,28-25-8 0 0,-1-1 0 0 0,0 0-1 0 0,0-1 1 0 0,0-1 0 0 0,-1 0 0 0 0,0 0-1 0 0,-18 3 1 0 0,-13 1 1 0 0,-82 7 1 0 0,-48-9 6 0 0,33-3-2 0 0,29 2 1 0 0,-315 24 0 0 0,264-17 0 0 0,-120 13 0 0 0,81-4 0 0 0,-47 6 0 0 0,-92 14 0 0 0,104-14 0 0 0,-279 43 0 0 0,192-25 0 0 0,224-33 0 0 0,-247 37 0 0 0,-247 30 0 0 0,146-37 0 0 0,150-16-2 0 0,140-14 58 0 0,-86 3-45 0 0,41-3-12 0 0,-128 0 1 0 0,182-10 0 0 0,-681-8 0 0 0,685 0 0 0 0,-124-5 0 0 0,133 3 0 0 0,-169-11 0 0 0,38 2-66 0 0,61 5 68 0 0,21 4-2 0 0,110 6 0 0 0,-124-17 0 0 0,153 9 0 0 0,1-3 0 0 0,-49-16 0 0 0,94 26 0 0 0,-1 1 0 0 0,1-1 0 0 0,-1 1 0 0 0,0-1 0 0 0,1 0 0 0 0,-1 0 0 0 0,1 1 0 0 0,0-1 0 0 0,-1 0 0 0 0,1 0 0 0 0,0 0 0 0 0,-1 0 0 0 0,1-1 0 0 0,0 1 0 0 0,0 0 0 0 0,0 0 0 0 0,0-1 0 0 0,0 1 0 0 0,0-1 0 0 0,0 1 0 0 0,1-1 0 0 0,-1 1 0 0 0,1-1 0 0 0,-1 1 0 0 0,1-1 0 0 0,-1 0 0 0 0,1 1 0 0 0,0-1 0 0 0,0 0 0 0 0,0 1 0 0 0,0-1 0 0 0,0-2 0 0 0,1-4 0 0 0,1 1 0 0 0,1-1 0 0 0,-1 1 0 0 0,1 0 0 0 0,8-14 0 0 0,-7 14 0 0 0,-1-1 0 0 0,6-16 0 0 0,-4 6-24 0 0,11-26-1 0 0,-5 17 10 0 0,-10 21 15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4:30.12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353 535 24 0 0,'1'-6'-1'0'0,"0"-1"1"0"0,1 1 0 0 0,-1 0 0 0 0,1-1 0 0 0,0 1 0 0 0,1 0 0 0 0,0 0 0 0 0,0 0 0 0 0,0 1 0 0 0,0-1 0 0 0,6-6 0 0 0,10-19 11 0 0,-4 0 14 0 0,-2 0 0 0 0,11-38 0 0 0,-19 51-18 0 0,0 0 0 0 0,-2-1 0 0 0,0 0 0 0 0,-1 1 0 0 0,-1-29 0 0 0,-2 33-7 0 0,0 0 0 0 0,-1 1 0 0 0,-1-1 0 0 0,0 0 0 0 0,0 1 0 0 0,-2 0 0 0 0,-9-20 0 0 0,14 31 3 0 0,-1 1 0 0 0,0-1 0 0 0,0 1 0 0 0,0-1 0 0 0,0 1 0 0 0,0-1 0 0 0,0 1 0 0 0,0-1 0 0 0,0 1 0 0 0,-1 0 0 0 0,1 0 0 0 0,0 0 0 0 0,-1 0-1 0 0,1 0 1 0 0,-3-1 0 0 0,0 0 0 0 0,0 2-1 0 0,0-1 1 0 0,1 0-1 0 0,-1 1 1 0 0,0 0-1 0 0,-5 0 0 0 0,3 1-2 0 0,0 1 0 0 0,0-1 0 0 0,0 1 0 0 0,1 0 0 0 0,-1 1 0 0 0,1-1 0 0 0,-1 1 0 0 0,1 0 0 0 0,-8 6 0 0 0,-9 4 0 0 0,-1 2 11 0 0,0 1 0 0 0,0 2-1 0 0,2 0 1 0 0,0 1 0 0 0,-21 25-1 0 0,18-15-10 0 0,1 1 0 0 0,1 1 0 0 0,-23 44 0 0 0,42-68 0 0 0,-1 0 0 0 0,1 0 0 0 0,0 0 0 0 0,0 0 0 0 0,1 1 0 0 0,0-1 0 0 0,1 1 0 0 0,-1-1 0 0 0,2 1 0 0 0,-1 14 0 0 0,4 61 69 0 0,-1-49-70 0 0,-1-1-1 0 0,-5 48 0 0 0,2-57 2 0 0,0-11 0 0 0,1 0 0 0 0,-8 26 0 0 0,7-33-94 0 0,2-7 20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8:12.02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0 130 111 0 0,'26'-5'0'0'0,"780"-112"0"0"0,-677 109 0 0 0,214 14 0 0 0,127 43 0 0 0,-338-33 0 0 0,-34-7 0 0 0,-79-6 0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28:12.99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62 143 0 0,'2'-2'0'0'0,"0"-1"0"0"0,-1 1 0 0 0,1 0 0 0 0,0 0 0 0 0,0 0 0 0 0,0 0 0 0 0,0 1 0 0 0,0-1-1 0 0,0 1 1 0 0,1-1 0 0 0,-1 1 0 0 0,1 0 0 0 0,3-2 0 0 0,1 1 4 0 0,0 0 0 0 0,0 1 0 0 0,13-1 1 0 0,2 1 33 0 0,341-23 43 0 0,3 21-92 0 0,-312 3 15 0 0,503 11-20 0 0,0 1-40 0 0,47-9-8 0 0,-473-1 64 0 0,-70-2 0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0:28.36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1 126 24 0 0,'674'-44'0'0'0,"-101"6"0"0"0,436 16 0 0 0,-853 21 0 0 0,1041 4 0 0 0,-1100-1 0 0 0,336-15 0 0 0,-353 4 0 0 0,-41 5 0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0:30.37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887 1077 24 0 0,'-4'-5'-1'0'0,"0"-1"1"0"0,-1 1 0 0 0,0 0 0 0 0,0 0 0 0 0,0 1 0 0 0,-9-7 0 0 0,-39-19 0 0 0,39 22 1 0 0,-352-175-2 0 0,298 151 2 0 0,-48-28-1 0 0,89 45 0 0 0,1-2 0 0 0,-30-26 0 0 0,43 33 0 0 0,2-1 0 0 0,0-1 0 0 0,0 0 0 0 0,1 0 0 0 0,-17-28 0 0 0,21 30 0 0 0,1 0 0 0 0,1-1 0 0 0,-1 0 0 0 0,2 0 0 0 0,-1 0 0 0 0,2 0 0 0 0,-1 0 0 0 0,2-1 0 0 0,-1-15 0 0 0,1 16 0 0 0,2-1 0 0 0,0 1 0 0 0,0-1 0 0 0,1 1 0 0 0,0-1 0 0 0,1 1 0 0 0,0 0 0 0 0,1 0 0 0 0,0 0 0 0 0,11-20 0 0 0,-6 18 0 0 0,-1 0 0 0 0,2 1 0 0 0,0 0 0 0 0,0 1 0 0 0,1 0 0 0 0,0 0 0 0 0,25-16 0 0 0,-1 4 4 0 0,0 1 1 0 0,2 2-1 0 0,1 2 1 0 0,0 1-1 0 0,1 2 1 0 0,1 1-1 0 0,0 3 1 0 0,0 1 0 0 0,1 2-1 0 0,1 2 1 0 0,-1 1-1 0 0,1 2 1 0 0,60 5-1 0 0,-82-1-4 0 0,0 2 0 0 0,1 0 0 0 0,37 13 0 0 0,-44-11 0 0 0,-1 0 0 0 0,15 9 0 0 0,-9-3 0 0 0,0 1 0 0 0,18 15 0 0 0,-22-14 3 0 0,0 1 0 0 0,-1 1-1 0 0,17 21 1 0 0,-15-15 6 0 0,-2 0 0 0 0,0 1 0 0 0,-1 0 0 0 0,-2 1 0 0 0,15 37-1 0 0,-16-29-8 0 0,-1 0-1 0 0,-1 1 0 0 0,-2 0 0 0 0,4 55 0 0 0,-9-66 7 0 0,-1 0 1 0 0,-1 1-1 0 0,-1-1 1 0 0,-1 0-1 0 0,-1-1 0 0 0,-1 1 1 0 0,0-1-1 0 0,-11 27 1 0 0,-9 4 5 0 0,-1-2 1 0 0,-2 0-1 0 0,-3-2 1 0 0,-1-1-1 0 0,-72 77 0 0 0,77-96-12 0 0,-1-1 0 0 0,-1-1 0 0 0,-1-2 0 0 0,-1-1 0 0 0,-1-1 0 0 0,-1-2 0 0 0,-1-1 0 0 0,0-1 0 0 0,-47 14 0 0 0,22-11-6 0 0,-102 21 0 0 0,116-34-54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4:18.81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79 0 0,'60'19'0'0'0,"1"2"0"0"0,-35-12 0 0 0,58 20 0 0 0,132 65 0 0 0,-190-80 0 0 0,-1 1 0 0 0,-1 1 0 0 0,0 1 0 0 0,-1 1 0 0 0,-1 1 0 0 0,0 1 0 0 0,-2 1 0 0 0,-1 1 0 0 0,22 30 0 0 0,-22-21 0 0 0,0 1 0 0 0,-3 0 0 0 0,-1 2 0 0 0,-1 0 0 0 0,-2 0 0 0 0,-1 1 0 0 0,8 48 0 0 0,-12-42 0 0 0,-2 1 0 0 0,-2 0 0 0 0,-2 0 0 0 0,-1 0 0 0 0,-3 0 0 0 0,-8 47 0 0 0,0-37 0 0 0,-2-1 0 0 0,-2-1 0 0 0,-2 0 0 0 0,-24 48 0 0 0,11-38 0 0 0,-3-1 0 0 0,-68 93 0 0 0,82-127 0 0 0,-1-1 0 0 0,-1-1 0 0 0,-25 22 0 0 0,36-36 0 0 0,-1-1 0 0 0,-1 0 0 0 0,1 0 0 0 0,-1-1 0 0 0,-1-1 0 0 0,1 0 0 0 0,-1 0 0 0 0,0-1 0 0 0,-17 3 0 0 0,-2-2 0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34:31.21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0 149 24 0 0,'123'8'0'0'0,"-81"-4"0"0"0,1040 21 0 0 0,-503-33 0 0 0,117-4 0 0 0,31-25 0 0 0,1338-46 63 0 0,-1784 75-63 0 0,459-6 0 0 0,317 9 0 0 0,-657-3 0 0 0,-137 0 0 0 0,-221 8 0 0 0,380-2 0 0 0,-269 4 0 0 0,221 12 0 0 0,-50 7 0 0 0,-282-19 0 0 0,-17 0 0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05.70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1007 1260 24 0 0,'-36'0'0'0'0,"3"1"0"0"0,0-2 0 0 0,-61-9 0 0 0,44-2 6 0 0,1-2 0 0 0,0-2 1 0 0,2-2-1 0 0,-61-32 0 0 0,-170-118 26 0 0,253 151-25 0 0,0-1-1 0 0,1-2 1 0 0,1 0-1 0 0,-36-41 0 0 0,51 51-3 0 0,0-1-1 0 0,0 0 0 0 0,1-1 1 0 0,1 1-1 0 0,-1-2 0 0 0,2 1 0 0 0,0 0 1 0 0,0-1-1 0 0,2 0 0 0 0,-1 0 1 0 0,2 0-1 0 0,-1-1 0 0 0,1-16 0 0 0,2 19 3 0 0,0 0 0 0 0,1 0 0 0 0,0 0 0 0 0,1 0 0 0 0,0 0-1 0 0,1 0 1 0 0,0 0 0 0 0,9-16 0 0 0,-5 13-2 0 0,0 0 0 0 0,2 0 0 0 0,0 1 0 0 0,0 1 0 0 0,16-17 0 0 0,10-3-2 0 0,1 1-1 0 0,1 1 1 0 0,44-25-1 0 0,-57 39 0 0 0,163-101 0 0 0,-145 95 0 0 0,0 2 0 0 0,78-26 0 0 0,-58 28 0 0 0,2 3 0 0 0,-1 2 0 0 0,2 3 0 0 0,87-1 0 0 0,-109 10 0 0 0,1 2 0 0 0,-1 3 0 0 0,1 1 0 0 0,-1 2 0 0 0,0 2 0 0 0,-1 2 0 0 0,60 23 0 0 0,-84-26 0 0 0,26 16 0 0 0,42 35 0 0 0,-58-36 0 0 0,27 28 0 0 0,-30-25 0 0 0,-1 0 0 0 0,28 44 0 0 0,-36-48 0 0 0,-2 1 0 0 0,-1 1 0 0 0,18 44 0 0 0,-25-50 1 0 0,0 1 1 0 0,-1-1 0 0 0,-2 1-1 0 0,1 0 1 0 0,-2 0 0 0 0,0 24-1 0 0,-2-15 6 0 0,-2 1-1 0 0,-1-1 0 0 0,-1 1 1 0 0,-2-1-1 0 0,0 0 1 0 0,-2-1-1 0 0,-1 0 0 0 0,-1 0 1 0 0,-25 45-1 0 0,-1-14 12 0 0,-2-1 0 0 0,-82 94-1 0 0,93-121-15 0 0,-2-1 0 0 0,0-1-1 0 0,-42 31 1 0 0,51-45-13 0 0,-1-1-1 0 0,0-1 1 0 0,0-1-1 0 0,-2-1 1 0 0,1 0 0 0 0,-42 10-1 0 0,13-9-16 0 0,2-2-39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06.27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617 0 24 0 0,'-4'1'0'0'0,"0"0"0"0"0,1 0 0 0 0,-1 0 0 0 0,1 0 0 0 0,0 0 0 0 0,-1 1 0 0 0,-4 3 0 0 0,-2 2 0 0 0,2 0 0 0 0,-1 1 0 0 0,1 0 0 0 0,0 1 0 0 0,-7 10 0 0 0,-16 26 37 0 0,-36 70 1 0 0,41-66-39 0 0,-105 227 70 0 0,22 14-21 0 0,68-166-32 0 0,6 2 0 0 0,5 1 0 0 0,-14 149 0 0 0,34-160-16 0 0,8 191 0 0 0,39 116 0 0 0,-16-277 0 0 0,80 284 0 0 0,-87-387 0 0 0,5 0 0 0 0,13 13 0 0 0,-23-42 0 0 0,19 22 0 0 0,-21-28 0 0 0,0-1 0 0 0,1 0 0 0 0,16 12 0 0 0,-10-11 0 0 0,-1 0 0 0 0,26 11 0 0 0,-27-15-6 0 0,25 6 0 0 0,-37-10 6 0 0,10 2-60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06.67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 1 24 0 0,'-1'0'0'0'0,"1"0"0"0"0,-1 0 0 0 0,0 0 0 0 0,1 0 0 0 0,-1 1 0 0 0,0-1 0 0 0,1 0 0 0 0,-1 0 0 0 0,1 1 0 0 0,-1-1 0 0 0,0 0 0 0 0,1 1 0 0 0,-1-1 0 0 0,1 0 0 0 0,-1 1 0 0 0,1-1 0 0 0,-1 1 0 0 0,1 0 0 0 0,-1-1 0 0 0,1 0 0 0 0,0 1 0 0 0,0-1 0 0 0,0 0 0 0 0,0 1 0 0 0,0-1 0 0 0,0 0 0 0 0,0 1 0 0 0,0-1 0 0 0,0 0 0 0 0,0 1 0 0 0,0-1 0 0 0,0 0 0 0 0,1 1 0 0 0,-1-1 0 0 0,0 0 0 0 0,0 1 0 0 0,0-1 0 0 0,0 0 0 0 0,0 0 0 0 0,1 1 0 0 0,-1-1 0 0 0,0 0 0 0 0,0 1 0 0 0,1-1 0 0 0,17 13 0 0 0,29 10 10 0 0,-44-21-3 0 0,0-1 0 0 0,0 1 0 0 0,0 0 1 0 0,0 0-1 0 0,4 4 0 0 0,46 40 3 0 0,-39-31-10 0 0,22 28 0 0 0,1 15 0 0 0,-30-44 0 0 0,1-1 0 0 0,-2 2 0 0 0,0-1 0 0 0,-1 1 0 0 0,0 0 0 0 0,-1 0 0 0 0,-1 0 0 0 0,0 0 0 0 0,-1 1 0 0 0,-1-1 0 0 0,0 1 0 0 0,-2 15 0 0 0,-1-18 0 0 0,0 0 0 0 0,-1 0 0 0 0,-1 0 0 0 0,0-1 0 0 0,0 1 0 0 0,-2-1 0 0 0,1 0 0 0 0,-1-1 0 0 0,-1 1 0 0 0,0-1 0 0 0,-1-1 0 0 0,0 1 0 0 0,0-1 0 0 0,-1-1 0 0 0,-1 1 0 0 0,1-2 0 0 0,-2 1 0 0 0,1-1 0 0 0,-1-1 0 0 0,0 0 0 0 0,0 0 0 0 0,-1-1 0 0 0,0-1 0 0 0,0 0 0 0 0,-1 0 0 0 0,1-2 0 0 0,-17 4 0 0 0,1-3 0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26.01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17 2 7 0 0,'0'-1'5'0'0,"3"0"-14"0"0,17 4 67 0 0,24 3-37 0 0,-43-6-18 0 0,1 0 0 0 0,-1 0 0 0 0,0 1 0 0 0,0-1 0 0 0,1 0 0 0 0,-1 1 0 0 0,0-1 1 0 0,0 0-1 0 0,1 1 0 0 0,-1 0 0 0 0,0-1 0 0 0,0 1 0 0 0,1 1 0 0 0,34 24 7 0 0,-26-19-7 0 0,-7-4 4 0 0,0 0-1 0 0,1 0 0 0 0,-1 0 1 0 0,0 0-1 0 0,-1 0 0 0 0,1 1 1 0 0,3 6-1 0 0,-2-5-4 0 0,-1 0 0 0 0,0 0 0 0 0,0 1-1 0 0,0 0 1 0 0,1 7 0 0 0,-3-10-2 0 0,0 0 0 0 0,0 0 0 0 0,-1 0 0 0 0,0 1 0 0 0,1-1 0 0 0,-1 0 0 0 0,0 0 0 0 0,-1 0 0 0 0,1 1 0 0 0,-1-1 0 0 0,1 0 0 0 0,-1 0 0 0 0,0 0 0 0 0,-2 6-1 0 0,-1-2 1 0 0,0-1 0 0 0,0 0 0 0 0,0 0 0 0 0,-1 0 0 0 0,0 0 0 0 0,0-1 0 0 0,-1 1 0 0 0,1-1 0 0 0,-1-1 0 0 0,-9 6 0 0 0,1-1 0 0 0,0-1 0 0 0,-1-1 0 0 0,-25 10 0 0 0,-6 2 0 0 0,71-26 54 0 0,25-4-44 0 0,-36 9-10 0 0,-1 0 0 0 0,23 1 0 0 0,-15 2 0 0 0,25 5 0 0 0,19 6 0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26.48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66 64 24 0 0,'-7'8'5'0'0,"0"0"1"0"0,1 1-1 0 0,0-1 1 0 0,0 1-1 0 0,1 0 1 0 0,0 0-1 0 0,1 1 1 0 0,-7 17-1 0 0,9-20 0 0 0,1-1 0 0 0,-1 0 0 0 0,1 1 0 0 0,0-1 0 0 0,0 1-1 0 0,1-1 1 0 0,0 1 0 0 0,0 0 0 0 0,0-1 0 0 0,1 1 0 0 0,0-1 0 0 0,0 1 0 0 0,1-1 0 0 0,0 0 0 0 0,3 7-1 0 0,6 1-4 0 0,-8-11 0 0 0,1-1 0 0 0,-1 1 0 0 0,1-1 0 0 0,-1 1 0 0 0,1-1 0 0 0,0 0 0 0 0,0-1 0 0 0,7 3 0 0 0,-7-3 0 0 0,0 0 0 0 0,0-1 0 0 0,0 0 0 0 0,1 0 0 0 0,-1 0 0 0 0,0 0 0 0 0,1-1 0 0 0,-1 1 0 0 0,0-1 0 0 0,7-2 0 0 0,-5 0 0 0 0,0 0 0 0 0,-1 0 0 0 0,1 0 0 0 0,-1 0 0 0 0,0-1 0 0 0,0 0 0 0 0,0 0 0 0 0,-1-1 0 0 0,1 1 0 0 0,-1-1 0 0 0,0 0 0 0 0,0 0 0 0 0,-1 0 0 0 0,1 0 0 0 0,4-12 0 0 0,-5 10 0 0 0,0-1 0 0 0,0 1 0 0 0,-1-1 0 0 0,0 1 0 0 0,0-1 0 0 0,-1 0 0 0 0,0 0 0 0 0,0 0 0 0 0,-1 0 0 0 0,0 0 0 0 0,-2-15 0 0 0,0 14 8 0 0,0 0-1 0 0,-1 1 0 0 0,0-1 1 0 0,-1 1-1 0 0,-6-12 0 0 0,7 15 2 0 0,0 0 1 0 0,0 0-1 0 0,0 1 0 0 0,-1 0 0 0 0,0-1 1 0 0,0 1-1 0 0,0 0 0 0 0,0 1 0 0 0,-10-7 0 0 0,13 9-5 0 0,0 1-1 0 0,-1-1 1 0 0,1 0-1 0 0,-1 1 0 0 0,0-1 1 0 0,1 1-1 0 0,-1 0 1 0 0,1-1-1 0 0,-1 1 0 0 0,0 0 1 0 0,1 0-1 0 0,-1 0 1 0 0,0 0-1 0 0,1 0 0 0 0,-1 0 1 0 0,0 0-1 0 0,1 1 0 0 0,-1-1 1 0 0,-2 2-1 0 0,1-1-2 0 0,0 1 0 0 0,0-1 0 0 0,1 1 0 0 0,-1 0 1 0 0,0 0-1 0 0,1 1 0 0 0,-1-1 0 0 0,1 0 0 0 0,-3 4 0 0 0,-2 4-3 0 0,-1 1 1 0 0,2 0-1 0 0,-11 22 0 0 0,13-24 2 0 0,0 1 0 0 0,1 0 0 0 0,0 0 0 0 0,-3 20 0 0 0,5-27-7 0 0,1 0 0 0 0,-1 0 0 0 0,1 0 0 0 0,0 0 0 0 0,0 0 0 0 0,1 0 0 0 0,-1 1 0 0 0,0-1 0 0 0,1 0 0 0 0,0 0 0 0 0,0 0 0 0 0,0 0 0 0 0,0 0 0 0 0,0 0-1 0 0,1-1 1 0 0,-1 1 0 0 0,1 0 0 0 0,0-1 0 0 0,0 1 0 0 0,3 3 0 0 0,2-2-5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26.72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53 1 24 0 0,'0'0'-1'0'0,"0"0"1"0"0,0 0 0 0 0,0 0 0 0 0,0 0 0 0 0,-1 0 0 0 0,1 0 0 0 0,0 0 0 0 0,0 0 0 0 0,0 0 0 0 0,0-1 0 0 0,0 1 0 0 0,0 0 0 0 0,0 0 0 0 0,-1 0 0 0 0,1 0 0 0 0,0 0 0 0 0,0 0 0 0 0,0 0 0 0 0,0 0 0 0 0,0 0 0 0 0,0 0 0 0 0,0 0 0 0 0,-1 0 0 0 0,1 0-1 0 0,0 0 1 0 0,0 0 0 0 0,0 0 0 0 0,0 1 0 0 0,0-1 0 0 0,0 0 0 0 0,0 0 0 0 0,0 0 0 0 0,-1 0 0 0 0,1 0 0 0 0,0 0 0 0 0,0 0 0 0 0,0 0 0 0 0,0 0 0 0 0,0 0 0 0 0,0 0 0 0 0,0 0 0 0 0,0 1 0 0 0,0-1 0 0 0,0 0 0 0 0,0 0 0 0 0,0 0 0 0 0,-1 0 0 0 0,1 0-1 0 0,0 0 1 0 0,0 1 0 0 0,-3 10 4 0 0,-1 19 29 0 0,4-24-14 0 0,-18 227 159 0 0,7-69-130 0 0,0 139-165 0 0,11-289 106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27.64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35 70 7 0 0,'16'342'146'0'0,"-10"-238"-102"0"0,-2-54-33 0 0,2 41-22 0 0,-11-192-38 0 0,-29-161 1 0 0,11 112 27 0 0,21 140 21 0 0,1-2 0 0 0,0 1 0 0 0,1 0 0 0 0,0 0 0 0 0,0 0 0 0 0,1 0 0 0 0,4-15 0 0 0,-4 24 0 0 0,0-1 0 0 0,1 1 0 0 0,-1 0 0 0 0,1 0 0 0 0,0 0 0 0 0,0 0 0 0 0,0 0 0 0 0,0 0 0 0 0,0 1 0 0 0,0-1 0 0 0,0 0 0 0 0,1 1 0 0 0,3-2 0 0 0,12-1 0 0 0,31-3 12 0 0,-47 6-7 0 0,0 1 0 0 0,0 0 0 0 0,0 0 0 0 0,0 0-1 0 0,0 0 1 0 0,0 0 0 0 0,0 0 0 0 0,0 0 0 0 0,3 1-1 0 0,39 9 19 0 0,-20-3 20 0 0,37 18-33 0 0,-42-16-10 0 0,21 13 0 0 0,-30-15 4 0 0,1 0 0 0 0,13 13-1 0 0,-19-15 0 0 0,-1 0-1 0 0,0 0 1 0 0,1 0-1 0 0,-2 1 1 0 0,1-1-1 0 0,-1 1 1 0 0,1 0-1 0 0,-2 0 1 0 0,1 0 0 0 0,-1 1-1 0 0,0-1 1 0 0,0 1-1 0 0,0-1 1 0 0,-1 1-1 0 0,0-1 1 0 0,-1 1-1 0 0,1 0 1 0 0,-1 0-1 0 0,-1-1 1 0 0,-1 14-1 0 0,1-13-2 0 0,-1 1 0 0 0,0-1 0 0 0,0 0 0 0 0,0 0 0 0 0,-1 0 0 0 0,0 0 0 0 0,0 0 0 0 0,-1 0 0 0 0,0-1 0 0 0,0 0 0 0 0,0 0 0 0 0,-1 0 0 0 0,0 0 0 0 0,0-1 0 0 0,-1 0 0 0 0,1 0 0 0 0,-1 0 0 0 0,0 0 0 0 0,-1-1 0 0 0,1 0 0 0 0,-1-1 0 0 0,0 1 0 0 0,1-1 0 0 0,-1-1 0 0 0,-1 1 0 0 0,-7 1 0 0 0,1-1 8 0 0,0 0 0 0 0,-1-1-1 0 0,1-1 1 0 0,-28 0-1 0 0,36-2-5 0 0,-1 0 0 0 0,1 0 0 0 0,0 0 0 0 0,0-1 0 0 0,-1 0-1 0 0,1 0 1 0 0,0 0 0 0 0,1-1 0 0 0,-1 0 0 0 0,0 0 0 0 0,1 0 0 0 0,-1-1 0 0 0,-5-5-1 0 0,5 4-6 0 0,1 0-1 0 0,0 0 0 0 0,0 0 1 0 0,1-1-1 0 0,-1 1 0 0 0,1-1 0 0 0,0 0 1 0 0,1 0-1 0 0,0-1 0 0 0,0 1 1 0 0,0-1-1 0 0,0 1 0 0 0,-1-10 0 0 0,1-7-10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28.82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60 146 24 0 0,'-3'5'-1'0'0,"-1"-1"1"0"0,1 1 0 0 0,0-1 0 0 0,0 1 0 0 0,1 0 0 0 0,-1 0 0 0 0,1 0 0 0 0,-2 7 0 0 0,1-1 2 0 0,0 1 1 0 0,0-1 0 0 0,0 12 0 0 0,3-19 4 0 0,0 0 0 0 0,0 1 0 0 0,0-1 0 0 0,2 9 0 0 0,-2-11-6 0 0,1-1 0 0 0,-1 1 1 0 0,1 0-1 0 0,-1-1 0 0 0,1 1 0 0 0,0-1 1 0 0,-1 1-1 0 0,1-1 0 0 0,0 1 0 0 0,0-1 1 0 0,0 1-1 0 0,0-1 0 0 0,1 0 0 0 0,1 2 0 0 0,3 0 10 0 0,6-5 32 0 0,0-1-40 0 0,-1-1 1 0 0,16-6-1 0 0,-20 6 0 0 0,0 0-1 0 0,0 0 0 0 0,-1-1 0 0 0,12-10 0 0 0,-9 7 6 0 0,0-1-1 0 0,0 0 1 0 0,-1-1-1 0 0,-1 0 1 0 0,0 0-1 0 0,9-17 1 0 0,-14 23-5 0 0,0 0 0 0 0,0 0 0 0 0,-1 0 0 0 0,1 0 0 0 0,-1 0-1 0 0,0 0 1 0 0,-1-1 0 0 0,1 1 0 0 0,-1 0 0 0 0,1-1 0 0 0,-2 1 0 0 0,1-1 0 0 0,0 1 0 0 0,-1 0 0 0 0,0-1 0 0 0,0 1 0 0 0,0 0 0 0 0,0 0 0 0 0,-1 0 0 0 0,1 0 0 0 0,-4-6-1 0 0,0 2 2 0 0,0 1 0 0 0,0-1 0 0 0,-1 1-1 0 0,0 0 1 0 0,0 1 0 0 0,-1-1 0 0 0,-12-8-1 0 0,17 14 1 0 0,0-1-1 0 0,0 1 1 0 0,0 0 0 0 0,0 0-1 0 0,0-1 1 0 0,0 2-1 0 0,0-1 1 0 0,0 0-1 0 0,0 0 1 0 0,-1 1 0 0 0,1-1-1 0 0,0 1 1 0 0,-1 0-1 0 0,1-1 1 0 0,0 1-1 0 0,-1 0 1 0 0,1 0 0 0 0,0 1-1 0 0,0-1 1 0 0,-1 0-1 0 0,1 1 1 0 0,0 0-1 0 0,0-1 1 0 0,-1 1-1 0 0,1 0 1 0 0,0 0 0 0 0,0 0-1 0 0,0 0 1 0 0,0 1-1 0 0,0-1 1 0 0,1 0-1 0 0,-1 1 1 0 0,0 0 0 0 0,-2 3-1 0 0,-1 0 2 0 0,2 0-1 0 0,-1 0 0 0 0,1 1 1 0 0,0-1-1 0 0,0 1 1 0 0,0 0-1 0 0,1 0 1 0 0,0 0-1 0 0,0 0 1 0 0,0 1-1 0 0,1-1 0 0 0,0 0 1 0 0,0 1-1 0 0,1 9 1 0 0,0-7-1 0 0,1 0 1 0 0,0-1 0 0 0,0 1-1 0 0,1-1 1 0 0,0 1-1 0 0,1-1 1 0 0,-1 0 0 0 0,2 0-1 0 0,-1 0 1 0 0,7 11-1 0 0,5 1-4 0 0,15 15-53 0 0,-4-6 30 0 0,6 8-25 0 0,-24-27 39 0 0,-1 1-1 0 0,1 0 1 0 0,-2 0-1 0 0,0 1 0 0 0,0 0 1 0 0,-1 0-1 0 0,0 0 0 0 0,4 16 1 0 0,-8-19 5 0 0,1 0 0 0 0,-1-1 0 0 0,0 1 1 0 0,-1 0-1 0 0,0 0 0 0 0,-1 0 0 0 0,0 0 0 0 0,0 0 1 0 0,-1 0-1 0 0,0-1 0 0 0,0 1 0 0 0,-1-1 0 0 0,-4 10 0 0 0,2-8 0 0 0,0 0-1 0 0,-1 0 1 0 0,0-1-1 0 0,-1 0 1 0 0,0 0-1 0 0,-13 13 0 0 0,16-18 3 0 0,-1 1 0 0 0,-1-1-1 0 0,1 0 1 0 0,-1 0-1 0 0,1 0 1 0 0,-1-1-1 0 0,0 0 1 0 0,-1 0-1 0 0,1-1 1 0 0,0 1-1 0 0,-1-1 1 0 0,-8 1-1 0 0,13-3 7 0 0,0 1-1 0 0,-1-1 0 0 0,1 0 0 0 0,0 0 0 0 0,0 0 0 0 0,-1-1 0 0 0,1 1 0 0 0,0-1 0 0 0,0 1 0 0 0,-1-1 0 0 0,1 0 0 0 0,0 1 0 0 0,0-1 0 0 0,0 0 0 0 0,0-1 0 0 0,-3-1 0 0 0,2 0 9 0 0,0 1-1 0 0,1-1 1 0 0,-1 0-1 0 0,1 0 1 0 0,0 0-1 0 0,-1 0 1 0 0,2 0-1 0 0,-1 0 1 0 0,-2-6-1 0 0,0-1 15 0 0,1-1 0 0 0,0 1 0 0 0,1-1 1 0 0,0 0-1 0 0,1 0 0 0 0,-1-11 0 0 0,3 2-13 0 0,-1 1 0 0 0,2-1 0 0 0,1 0 0 0 0,0 1 0 0 0,2 0 0 0 0,0-1 1 0 0,1 2-1 0 0,1-1 0 0 0,0 1 0 0 0,2 0 0 0 0,12-20 0 0 0,-12 28 30 0 0,27-18-33 0 0,-27 23-10 0 0,0-1 0 0 0,1 1 0 0 0,-1 1 0 0 0,15-5 0 0 0,-3 4-5 0 0,23-4 0 0 0,-44 9 5 0 0,14-2-56 0 0,0 2-22 0 0,55 5-2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29.54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160 1 24 0 0,'-10'4'6'0'0,"0"1"0"0"0,0 1 1 0 0,1-1-1 0 0,0 2 1 0 0,0-1-1 0 0,0 1 1 0 0,1 1-1 0 0,0-1 0 0 0,1 1 1 0 0,0 1-1 0 0,-9 12 1 0 0,9-10 12 0 0,1 0-1 0 0,1 0 1 0 0,0 1 0 0 0,0-1 0 0 0,1 1-1 0 0,1 0 1 0 0,0 0 0 0 0,-2 24 0 0 0,1 6 25 0 0,4 53 0 0 0,0-93-43 0 0,0 14 7 0 0,0 1-1 0 0,1-1 0 0 0,1 0 0 0 0,1 0 0 0 0,0 0 0 0 0,1 0 0 0 0,1 0 0 0 0,8 19 0 0 0,-11-32-7 0 0,0 1 0 0 0,0-1 0 0 0,1 0 0 0 0,4 6 0 0 0,24 20-14 0 0,-24-22-56 0 0,6-4 13 0 0,40 8 36 0 0,-40-9-33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30.20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105 82 7 0 0,'-2'1'0'0'0,"0"1"0"0"0,0-1 0 0 0,0 0 0 0 0,1 1 1 0 0,-1-1-1 0 0,1 1 0 0 0,-1-1 0 0 0,1 1 0 0 0,-1 0 0 0 0,-1 2 0 0 0,-1 2 0 0 0,-7 7 20 0 0,0 0 1 0 0,1 1-1 0 0,1 1 1 0 0,-11 22 0 0 0,16-30-15 0 0,1 0 1 0 0,1 0 0 0 0,-1 0 0 0 0,1 1 0 0 0,0-1 0 0 0,1 1-1 0 0,0 0 1 0 0,0-1 0 0 0,0 1 0 0 0,1 0 0 0 0,0 0 0 0 0,2 10-1 0 0,-1-16-5 0 0,-1 1 0 0 0,1 0-1 0 0,0-1 1 0 0,0 1-1 0 0,0-1 1 0 0,0 1 0 0 0,0-1-1 0 0,0 1 1 0 0,1-1-1 0 0,-1 0 1 0 0,1 0 0 0 0,0 0-1 0 0,-1 0 1 0 0,1 0-1 0 0,0 0 1 0 0,0 0 0 0 0,4 2-1 0 0,6-3 43 0 0,-3-1-41 0 0,0 0 1 0 0,0-1 0 0 0,17-3-1 0 0,-20 2-2 0 0,-1 0 0 0 0,0-1 0 0 0,0 1 0 0 0,0-1 0 0 0,0 0 0 0 0,-1 0 0 0 0,8-6 0 0 0,23-23 0 0 0,-25 23 0 0 0,0-1 0 0 0,-1 0 0 0 0,0-1 0 0 0,-1 0 0 0 0,0-1 0 0 0,-1 1 0 0 0,8-17 0 0 0,-13 24 0 0 0,-1-1 0 0 0,1 1 0 0 0,-1-1 0 0 0,1 0 0 0 0,-1 0 0 0 0,-1 1 0 0 0,1-1 0 0 0,-1 0 0 0 0,0 0 0 0 0,0 0 0 0 0,0 0 0 0 0,-1 0 0 0 0,1 1 0 0 0,-1-1 0 0 0,0 0 0 0 0,-1 0 0 0 0,1 1 0 0 0,-1-1 0 0 0,0 1 0 0 0,0-1 0 0 0,0 1 0 0 0,-1 0 0 0 0,-5-8 0 0 0,2 5 0 0 0,0 1 0 0 0,0-1 0 0 0,0 1 0 0 0,-1 1 0 0 0,0-1 0 0 0,0 1 0 0 0,0 0 0 0 0,-9-4 0 0 0,14 7 0 0 0,-1 1 0 0 0,0 0 0 0 0,-1 0 0 0 0,1 0 0 0 0,0 0 0 0 0,0 0 0 0 0,0 1 0 0 0,-1-1 0 0 0,1 1 0 0 0,0 0 0 0 0,-1 0 0 0 0,1 0 0 0 0,0 0 0 0 0,0 0 0 0 0,-1 1 0 0 0,1 0 0 0 0,0 0 0 0 0,0 0 0 0 0,0 0 0 0 0,0 0 0 0 0,0 0 0 0 0,0 1 0 0 0,0 0 0 0 0,-4 2 0 0 0,2 1-4 0 0,-1 0 0 0 0,1 0 0 0 0,0 1-1 0 0,1-1 1 0 0,-1 1 0 0 0,1 0-1 0 0,0 1 1 0 0,1-1 0 0 0,0 1-1 0 0,0-1 1 0 0,0 1 0 0 0,0 0-1 0 0,1 0 1 0 0,1 0 0 0 0,-1 0-1 0 0,1 1 1 0 0,0-1 0 0 0,1 0-1 0 0,-1 1 1 0 0,1-1 0 0 0,1 0-1 0 0,0 1 1 0 0,0-1 0 0 0,0 0-1 0 0,1 0 1 0 0,0 1 0 0 0,0-1-1 0 0,6 10 1 0 0,-2-5-7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30.43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62 5 24 0 0,'0'0'0'0'0,"0"-1"0"0"0,0 1 0 0 0,0 0 0 0 0,0 0 1 0 0,0 0-1 0 0,0-1 0 0 0,0 1 0 0 0,0 0 0 0 0,0 0 1 0 0,0 0-1 0 0,-1 0 0 0 0,1-1 0 0 0,0 1 1 0 0,0 0-1 0 0,0 0 0 0 0,0 0 0 0 0,0 0 0 0 0,-1 0 1 0 0,1-1-1 0 0,0 1 0 0 0,0 0 0 0 0,0 0 0 0 0,0 0 1 0 0,-1 0-1 0 0,1 0 0 0 0,0 0 0 0 0,0 0 1 0 0,0 0-1 0 0,-1 0 0 0 0,1 0 0 0 0,0 0 0 0 0,0 0 1 0 0,0 0-1 0 0,-1 0 0 0 0,1 0 0 0 0,0 0 0 0 0,0 0 1 0 0,0 0-1 0 0,-1 0 0 0 0,1 0 0 0 0,0 0 1 0 0,-6 9 19 0 0,-3 17 14 0 0,8-25-34 0 0,-10 38 22 0 0,2 0-1 0 0,2 1 0 0 0,1 0 1 0 0,2 0-1 0 0,2 63 0 0 0,7-62-81 0 0,-5-37 48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30.68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 0 24 0 0,'-4'8'7'0'0,"1"0"0"0"0,0 0 1 0 0,1 1-1 0 0,0-1 1 0 0,0 1-1 0 0,1-1 0 0 0,-1 10 1 0 0,1-13 1 0 0,1-1 0 0 0,0 1 0 0 0,0-1 0 0 0,1 1 0 0 0,-1-1 0 0 0,1 1 0 0 0,0-1 0 0 0,0 1-1 0 0,1-1 1 0 0,-1 0 0 0 0,1 0 0 0 0,0 0 0 0 0,0 1 0 0 0,0-2 0 0 0,5 7 0 0 0,-7-10-7 0 0,1 1 1 0 0,0-1-1 0 0,-1 1 0 0 0,1-1 0 0 0,0 1 1 0 0,0-1-1 0 0,-1 1 0 0 0,1-1 0 0 0,0 0 1 0 0,0 1-1 0 0,0-1 0 0 0,0 0 0 0 0,-1 0 1 0 0,1 0-1 0 0,0 0 0 0 0,0 0 0 0 0,0 0 1 0 0,1 0-1 0 0,7 1 0 0 0,0-1 0 0 0,0-1 0 0 0,-1 0 0 0 0,11-2 0 0 0,-12 1-4 0 0,0 0 0 0 0,0-1-1 0 0,0 1 1 0 0,7-5-1 0 0,-6 3-57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31.20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46 21 24 0 0,'25'-4'0'0'0,"46"-7"53"0"0,-15 6-43 0 0,2 6-10 0 0,-35 2 0 0 0,-22-3 0 0 0,-1 1 0 0 0,0-1 0 0 0,1 0 0 0 0,-1 0 0 0 0,1 0 0 0 0,-1 0 0 0 0,0 0 0 0 0,1 0 0 0 0,-1 1 0 0 0,1-1 0 0 0,-1 0 0 0 0,0 0 0 0 0,1 1 0 0 0,-1-1 0 0 0,0 0 0 0 0,1 0 0 0 0,-1 1 0 0 0,0-1 0 0 0,0 0 0 0 0,1 1 0 0 0,-1-1 0 0 0,1 1 0 0 0,-3 1 1 0 0,0-1-1 0 0,1 0 0 0 0,-1 1 0 0 0,0-1 0 0 0,0 0 0 0 0,0 0 1 0 0,1 0-1 0 0,-1-1 0 0 0,0 1 0 0 0,0 0 0 0 0,-4 0 0 0 0,2 0 9 0 0,-22 9 11 0 0,0 2 0 0 0,1 0 0 0 0,1 2 0 0 0,-26 18 0 0 0,40-25-14 0 0,1 0 0 0 0,0 1 0 0 0,1 0 1 0 0,0 0-1 0 0,0 1 0 0 0,1 0 1 0 0,0 0-1 0 0,0 0 0 0 0,1 1 1 0 0,0 1-1 0 0,1-1 0 0 0,-7 19 0 0 0,11-27-6 0 0,0 1 0 0 0,0 0 0 0 0,1 0 0 0 0,-1 0 0 0 0,1 0 0 0 0,0 0 0 0 0,0 0 0 0 0,0 0 0 0 0,0 0 0 0 0,0 0 0 0 0,1 0 0 0 0,-1-1 0 0 0,1 1 0 0 0,0 0 0 0 0,0 0 0 0 0,0 0 0 0 0,0-1 0 0 0,0 1 0 0 0,1 0 0 0 0,-1-1 0 0 0,1 1 0 0 0,2 2 0 0 0,9 4 0 0 0,-6-6 0 0 0,0 1 0 0 0,1-1 0 0 0,-1 0 0 0 0,10 2 0 0 0,-9-4-1 0 0,0 0-1 0 0,-1 0 0 0 0,1-1 1 0 0,0 0-1 0 0,-1 0 0 0 0,9-2 0 0 0,5-2-28 0 0,22-7 0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31.47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24 24 0 0,'0'0'0'0'0,"0"0"0"0"0,0 0 0 0 0,0 0 0 0 0,0 0 0 0 0,1 1 0 0 0,-1-1 0 0 0,0 0 0 0 0,0 0 0 0 0,0 0 0 0 0,0 0 0 0 0,1 0 0 0 0,-1 1 0 0 0,0-1 0 0 0,0 0 0 0 0,0 0 0 0 0,0 0 0 0 0,1 0 0 0 0,-1 0 0 0 0,0 0 0 0 0,0 0 0 0 0,0 0 0 0 0,1 0 0 0 0,-1 0 0 0 0,0 0 0 0 0,0 0 0 0 0,1 0 0 0 0,-1 0 0 0 0,0 0 0 0 0,0 0 0 0 0,0 0 0 0 0,1 0 0 0 0,-1 0 0 0 0,0 0 0 0 0,0 0 0 0 0,1 0 0 0 0,9-3 0 0 0,5-1 0 0 0,36-8 0 0 0,15 5 0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31.64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 2 55 0 0,'-4'-1'10'0'0,"12"4"12"0"0,16 6 10 0 0,4-9-32 0 0,-19 0 0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31.88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 1 24 0 0,'0'0'0'0'0,"0"0"1"0"0,-1 0 0 0 0,1 0 0 0 0,0 0 0 0 0,0 0-1 0 0,0 0 1 0 0,-1 0 0 0 0,1 0 0 0 0,0 0 0 0 0,0 0 0 0 0,0 0-1 0 0,-1 0 1 0 0,1 0 0 0 0,0 0 0 0 0,0 0 0 0 0,-1 0 0 0 0,1 0-1 0 0,0 0 1 0 0,0 0 0 0 0,0 0 0 0 0,-1 0 0 0 0,1 0 0 0 0,0 0-1 0 0,0 1 1 0 0,0-1 0 0 0,-1 0 0 0 0,1 0 0 0 0,0 0-1 0 0,0 0 1 0 0,0 0 0 0 0,0 1 0 0 0,0-1 0 0 0,-1 0 0 0 0,1 0-1 0 0,0 0 1 0 0,0 1 0 0 0,0-1 0 0 0,0 0 0 0 0,0 0 0 0 0,0 0-1 0 0,0 1 1 0 0,0-1 0 0 0,0 0 0 0 0,0 0 0 0 0,0 0 0 0 0,0 1-1 0 0,0-1 1 0 0,0 0 0 0 0,0 0 0 0 0,0 0 0 0 0,0 1-1 0 0,0-1 1 0 0,0 17 32 0 0,0-13-32 0 0,-1 289 257 0 0,0-281-256 0 0,0-8-12 0 0,0 0 1 0 0,1 0-1 0 0,0-1 0 0 0,0 1 1 0 0,0 0-1 0 0,0 0 0 0 0,1 0 1 0 0,-1-1-1 0 0,1 1 0 0 0,0 0 1 0 0,0-1-1 0 0,2 5 0 0 0,-2-6-2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32.49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0 24 0 0,'0'1'-1'0'0,"0"-1"1"0"0,0 1 0 0 0,0-1 0 0 0,-1 0 0 0 0,1 1 0 0 0,0-1 0 0 0,0 1 0 0 0,0-1 0 0 0,0 1 0 0 0,0-1 0 0 0,0 1 0 0 0,0-1 0 0 0,0 1 0 0 0,0-1 0 0 0,0 0 0 0 0,0 1 0 0 0,0-1 0 0 0,0 1 0 0 0,0-1 0 0 0,1 1 0 0 0,-1 1 1 0 0,4 92 27 0 0,0 13 7 0 0,-2-84-35 0 0,-1-12 0 0 0,-1-1 0 0 0,2 0 0 0 0,-1 1 0 0 0,2-1 0 0 0,5 17 0 0 0,-7-23 0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32.80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41 24 0 0,'13'-8'-1'0'0,"-9"6"2"0"0,13-5-1 0 0,36-9 10 0 0,-41 14 1 0 0,0 0-1 0 0,1 0 1 0 0,13 1 0 0 0,27 5 10 0 0,-51-4-18 0 0,-1 0 1 0 0,0 0-1 0 0,1 1 0 0 0,-1-1 1 0 0,0 0-1 0 0,1 1 0 0 0,-1-1 0 0 0,0 1 1 0 0,1-1-1 0 0,-1 1 0 0 0,0 0 1 0 0,2 0-1 0 0,-3-1-3 0 0,9 6 3 0 0,0 0 1 0 0,11 10-1 0 0,-15-12-3 0 0,-1 1 0 0 0,1 0 0 0 0,-1 1 0 0 0,0-1 0 0 0,-1 1 0 0 0,1 0 0 0 0,-1 0 0 0 0,0 0 0 0 0,0 0 0 0 0,-1 0 0 0 0,0 1 0 0 0,0-1 0 0 0,-1 1 0 0 0,1 0 0 0 0,-1-1 0 0 0,-1 1 0 0 0,1 0 0 0 0,-1-1 0 0 0,0 1 0 0 0,-1 0 0 0 0,-2 10 0 0 0,1-7 0 0 0,0-1 0 0 0,-1 1 0 0 0,0-1 0 0 0,0 0 0 0 0,-1 0 0 0 0,0 0 0 0 0,-1-1 0 0 0,0 1 0 0 0,0-1 0 0 0,-1 0 0 0 0,0-1 0 0 0,-10 10 0 0 0,12-14 0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33.05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 29 24 0 0,'-1'0'0'0'0,"1"0"0"0"0,0 0 0 0 0,0 0 0 0 0,0 0 0 0 0,0 0 0 0 0,0 0 0 0 0,0 0 0 0 0,0 0 0 0 0,-1 0 0 0 0,1 0 0 0 0,0 0 0 0 0,0 0 0 0 0,0 0 0 0 0,0 0 0 0 0,0 0 0 0 0,0 0 0 0 0,-1 0 0 0 0,1 0 0 0 0,0 0 0 0 0,0 0 0 0 0,0 0 0 0 0,0 0 0 0 0,0 0 0 0 0,0 0 0 0 0,-1 0 0 0 0,1 0 0 0 0,0 0 0 0 0,0 0 0 0 0,0 0 0 0 0,0 0 0 0 0,0 0 0 0 0,0-1 1 0 0,0 1-1 0 0,0 0 0 0 0,0 0 0 0 0,0 0 0 0 0,-1 0 0 0 0,1 0 0 0 0,0 0 0 0 0,0 0 0 0 0,0-1 0 0 0,0 1 0 0 0,0 0 0 0 0,0 0 0 0 0,0 0 0 0 0,0 0 0 0 0,0 0 0 0 0,0 0 0 0 0,0 0 0 0 0,0-1 0 0 0,6-5-4 0 0,11-4 60 0 0,-1 5-35 0 0,-2 4 22 0 0,35-2-22 0 0,-25 4 22 0 0,33 7-33 0 0,-7 4-22 0 0,-40-9-48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33.23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 1 24 0 0,'-2'5'1'0'0,"0"0"0"0"0,0 0 0 0 0,1 0 1 0 0,0 0-1 0 0,-1 0 0 0 0,2 1 1 0 0,-1-1-1 0 0,1 0 0 0 0,-1 1 1 0 0,1-1-1 0 0,1 0 0 0 0,-1 1 1 0 0,2 6-1 0 0,3 6 10 0 0,0 0 0 0 0,12 27-1 0 0,-9-26-3 0 0,7 25-1 0 0,-12-30-6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33.45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15 37 24 0 0,'-1'-1'1'0'0,"1"1"0"0"0,-1 0 1 0 0,1 0-1 0 0,-1 0 1 0 0,1 0-1 0 0,-1 0 0 0 0,1 0 1 0 0,0 0-1 0 0,-1 0 1 0 0,1 0-1 0 0,-1 0 0 0 0,1 0 1 0 0,-1 0-1 0 0,1 0 1 0 0,-1 0-1 0 0,1 1 0 0 0,-1-1 1 0 0,1 0-1 0 0,-1 0 1 0 0,1 1-1 0 0,0-1 0 0 0,-1 0 1 0 0,1 0-1 0 0,-1 1 1 0 0,1-1-1 0 0,0 0 0 0 0,-1 1 1 0 0,1-1-1 0 0,0 1 1 0 0,0-1-1 0 0,-1 0 0 0 0,1 1 1 0 0,0 0 1 0 0,0-1 1 0 0,1 1-1 0 0,-1-1 0 0 0,0 1 1 0 0,1-1-1 0 0,-1 1 1 0 0,1-1-1 0 0,-1 1 0 0 0,1-1 1 0 0,-1 0-1 0 0,1 1 1 0 0,-1-1-1 0 0,1 0 0 0 0,-1 1 1 0 0,1-1-1 0 0,-1 0 1 0 0,1 0-1 0 0,-1 1 0 0 0,1-1 1 0 0,0 0-1 0 0,-1 0 1 0 0,1 0-1 0 0,0 0 0 0 0,1 2-2 0 0,11-3 34 0 0,-7 1-17 0 0,57-7-8 0 0,-46 4-10 0 0,-1-1 0 0 0,18-6 0 0 0,30-16 0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34.03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 0 24 0 0,'-1'1'0'0'0,"1"-1"0"0"0,0 0 0 0 0,0 0 0 0 0,0 0 0 0 0,0 0 0 0 0,0 0 0 0 0,0 0 0 0 0,0 0 0 0 0,0 0 0 0 0,0 0 0 0 0,0 0 0 0 0,0 0 0 0 0,0 0 0 0 0,0 0 0 0 0,0 0 0 0 0,0 0 0 0 0,0 0 0 0 0,0 0 0 0 0,0 0 0 0 0,0 0 0 0 0,0 0 0 0 0,0 1 0 0 0,0-1 0 0 0,0 0 0 0 0,0 0 0 0 0,0 0 0 0 0,0 0 0 0 0,0 0 0 0 0,0 0 0 0 0,0 0 0 0 0,0 0 0 0 0,0 0 0 0 0,0 0 0 0 0,0 0 0 0 0,0 0 0 0 0,0 0 0 0 0,0 0 0 0 0,0 0 0 0 0,0 0 0 0 0,0 0 0 0 0,0 0 0 0 0,0 0 0 0 0,0 1 0 0 0,0-1 0 0 0,0 0 0 0 0,0 0 0 0 0,0 0 0 0 0,0 0 0 0 0,0 0 0 0 0,0 0 0 0 0,0 0 0 0 0,22 8 0 0 0,30 8 0 0 0,2-7 10 0 0,-32-8 33 0 0,33-3-22 0 0,-29-2-3 0 0,-17 3-6 0 0,0 0 0 0 0,14 0-1 0 0,-27 2 2 0 0,-1 1 0 0 0,1-1 0 0 0,0 1-1 0 0,0 1 1 0 0,0-1 0 0 0,1 0-1 0 0,-1 1 1 0 0,1 0 0 0 0,-6 4 0 0 0,-3 4-13 0 0,-38 24 0 0 0,-34 26 0 0 0,72-51 0 0 0,0 1 0 0 0,1 0 0 0 0,0 0 0 0 0,-13 19 0 0 0,22-26 0 0 0,0-1 0 0 0,0 1 0 0 0,0 0 0 0 0,0 0 0 0 0,0 0 0 0 0,1 0 0 0 0,0 0 0 0 0,-2 8 0 0 0,3-11 0 0 0,0 1 0 0 0,0-1 0 0 0,-1 1 0 0 0,2-1 0 0 0,-1 1 0 0 0,0-1 0 0 0,0 1 0 0 0,0-1 0 0 0,1 0 0 0 0,-1 1 0 0 0,1-1 0 0 0,-1 1 0 0 0,1-1 0 0 0,0 0 0 0 0,-1 1 0 0 0,1-1 0 0 0,0 0 0 0 0,0 0 0 0 0,0 1 0 0 0,0-1 0 0 0,0 0 0 0 0,0 0 0 0 0,0 0 0 0 0,0 0 0 0 0,0 0 0 0 0,1-1 0 0 0,-1 1 0 0 0,2 1 0 0 0,15 1 0 0 0,44-2 0 0 0,12-7 0 0 0,-1-5 0 0 0,-17-1-16 0 0,-45 9-64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34.30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44 24 0 0,'5'1'0'0'0,"0"1"-3"0"0,22-1 59 0 0,45-2 8 0 0,-25 0-43 0 0,-25-1 22 0 0,32-6-33 0 0,-35 4-10 0 0,21-7 0 0 0,3-6 0 0 0,-37 13 0 0 0,-9 4 0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34.53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15 1 24 0 0,'-2'2'-1'0'0,"1"1"1"0"0,0 0-1 0 0,-1-1 1 0 0,1 1 0 0 0,1 0-1 0 0,-1 0 1 0 0,0 0 0 0 0,1 0-1 0 0,-1 0 1 0 0,1 4-1 0 0,2 34 48 0 0,0-3-15 0 0,-6 5 27 0 0,0 19-65 0 0,4-61 6 0 0,0-1 0 0 0,0 0 0 0 0,0 1 0 0 0,0-1 0 0 0,0 0 0 0 0,0 1 0 0 0,0-1 0 0 0,0 0 0 0 0,0 0 0 0 0,0 1 0 0 0,0-1 0 0 0,0 0 0 0 0,0 0 0 0 0,0 1 0 0 0,0-1 0 0 0,0 0 0 0 0,0 1 0 0 0,0-1 0 0 0,0 0 0 0 0,0 0 0 0 0,1 1 0 0 0,-1-1 0 0 0,0 0 0 0 0,0 0 0 0 0,0 1 0 0 0,0-1 0 0 0,1 0 0 0 0,-1 0 0 0 0,0 0 0 0 0,0 0 0 0 0,0 1 0 0 0,1-1 0 0 0,-1 0 0 0 0,0 0 0 0 0,0 0 0 0 0,1 0 0 0 0,-1 0 0 0 0,4 0 0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34.75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 0 24 0 0,'-2'44'0'0'0,"1"-30"0"0"0,1 0 0 0 0,0 0 0 0 0,2 22 0 0 0,1-28 0 0 0,-3-6 0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35.29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 11 24 0 0,'5'-1'1'0'0,"-3"0"3"0"0,-1 0 0 0 0,1 0 0 0 0,0 1 0 0 0,0-1 0 0 0,0 0 0 0 0,0 1 0 0 0,0 0 0 0 0,0-1 0 0 0,0 1 0 0 0,0 0 0 0 0,1 0 0 0 0,2 1 0 0 0,53-1 6 0 0,-31 0-10 0 0,-11 0 0 0 0,28-2 0 0 0,-35 1 0 0 0,-5 0 0 0 0,0 1 0 0 0,1-1 0 0 0,-1 1 0 0 0,0 0 0 0 0,0 0 0 0 0,0 1 0 0 0,4 0 0 0 0,-6 0 0 0 0,-1-1 0 0 0,1 1 0 0 0,-1 0 0 0 0,1 0 0 0 0,-1-1 0 0 0,0 1 0 0 0,1 0 0 0 0,-1 0 0 0 0,0 1 0 0 0,0-1 0 0 0,0 0 0 0 0,0 0 0 0 0,0 0 0 0 0,0 1 0 0 0,0-1 0 0 0,0 1 0 0 0,-1-1 0 0 0,1 1 0 0 0,0-1 0 0 0,-1 1 0 0 0,1-1 0 0 0,0 3 0 0 0,0-1 0 0 0,-1 0 0 0 0,1 0 0 0 0,0 0 0 0 0,-1 0 0 0 0,1 0 0 0 0,-1 0 0 0 0,0 0 0 0 0,0 0 0 0 0,-1 0 0 0 0,1 1 0 0 0,0-1 0 0 0,-1 0 0 0 0,0 0 0 0 0,0 0 0 0 0,0 0 0 0 0,-2 3 0 0 0,2-4 0 0 0,0 0 0 0 0,0-1 0 0 0,-1 1 0 0 0,1 0 0 0 0,-1-1 0 0 0,1 0 0 0 0,-1 1 0 0 0,1-1 0 0 0,-1 0 0 0 0,0 0 0 0 0,0 0 0 0 0,0 0 0 0 0,0 0 0 0 0,1 0 0 0 0,-1 0 0 0 0,0-1 0 0 0,0 1 0 0 0,-1-1 0 0 0,1 1 0 0 0,0-1 0 0 0,0 0 0 0 0,0 0 0 0 0,0 0 0 0 0,0 0 0 0 0,-2-1 0 0 0,-13 0 0 0 0,1 0 0 0 0,-1 1 0 0 0,0 1 0 0 0,-21 4 0 0 0,32-4 0 0 0,0 0 0 0 0,1 1 0 0 0,-1 0 0 0 0,1 0 0 0 0,-1 0 0 0 0,1 1 0 0 0,0 0 0 0 0,0 0 0 0 0,0 0 0 0 0,1 1 0 0 0,-1-1 0 0 0,1 1 0 0 0,-1 0 0 0 0,1 0 0 0 0,-6 9 0 0 0,7-8 0 0 0,-1 1 0 0 0,1 0 0 0 0,0 0 0 0 0,0 0 0 0 0,1 0 0 0 0,0 0 0 0 0,-3 12 0 0 0,4-16 0 0 0,1 0 0 0 0,0-1 0 0 0,0 1 0 0 0,-1-1 0 0 0,1 1 0 0 0,0 0 0 0 0,0-1 0 0 0,1 1 0 0 0,-1 0 0 0 0,0-1 0 0 0,0 1 0 0 0,1 0 0 0 0,-1-1 0 0 0,1 1 0 0 0,0-1 0 0 0,-1 1 0 0 0,1-1 0 0 0,0 1 0 0 0,0-1 0 0 0,0 0 0 0 0,0 1 0 0 0,0-1 0 0 0,0 0 0 0 0,0 0 0 0 0,0 1 0 0 0,1-1 0 0 0,-1 0 0 0 0,0 0 0 0 0,1-1 0 0 0,-1 1 0 0 0,1 0 0 0 0,-1 0 0 0 0,1-1 0 0 0,-1 1 0 0 0,1-1 0 0 0,1 1 0 0 0,15-1 0 0 0,-3-3 0 0 0,23-6 0 0 0,-22 4 0 0 0,-1-1 0 0 0,17-9 0 0 0,-15 5 0 0 0,16-12 0 0 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36.80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26 1 24 0 0,'4'-1'-1'0'0,"8"4"2"0"0,0 0-1 0 0,41 13 0 0 0,-40-11 0 0 0,1 0 0 0 0,16 10 0 0 0,-25-13 0 0 0,0 1 0 0 0,-1-1 0 0 0,1 1 0 0 0,-1 0 0 0 0,0 0 0 0 0,0 0 0 0 0,0 1 0 0 0,0-1 0 0 0,-1 1 0 0 0,4 5 0 0 0,-4-6 4 0 0,0 1 1 0 0,0 0-1 0 0,-1-1 1 0 0,0 1-1 0 0,0 0 1 0 0,3 6-1 0 0,-5-9-3 0 0,0 0 0 0 0,1 0 0 0 0,-1 1 0 0 0,0-1 0 0 0,0 0 0 0 0,0 0 0 0 0,0 0 0 0 0,0 0 0 0 0,0 0 0 0 0,0 0 0 0 0,0 0 0 0 0,0 0 0 0 0,0 0 0 0 0,-1 0 0 0 0,1 0 0 0 0,-1 0 0 0 0,1 0 0 0 0,0 0 0 0 0,-1 0 0 0 0,1 0 0 0 0,-1 0 0 0 0,0-1 0 0 0,1 1 0 0 0,-1 0 0 0 0,0 0 0 0 0,0 0 0 0 0,1-1 0 0 0,-1 1 0 0 0,0 0 0 0 0,0-1 0 0 0,0 1 0 0 0,-1 0-1 0 0,-5 2 0 0 0,-1 1 0 0 0,1-1 0 0 0,-1-1 0 0 0,0 1 0 0 0,0-1 0 0 0,1-1 0 0 0,-1 0 0 0 0,-1 0 0 0 0,-10 0 0 0 0,10 0 0 0 0,2-1 3 0 0,-1 1 0 0 0,0 0 0 0 0,1 1 0 0 0,-1 0 0 0 0,1 0 0 0 0,0 0 0 0 0,-1 1 0 0 0,1 0 0 0 0,0 1 0 0 0,-6 4-1 0 0,10-6 0 0 0,0 0-1 0 0,1 0 0 0 0,-1 0 0 0 0,1 0 0 0 0,0 1 1 0 0,0-1-1 0 0,-1 1 0 0 0,2 0 0 0 0,-1-1 0 0 0,0 1 1 0 0,1 0-1 0 0,-1 0 0 0 0,1 0 0 0 0,0 0 0 0 0,0 1 0 0 0,0-1 1 0 0,0 0-1 0 0,0 0 0 0 0,1 0 0 0 0,0 1 0 0 0,-1-1 1 0 0,1 0-1 0 0,1 1 0 0 0,-1-1 0 0 0,0 0 0 0 0,2 5 0 0 0,-1-2-1 0 0,1 1 0 0 0,-1 0 0 0 0,2-1 0 0 0,-1 1 0 0 0,1-1 0 0 0,4 8 0 0 0,-5-11 0 0 0,0-1 0 0 0,-1 1 0 0 0,2-1 0 0 0,-1 1 0 0 0,0-1 0 0 0,0 0 0 0 0,1 1 0 0 0,-1-1 0 0 0,1-1 0 0 0,0 1 0 0 0,0 0 0 0 0,-1-1 0 0 0,1 1 0 0 0,0-1 0 0 0,6 2 0 0 0,7-3 0 0 0,-3 0 0 0 0,-1-1 0 0 0,15-4 0 0 0,-20 3-2 0 0,0 0 0 0 0,0 0 0 0 0,0-1 0 0 0,-1 0 0 0 0,10-6 0 0 0,23-22-58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37.00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44 24 0 0,'3'0'37'0'0,"6"0"-9"0"0,0-1-1 0 0,-1 0 0 0 0,1 0 0 0 0,-1-1 1 0 0,0 0-1 0 0,1 0 0 0 0,7-4 0 0 0,-3 2-27 0 0,-4 1-3 0 0,0 0-1 0 0,0-1 1 0 0,12-6 0 0 0,-17 8-50 0 0,-1-1 39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37.21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23 1 24 0 0,'0'9'0'0'0,"-1"1"0"0"0,-5 16 0 0 0,1 1 0 0 0,1 2 12 0 0,0 1 1 0 0,3-1 0 0 0,0 0 0 0 0,6 50-1 0 0,-5-78-12 0 0,0 1 0 0 0,0 1 0 0 0,1 0 0 0 0,-1 0 0 0 0,1-1 0 0 0,0 1 0 0 0,0-1 0 0 0,0 1 0 0 0,0 0 0 0 0,0-1 0 0 0,1 0 0 0 0,-1 1 0 0 0,1-1 0 0 0,2 4 0 0 0,0-5 0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37.45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13 1 24 0 0,'-8'30'90'0'0,"3"50"0"0"0,8 96 0 0 0,-2-164-89 0 0,3 41 6 0 0,-3-48-15 0 0,-1-1 0 0 0,1 0 0 0 0,1 1 0 0 0,-1-1 0 0 0,0 0 0 0 0,1 0 0 0 0,0 0 0 0 0,0 0 0 0 0,5 7 0 0 0,-3-7-17 0 0,-1-3-29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37.97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50 69 24 0 0,'-7'7'-1'0'0,"2"-1"0"0"0,-1 0 0 0 0,0 1 0 0 0,-6 12 0 0 0,9-14 7 0 0,1-1-1 0 0,1 1 1 0 0,-1 0 0 0 0,1-1 0 0 0,-1 1 0 0 0,1 0-1 0 0,0 0 1 0 0,1 0 0 0 0,-1 9 0 0 0,2-2-3 0 0,-1 0 0 0 0,1 0 1 0 0,5 18-1 0 0,-5-26-3 0 0,0 0 0 0 0,0 0 0 0 0,0 0-1 0 0,1 0 1 0 0,0 0 0 0 0,0 0 0 0 0,0-1 0 0 0,0 1-1 0 0,1 0 1 0 0,-1-1 0 0 0,1 0 0 0 0,0 0 0 0 0,4 4-1 0 0,5-2 1 0 0,-11-5 0 0 0,0 0 0 0 0,0 0 0 0 0,0 0 0 0 0,0 0 0 0 0,0 0 0 0 0,0 0 0 0 0,0-1 0 0 0,0 1 0 0 0,-1 0 0 0 0,1-1 0 0 0,0 1 0 0 0,0 0 0 0 0,2-2 0 0 0,38-21 0 0 0,-33 17 0 0 0,0 0 0 0 0,-1-1 0 0 0,1 0 0 0 0,-2 0 0 0 0,1 0 0 0 0,-1-1 0 0 0,0 0 0 0 0,-1 0 0 0 0,7-12 0 0 0,-9 14 0 0 0,0 0 0 0 0,-1-1 0 0 0,0 1 0 0 0,0 0 0 0 0,0 0 0 0 0,-1-1 0 0 0,0 1 0 0 0,0-1 0 0 0,-1 0 0 0 0,1 1 0 0 0,-2-1 0 0 0,1 1 0 0 0,-1-1 0 0 0,-1-8 0 0 0,0 9 0 0 0,0 0 0 0 0,0 1 0 0 0,-1-1 0 0 0,1 1 0 0 0,-1 0 0 0 0,0 0 0 0 0,-1 0 0 0 0,1 0 0 0 0,-1 1 0 0 0,0-1 0 0 0,-9-7 0 0 0,12 11 0 0 0,-1 0 0 0 0,1 0 0 0 0,-1-1 0 0 0,0 2 0 0 0,1-1 0 0 0,-1 0 0 0 0,0 0 0 0 0,0 0 0 0 0,1 1 0 0 0,-1-1 0 0 0,0 1 0 0 0,0-1 0 0 0,0 1 0 0 0,0 0 0 0 0,0 0 0 0 0,1 0 0 0 0,-1 0 0 0 0,0 0 0 0 0,0 0 0 0 0,0 0 0 0 0,0 1 0 0 0,0-1 0 0 0,0 1 0 0 0,1-1 0 0 0,-1 1 0 0 0,0 0 0 0 0,0 0 0 0 0,1 0 0 0 0,-1 0 0 0 0,1 0 0 0 0,-1 0 0 0 0,1 0 0 0 0,-1 0 0 0 0,1 1 0 0 0,-1-1 0 0 0,1 0 0 0 0,0 1 0 0 0,0-1 0 0 0,0 1 0 0 0,-1 2 0 0 0,-2 3 0 0 0,0-1 0 0 0,0 2 0 0 0,1-1 0 0 0,0 0 0 0 0,1 1 0 0 0,0-1 0 0 0,0 1 0 0 0,0 0 0 0 0,0 13 0 0 0,0-6 0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38.19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 1 24 0 0,'-1'1'0'0'0,"1"-1"0"0"0,-1 1 0 0 0,1 0 0 0 0,0 0 0 0 0,0 0 0 0 0,0-1 0 0 0,-1 1 0 0 0,1 0 0 0 0,0 0 0 0 0,0 0 0 0 0,0 0 0 0 0,0-1 0 0 0,0 1 0 0 0,0 0 0 0 0,1 2 0 0 0,-1 1 0 0 0,-5 349 127 0 0,5-341-127 0 0,0 1 0 0 0,4 18 0 0 0,-1-22 0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38.78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282 11 24 0 0,'0'-1'0'0'0,"0"1"0"0"0,0 0 0 0 0,0-1 0 0 0,0 1 0 0 0,0-1 0 0 0,0 1 1 0 0,0 0-1 0 0,0-1 0 0 0,0 1 0 0 0,0 0 0 0 0,0-1 0 0 0,0 1 1 0 0,0-1-1 0 0,0 1 0 0 0,-1 0 0 0 0,1-1 0 0 0,0 1 0 0 0,0 0 0 0 0,0-1 1 0 0,-1 1-1 0 0,1 0 0 0 0,0-1 0 0 0,0 1 0 0 0,-1 0 0 0 0,1 0 1 0 0,0-1-1 0 0,-1 1 0 0 0,1 0 0 0 0,-1-1 0 0 0,0 1 2 0 0,1 0 0 0 0,-1 0 0 0 0,0 1 0 0 0,1-1 0 0 0,-1 0 0 0 0,0 0 0 0 0,1 0 0 0 0,-1 0 0 0 0,0 0 0 0 0,1 1 0 0 0,-1-1 0 0 0,1 0 0 0 0,-1 1 0 0 0,0-1 0 0 0,0 1 0 0 0,-18 16 36 0 0,-2 13 13 0 0,1 1-1 0 0,-26 52 1 0 0,31-53-18 0 0,-122 207 43 0 0,129-219-44 0 0,9-13-10 0 0,8-8-12 0 0,0-5-36 0 0,-1-1 0 0 0,1 1 0 0 0,-1-1 0 0 0,-1-1 0 0 0,9-12 0 0 0,6-8-18 0 0,9-4 34 0 0,-31 34 8 0 0,1-1 1 0 0,-1 1 0 0 0,1 0-1 0 0,-1-1 1 0 0,0 1 0 0 0,1 0-1 0 0,-1-1 1 0 0,1 1 0 0 0,-1 0-1 0 0,1 0 1 0 0,-1 0 0 0 0,1-1-1 0 0,-1 1 1 0 0,1 0 0 0 0,-1 0-1 0 0,1 0 1 0 0,-1 0 0 0 0,1 0-1 0 0,-1 0 1 0 0,1 0 0 0 0,-1 0-1 0 0,1 0 1 0 0,-1 0 0 0 0,1 0-1 0 0,-1 0 1 0 0,1 0 0 0 0,-1 1-1 0 0,1-1 1 0 0,-1 0 0 0 0,1 0-1 0 0,0 1 1 0 0,6 2-4 0 0,-1 0-1 0 0,1 1 1 0 0,9 7 0 0 0,-14-10 2 0 0,-1 0 1 0 0,1 0-1 0 0,-1 1 1 0 0,0-1-1 0 0,0 0 0 0 0,0 1 1 0 0,0-1-1 0 0,0 1 1 0 0,0 0-1 0 0,0-1 0 0 0,0 1 1 0 0,-1 0-1 0 0,1-1 1 0 0,-1 1-1 0 0,1 0 1 0 0,-1 0-1 0 0,1-1 0 0 0,-1 5 1 0 0,1 2-3 0 0,-1-8 5 0 0,11 38 0 0 0,-10-36 0 0 0,0 1 0 0 0,0-1 0 0 0,1 1 0 0 0,-1-1 0 0 0,1 1 0 0 0,-1-1 0 0 0,1 1 0 0 0,0-1 0 0 0,0 0 0 0 0,0 0 0 0 0,3 2 0 0 0,-2-2 0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39.00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 39 24 0 0,'0'0'0'0'0,"0"0"1"0"0,-1 0-1 0 0,1 0 1 0 0,0 0-1 0 0,0 0 1 0 0,0 0-1 0 0,0 0 1 0 0,-1 0 0 0 0,1 0-1 0 0,0 0 1 0 0,0 0-1 0 0,0-1 1 0 0,0 1-1 0 0,-1 0 1 0 0,1 0 0 0 0,0 0-1 0 0,0 0 1 0 0,0 0-1 0 0,0 0 1 0 0,0 0-1 0 0,-1 0 1 0 0,1 0 0 0 0,0-1-1 0 0,0 1 1 0 0,0 0-1 0 0,0 0 1 0 0,0 0-1 0 0,0 0 1 0 0,0 0-1 0 0,0-1 1 0 0,0 1 0 0 0,-1 0-1 0 0,1 0 1 0 0,0 0-1 0 0,0 0 1 0 0,0-1-1 0 0,0 1 1 0 0,0 0 0 0 0,0 0-1 0 0,0 0 1 0 0,0 0-1 0 0,0-1 1 0 0,0 1-1 0 0,0 0 1 0 0,0 0 0 0 0,0 0-1 0 0,0 0 1 0 0,1-1-1 0 0,-1 1 1 0 0,0 0-1 0 0,0 0 1 0 0,0 0-1 0 0,0 0 1 0 0,0 0 0 0 0,0-1-1 0 0,0 1 1 0 0,11-4 46 0 0,-6 2-52 0 0,12-2 48 0 0,36-7-33 0 0,0 2-10 0 0,-42 8 0 0 0,-12 2 0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39.18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6 24 0 0,'36'0'53'0'0,"10"-2"-43"0"0,-28 1-10 0 0,-10-2 0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39.38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101 1 24 0 0,'-3'2'-1'0'0,"0"0"1"0"0,0 1 0 0 0,1 0 0 0 0,-1-1 0 0 0,1 1 0 0 0,0 0 0 0 0,0 0 0 0 0,0 0 0 0 0,0 1 0 0 0,-2 4 0 0 0,-12 37 5 0 0,12-30 4 0 0,-3 5 25 0 0,-26 90 59 0 0,29-93-92 0 0,1 0-1 0 0,1 0 1 0 0,0 0 0 0 0,1 27-1 0 0,2-33 0 0 0,0 0 0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39.63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55 0 55 0 0,'-7'10'18'0'0,"0"0"-1"0"0,1 1 1 0 0,1 0-1 0 0,-1 0 1 0 0,2 0-1 0 0,-1 0 1 0 0,2 1-1 0 0,0 0 1 0 0,0-1-1 0 0,-1 20 0 0 0,3-29-4 0 0,1-1-7 0 0,0 1 0 0 0,0-1 0 0 0,0 0 0 0 0,0 1 0 0 0,0-1 0 0 0,0 0 0 0 0,0 1 0 0 0,0-1 0 0 0,1 0 0 0 0,-1 0 0 0 0,0 1 0 0 0,1-1 0 0 0,-1 0 0 0 0,1 0 0 0 0,-1 0 0 0 0,1 0 0 0 0,0 1 0 0 0,-1-1 0 0 0,1 0 0 0 0,0 0 0 0 0,0 0 0 0 0,0-1 0 0 0,0 1 0 0 0,0 0 0 0 0,0 0 0 0 0,0 0 0 0 0,0-1 0 0 0,2 2 0 0 0,11-3 37 0 0,1-2-38 0 0,28-8 0 0 0,-31 6-9 0 0,-1 0-1 0 0,0-1 0 0 0,13-8 1 0 0,12-10-83 0 0,-30 20 8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0:39.99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113 1 55 0 0,'0'0'0'0'0,"-1"0"0"0"0,0 0 0 0 0,1 0 0 0 0,-1 0 0 0 0,1 0 0 0 0,-1 0 0 0 0,1 0 0 0 0,-1 1-1 0 0,1-1 1 0 0,-1 0 0 0 0,1 0 0 0 0,-1 1 0 0 0,1-1 0 0 0,-1 0 0 0 0,1 1 0 0 0,-1-1-1 0 0,1 1 1 0 0,-1-1 0 0 0,1 0 0 0 0,0 1 0 0 0,-1-1 0 0 0,1 1 0 0 0,0-1 0 0 0,0 1-1 0 0,-1-1 1 0 0,1 2 0 0 0,4 14 11 0 0,-2-12-5 0 0,16 41 98 0 0,-3-8 2 0 0,18 66 0 0 0,-25-68-77 0 0,-2 1 0 0 0,-2-1-1 0 0,-1 1 1 0 0,-1 0 0 0 0,-6 60 0 0 0,2-77-30 0 0,-1 0-1 0 0,0 0 1 0 0,-2 0 0 0 0,0 0-1 0 0,-1-1 1 0 0,-1 0 0 0 0,-1 0-1 0 0,0-1 1 0 0,-1 0 0 0 0,-1-1-1 0 0,-1 1 1 0 0,-15 17 0 0 0,18-25-20 0 0,0-1-1 0 0,-11 8 1 0 0,16-13 6 0 0,0-1 0 0 0,-1 0 0 0 0,1 0-1 0 0,-1 0 1 0 0,0 0 0 0 0,1 0 0 0 0,-1-1-1 0 0,0 0 1 0 0,-6 2 0 0 0,-1-3 1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09.10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96 0 55 0 0,'1'1'0'0'0,"1"-1"0"0"0,-1 1 0 0 0,0 0 0 0 0,0 0 0 0 0,0 0 0 0 0,1 0 0 0 0,-1-1 0 0 0,0 1 0 0 0,0 1 0 0 0,0-1 0 0 0,0 0 0 0 0,-1 0 0 0 0,3 3 0 0 0,5 16 0 0 0,59 183 0 0 0,-49-120 10 0 0,6 87 0 0 0,-4 87 23 0 0,-7-74-22 0 0,-9-128-11 0 0,-2 1 0 0 0,-2 0 0 0 0,-4-1 0 0 0,-9 56 0 0 0,7-77 0 0 0,-2-1 0 0 0,-1 0 0 0 0,-2-1 0 0 0,-1 0 0 0 0,-1-1 0 0 0,-2-1 0 0 0,-33 52 0 0 0,39-70 0 0 0,0 0 0 0 0,-1-1 0 0 0,0 0 0 0 0,0-1 0 0 0,-1 0 0 0 0,-1-1 0 0 0,0 0 0 0 0,-17 10 0 0 0,11-9 0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09.85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7 0 0,'4'2'1'0'0,"7"3"-2"0"0,26 7 2 0 0,35 13-1 0 0,29 8 0 0 0,-6-4 10 0 0,-57-18 33 0 0,51 16-33 0 0,16 8 1 0 0,4 8 32 0 0,69 34-33 0 0,-53-15 44 0 0,-59-23-44 0 0,26 24-10 0 0,50 49 0 0 0,-106-81 0 0 0,163 146 0 0 0,-155-133 0 0 0,-2 2 0 0 0,46 65 0 0 0,-54-61 0 0 0,4 2 0 0 0,22 26 0 0 0,12 2 0 0 0,7-9 0 0 0,4-8 0 0 0,-3-6 0 0 0,-7-2 0 0 0,-8-5 0 0 0,-2-3 0 0 0,2-1 0 0 0,1-2 0 0 0,3-4 0 0 0,-3-6 0 0 0,-3-4 0 0 0,8-3 0 0 0,-54-22 0 0 0,28 6 0 0 0,-32-9 0 0 0,0-1 0 0 0,18 0 0 0 0,22-6 0 0 0,-30 0-15 0 0,0-1 0 0 0,-1 0 0 0 0,23-11 0 0 0,-35 13 3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10.1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14 15 0 0,'2'-1'0'0'0,"0"0"0"0"0,0-1 0 0 0,0 1 0 0 0,0 0 0 0 0,0 0 0 0 0,1 1 0 0 0,-1-1 0 0 0,0 0 0 0 0,3 0 0 0 0,-1 0 1 0 0,19-1-1 0 0,21 4 10 0 0,-42-2-7 0 0,-1 0-1 0 0,0 0 1 0 0,1 0 0 0 0,-1 0-1 0 0,0 0 1 0 0,1 1 0 0 0,-1-1-1 0 0,0 1 1 0 0,0-1 0 0 0,0 1-1 0 0,1-1 1 0 0,-1 1 0 0 0,0-1-1 0 0,0 1 1 0 0,2 1 0 0 0,9 6 0 0 0,-1 0 1 0 0,14 12-1 0 0,-20-15-3 0 0,0 1 0 0 0,-1-1 0 0 0,1 1 0 0 0,-1 0 0 0 0,0 0 0 0 0,5 13 0 0 0,-3-5 3 0 0,-1 0 0 0 0,0 0-1 0 0,-1 1 1 0 0,0 0-1 0 0,-2 0 1 0 0,1 0-1 0 0,-2 0 1 0 0,0 0 0 0 0,-1 1-1 0 0,-1-1 1 0 0,0 0-1 0 0,-1 0 1 0 0,0 0-1 0 0,-1 0 1 0 0,-1 0-1 0 0,0 0 1 0 0,-2-1 0 0 0,1 0-1 0 0,-2 0 1 0 0,1 0-1 0 0,-2-1 1 0 0,0 0-1 0 0,-1-1 1 0 0,-14 18-1 0 0,-37 31-2 0 0,50-52 0 0 0,0-1 0 0 0,0 0 0 0 0,-1-1 0 0 0,-18 10 0 0 0,16-12 0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11.01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324 23 24 0 0,'0'-1'-1'0'0,"1"0"1"0"0,-1-1 0 0 0,0 1 0 0 0,0 0 0 0 0,0 0 0 0 0,1 0 0 0 0,-1 0 0 0 0,0 0 0 0 0,0 0 0 0 0,0 0 0 0 0,-1-1 0 0 0,1 1 0 0 0,0 0 0 0 0,0 0 0 0 0,-1 0 0 0 0,0-1 0 0 0,1 1 0 0 0,-1 1 0 0 0,1 0 0 0 0,-1 0 0 0 0,1-1 0 0 0,-1 1 0 0 0,1 0 0 0 0,-1 0 0 0 0,1 0 0 0 0,-1 0 0 0 0,0 0 0 0 0,1 0 0 0 0,-1 0 0 0 0,1 0 0 0 0,-1 0 0 0 0,1 0 0 0 0,-1 0 0 0 0,0 0 0 0 0,1 0 1 0 0,-1 1-1 0 0,1-1 0 0 0,-1 0 0 0 0,1 0 0 0 0,-1 1 0 0 0,1-1 0 0 0,-1 0 0 0 0,1 1 0 0 0,-1-1 0 0 0,1 0 0 0 0,-1 1 0 0 0,1-1 0 0 0,0 1 0 0 0,-1 0 0 0 0,-132 106 63 0 0,-32 12 1 0 0,158-110-71 0 0,7-9 7 0 0,0 0-1 0 0,0 0 0 0 0,0 0 1 0 0,0 1-1 0 0,1-1 1 0 0,-1 0-1 0 0,0 0 0 0 0,0 0 1 0 0,0 0-1 0 0,0 1 1 0 0,1-1-1 0 0,-1 0 0 0 0,0 0 1 0 0,0 0-1 0 0,0 0 0 0 0,0 0 1 0 0,1 0-1 0 0,-1 1 1 0 0,0-1-1 0 0,0 0 0 0 0,1 0 1 0 0,-1 0-1 0 0,0 0 1 0 0,0 0-1 0 0,0 0 0 0 0,1 0 1 0 0,-1 0-1 0 0,0 0 1 0 0,27-1-39 0 0,-15 0 30 0 0,9 3 9 0 0,42 8 0 0 0,3 2 0 0 0,-2-4 0 0 0,-8-2 0 0 0,-56-7 0 0 0,1 1 0 0 0,0 0 0 0 0,0 0 0 0 0,0 0 0 0 0,0 0 0 0 0,-1 0 0 0 0,1 1 0 0 0,0-1 0 0 0,0 0 0 0 0,-1 0 0 0 0,1 0 0 0 0,0 1 0 0 0,0-1 0 0 0,0 0 0 0 0,-1 1 0 0 0,1-1 0 0 0,0 0 0 0 0,-1 1 0 0 0,1-1 0 0 0,0 1 0 0 0,-1 0 0 0 0,1-1 0 0 0,-1 1 0 0 0,1 0 0 0 0,1 2 0 0 0,-1 0 0 0 0,0-1 0 0 0,0 1 0 0 0,0 0 0 0 0,-1 0 0 0 0,1 3 0 0 0,-1-4 0 0 0,0-1 0 0 0,-1 1 0 0 0,1-1 0 0 0,-1 1 0 0 0,0-1 0 0 0,1 1 0 0 0,-1-1 0 0 0,0 1 0 0 0,0-1 0 0 0,0 0 0 0 0,0 0 0 0 0,0 0 0 0 0,0 1 0 0 0,0-1 0 0 0,0 0 0 0 0,0 0 0 0 0,0 0 0 0 0,-1 0 0 0 0,1-1 0 0 0,-3 2 0 0 0,-1 2 0 0 0,-9 7 0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11.22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32 15 0 0,'4'1'2'0'0,"0"0"0"0"0,0 0 0 0 0,0 0 0 0 0,-1-1 0 0 0,1 0 0 0 0,0 1 0 0 0,0-1 0 0 0,0-1 0 0 0,0 1 0 0 0,0-1 0 0 0,0 0 0 0 0,4-1 0 0 0,0 1 26 0 0,13-3-7 0 0,26-7 22 0 0,9 2-33 0 0,6 3-10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11.90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0 100 7 0 0,'10'-1'1'0'0,"0"0"-1"0"0,0 0 1 0 0,0-1-1 0 0,13-4 0 0 0,-1 0 52 0 0,0 1-42 0 0,26-4-10 0 0,-30 6 8 0 0,-9 1 4 0 0,1 0-1 0 0,0-1 0 0 0,11-4 1 0 0,23-9-2 0 0,38-19-10 0 0,-82 35 0 0 0,0 0 0 0 0,0 0 0 0 0,0 0 0 0 0,0 0 0 0 0,0 0 0 0 0,0 0 0 0 0,0 0 0 0 0,0 0 0 0 0,0 0 0 0 0,0 0 0 0 0,0 0 0 0 0,0 0 0 0 0,0 0 0 0 0,0 0 0 0 0,0 0 0 0 0,0 0 0 0 0,0 0 0 0 0,0 0 0 0 0,0 0 0 0 0,0 0 0 0 0,0 0 0 0 0,0 0 0 0 0,0 0 0 0 0,0 0 0 0 0,0 0 0 0 0,0 0 0 0 0,0-1 0 0 0,0 1 0 0 0,0 0 0 0 0,0 0 0 0 0,-2 2 0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12.14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66 0 24 0 0,'-1'5'0'0'0,"1"0"0"0"0,-1 0 0 0 0,-1 0 0 0 0,1-1 0 0 0,-3 7 0 0 0,-2 6 0 0 0,-8 29 0 0 0,4-16 0 0 0,1 1 0 0 0,2 1 0 0 0,-3 33 0 0 0,11-49 0 0 0,-1-16 0 0 0,-1 0 0 0 0,2 1 0 0 0,-1-1 0 0 0,0 0 0 0 0,0 1 0 0 0,0-1 0 0 0,0 1 0 0 0,0-1 0 0 0,0 0 0 0 0,0 1 0 0 0,0-1 0 0 0,0 0 0 0 0,1 1 0 0 0,-1-1 0 0 0,0 0 0 0 0,0 1 0 0 0,1-1 0 0 0,-1 0 0 0 0,0 0 0 0 0,0 1 0 0 0,1-1 0 0 0,-1 0 0 0 0,0 0 0 0 0,1 1 0 0 0,-1-1 0 0 0,0 0 0 0 0,0 0 0 0 0,1 0 0 0 0,-1 0 0 0 0,1 1 0 0 0,-1-1 0 0 0,0 0 0 0 0,1 0 0 0 0,0 0 0 0 0,2-1 0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12.35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25 1 23 0 0,'-1'8'0'0'0,"-1"1"0"0"0,2-2 0 0 0,-1-1 0 0 0,1-2 0 0 0,0-1 0 0 0,-2 8 0 0 0,0 9 0 0 0,0 5 0 0 0,0 2 0 0 0,-1-4 0 0 0,2-3 0 0 0,-1-4 0 0 0,1-4 0 0 0,-1-2 0 0 0,1-3 0 0 0,0-2 0 0 0,-1-2 0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12.60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0 107 7 0 0,'13'1'0'0'0,"-7"-1"0"0"0,1 0 0 0 0,-1-1 0 0 0,1 0 1 0 0,-1 0-1 0 0,0 0 0 0 0,8-3 0 0 0,33-7 0 0 0,-30 6 0 0 0,-1 0 0 0 0,0-2 0 0 0,17-7 0 0 0,-23 8 0 0 0,7-3 0 0 0,-1 0 0 0 0,22-18 0 0 0,-29 20-1 0 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12.85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46 24 0 0,'5'-1'-1'0'0,"0"0"1"0"0,1 0 0 0 0,-1-1 0 0 0,0 1 0 0 0,0-1 0 0 0,9-5 0 0 0,5-2 1 0 0,-6 4-1 0 0,24-8 0 0 0,-34 13 0 0 0,0-1 0 0 0,0 0 0 0 0,0 1 0 0 0,0-1 0 0 0,0 1 0 0 0,1 0 0 0 0,-1 0 0 0 0,0 0 0 0 0,4 1 0 0 0,-6-1 0 0 0,0 1 0 0 0,0-1 0 0 0,0 1 0 0 0,0 0 0 0 0,0-1 0 0 0,0 1 0 0 0,0 0 0 0 0,0-1 0 0 0,0 1 0 0 0,0 0 0 0 0,-1 0 0 0 0,1 0 0 0 0,0 0 0 0 0,0 0 0 0 0,-1 0 0 0 0,1 0 0 0 0,-1 0 0 0 0,1 0 0 0 0,-1 0 0 0 0,1 0 0 0 0,-1 0 0 0 0,0 1 0 0 0,1 1 0 0 0,-1-1 0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13.09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56 0 24 0 0,'-2'35'0'0'0,"-6"37"0"0"0,3-31 10 0 0,-6 48 5 0 0,-18 231 23 0 0,32-235-38 0 0,-2-71 0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13.57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0 107 24 0 0,'2'0'0'0'0,"-1"-1"0"0"0,1 0 0 0 0,-1 0 0 0 0,1 0 0 0 0,-1 0 0 0 0,1 0 0 0 0,-1 0 0 0 0,0-1 0 0 0,2 0 0 0 0,1-2 0 0 0,4-3-1 0 0,11-10 2 0 0,0 1-1 0 0,1 1 0 0 0,27-15 0 0 0,-45 29 0 0 0,1 0 0 0 0,-1 0 0 0 0,0 0 0 0 0,1 1 0 0 0,-1-1 0 0 0,0 1 0 0 0,1-1 0 0 0,2 1 0 0 0,39-1 10 0 0,-43 1-9 0 0,0 1 1 0 0,0-1-1 0 0,1 0 0 0 0,-1 0 0 0 0,0 1 0 0 0,0-1 1 0 0,0 0-1 0 0,0 1 0 0 0,0-1 0 0 0,0 1 0 0 0,0-1 1 0 0,0 1-1 0 0,0 0 0 0 0,0-1 0 0 0,0 1 0 0 0,0 0 1 0 0,-1 0-1 0 0,1 0 0 0 0,0 0 0 0 0,0-1 0 0 0,-1 1 0 0 0,1 0 1 0 0,-1 0-1 0 0,1 0 0 0 0,0 2 0 0 0,0 0 2 0 0,0 0 0 0 0,-1 0 0 0 0,1 0 0 0 0,-1 1 0 0 0,0-1 0 0 0,1 4 0 0 0,-1-2-2 0 0,0 7-1 0 0,-1 0 0 0 0,0 0 0 0 0,-1 0 0 0 0,0 0 0 0 0,-5 16 0 0 0,-24 59 0 0 0,20-57 0 0 0,-25 52 0 0 0,36-80 0 0 0,1-2 0 0 0,2-4 0 0 0,0-1 0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13.79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76 0 24 0 0,'-1'15'0'0'0,"0"1"0"0"0,-2-1 0 0 0,-5 19 0 0 0,-1 5 0 0 0,-7 44 11 0 0,-21 147 41 0 0,37-222-52 0 0,-1-1 0 0 0,1 1 0 0 0,1 9 0 0 0,-1-17 0 0 0,0 1 0 0 0,0-1 0 0 0,0 0 0 0 0,0 0 0 0 0,0 0 0 0 0,0 0 0 0 0,0 0 0 0 0,0 0 0 0 0,0 0 0 0 0,0 1 0 0 0,0-1 0 0 0,0 0 0 0 0,1 0 0 0 0,-1 0 0 0 0,0 0 0 0 0,0 0 0 0 0,0 0 0 0 0,0 0 0 0 0,0 0 0 0 0,0 1 0 0 0,0-1 0 0 0,0 0 0 0 0,0 0 0 0 0,0 0 0 0 0,1 0 0 0 0,-1 0 0 0 0,0 0 0 0 0,0 0 0 0 0,0 0 0 0 0,0 0 0 0 0,0 0 0 0 0,0 0 0 0 0,0 0 0 0 0,1 0 0 0 0,-1 0 0 0 0,0 0 0 0 0,0 0 0 0 0,0 0 0 0 0,0 0 0 0 0,0 0 0 0 0,0 0 0 0 0,0 0 0 0 0,1 0 0 0 0,-1 0 0 0 0,0 0 0 0 0,0 0 0 0 0,0 0 0 0 0,0 0 0 0 0,0 0 0 0 0,0 0 0 0 0,0 0 0 0 0,1 0 0 0 0,-1 0 0 0 0,0 0 0 0 0,0 0 0 0 0,0 0 0 0 0,0-1 0 0 0,0 1 0 0 0,0 0 0 0 0,0 0 0 0 0,0 0 0 0 0,0 0 0 0 0,0 0 0 0 0,3-4 0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13.96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60 24 0 0,'0'1'0'0'0,"0"-1"1"0"0,0 1 0 0 0,0-1-1 0 0,0 0 1 0 0,1 1 0 0 0,-1-1 0 0 0,0 1-1 0 0,0-1 1 0 0,0 1 0 0 0,0-1 0 0 0,1 0-1 0 0,-1 1 1 0 0,0-1 0 0 0,0 0-1 0 0,1 1 1 0 0,-1-1 0 0 0,0 0 0 0 0,1 1-1 0 0,-1-1 1 0 0,1 0 0 0 0,-1 0 0 0 0,0 1-1 0 0,1-1 1 0 0,-1 0 0 0 0,0 0 0 0 0,1 0-1 0 0,-1 1 1 0 0,1-1 0 0 0,-1 0-1 0 0,1 0 1 0 0,-1 0 0 0 0,1 0 0 0 0,-1 0-1 0 0,0 0 1 0 0,1 0 0 0 0,-1 0 0 0 0,1 0-1 0 0,-1 0 1 0 0,1 0 0 0 0,-1 0-1 0 0,1 0 1 0 0,-1-1 0 0 0,0 1 0 0 0,1 0-1 0 0,23-8 39 0 0,-23 7-39 0 0,42-21 31 0 0,8-4 37 0 0,-45 24-63 0 0,0 0 1 0 0,0 0-1 0 0,-1 0 0 0 0,1 1 1 0 0,1 0-1 0 0,10-1 0 0 0,-9 3-5 0 0,-2 1 0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14.95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250 0 55 0 0,'-7'9'15'0'0,"0"-1"0"0"0,-11 18 0 0 0,0 0 4 0 0,-39 49 44 0 0,-85 124-62 0 0,148-212-10 0 0,9-22 0 0 0,9-22-26 0 0,-21 52 33 0 0,0 0-1 0 0,0 0 1 0 0,0 0 0 0 0,1 0-1 0 0,-1 0 1 0 0,1 1 0 0 0,8-7-1 0 0,-11 10 3 0 0,-1 1 0 0 0,1 0 0 0 0,-1-1 0 0 0,1 1 0 0 0,-1 0 0 0 0,1-1 0 0 0,-1 1 0 0 0,1 0 0 0 0,0 0 0 0 0,-1 0 0 0 0,1-1 0 0 0,0 1 0 0 0,-1 0 0 0 0,1 0 0 0 0,0 0 0 0 0,-1 0 0 0 0,1 0 0 0 0,-1 0 0 0 0,1 0 0 0 0,0 0 0 0 0,-1 1 0 0 0,1-1 0 0 0,0 0 0 0 0,-1 0 0 0 0,1 0 0 0 0,-1 1 0 0 0,1-1 0 0 0,0 0 0 0 0,-1 1 0 0 0,1-1 0 0 0,-1 0 0 0 0,1 1 0 0 0,-1-1 0 0 0,1 1 0 0 0,-1-1 0 0 0,0 1 0 0 0,1-1 0 0 0,-1 1 0 0 0,0-1 0 0 0,1 1 0 0 0,-1-1 0 0 0,0 1 0 0 0,1 0 0 0 0,-1 0 0 0 0,3 4 0 0 0,-1 0 0 0 0,0 0 0 0 0,2 10 0 0 0,-3-13 0 0 0,6 25 0 0 0,-3-7 0 0 0,2-1 0 0 0,0 0 0 0 0,1 0 0 0 0,18 34 0 0 0,-25-52 0 0 0,1-1 0 0 0,-1 1 0 0 0,0 0 0 0 0,1-1 0 0 0,-1 1 0 0 0,1-1 0 0 0,-1 1 0 0 0,1 0 0 0 0,-1-1 0 0 0,1 1 0 0 0,0-1 0 0 0,-1 0 0 0 0,1 1 0 0 0,0-1 0 0 0,-1 1 0 0 0,1-1 0 0 0,0 0 0 0 0,-1 0 0 0 0,1 1 0 0 0,0-1 0 0 0,0 0 0 0 0,-1 0 0 0 0,1 0 0 0 0,0 0 0 0 0,0 0 0 0 0,-1 0 0 0 0,1 0 0 0 0,0 0 0 0 0,0 0 0 0 0,0 0 0 0 0,-1 0 0 0 0,1 0 0 0 0,0-1 0 0 0,-1 1 0 0 0,1 0 0 0 0,0-1 0 0 0,0 1 0 0 0,-1 0 0 0 0,1-1 0 0 0,-1 1 0 0 0,1-1 0 0 0,0 1 0 0 0,-1-1 0 0 0,1 1 0 0 0,-1-1 0 0 0,1 1 0 0 0,-1-1 0 0 0,1 0 0 0 0,3-5 0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15.14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 0 0,'1'44'0'0'0,"6"46"0"0"0,-4-68 0 0 0,1-1 0 0 0,1 1 0 0 0,1-1 0 0 0,9 21 0 0 0,-12-34 0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15.31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39 23 0 0,'1'0'0'0'0,"1"0"0"0"0,-1 0 0 0 0,0-1 0 0 0,1 1 0 0 0,-1-2 0 0 0,3 1 0 0 0,2-2 0 0 0,1 0 0 0 0,2-1 0 0 0,-1 0 0 0 0,1 0 0 0 0,-3 0 0 0 0,1 1 0 0 0,-1 0 0 0 0,-2 1 0 0 0,1 0 0 0 0,-1 0 0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15.53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75 1 15 0 0,'-20'70'43'0'0,"2"1"0"0"0,-12 119-1 0 0,28-178-42 0 0,0 1 0 0 0,1 0 0 0 0,0 0 0 0 0,1 0 0 0 0,1 17 0 0 0,1-22 0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15.93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45 42 24 0 0,'-1'1'0'0'0,"1"1"0"0"0,-1 0 0 0 0,1-1 0 0 0,-1 1 0 0 0,0-1 0 0 0,1 1 0 0 0,-1-1 0 0 0,0 1 0 0 0,0-1 0 0 0,-1 2 0 0 0,-7 13 0 0 0,1 9 10 0 0,2 0 1 0 0,-5 34-1 0 0,10-50-7 0 0,1 0 0 0 0,0 0 0 0 0,0 0 0 0 0,0 0 0 0 0,1 0 0 0 0,1 0 0 0 0,-1-1 0 0 0,1 1 0 0 0,1 0 0 0 0,4 11-1 0 0,-5-17-2 0 0,-1-1 1 0 0,0 0 0 0 0,0 0-1 0 0,0 0 1 0 0,0 0 0 0 0,1 0-1 0 0,-1 0 1 0 0,1 0-1 0 0,0 0 1 0 0,-1-1 0 0 0,1 1-1 0 0,0-1 1 0 0,0 1 0 0 0,0-1-1 0 0,0 0 1 0 0,0 0 0 0 0,4 2-1 0 0,6-5 43 0 0,35-10-33 0 0,-44 11-10 0 0,0 0 0 0 0,1 0 0 0 0,-1-1 0 0 0,0 1 0 0 0,0-1 0 0 0,0 0 0 0 0,0 0 0 0 0,-1 0 0 0 0,1-1 0 0 0,0 1 0 0 0,-1 0 0 0 0,0-1 0 0 0,1 0 0 0 0,2-4 0 0 0,2-2 0 0 0,9-10 0 0 0,23-37 0 0 0,-35 48 0 0 0,1 0 0 0 0,-1 0 0 0 0,-1 0 0 0 0,1-1 0 0 0,-1 1 0 0 0,-1-1 0 0 0,0 0 0 0 0,2-10 0 0 0,-4 15 0 0 0,0 1 0 0 0,0 0 0 0 0,0-1 0 0 0,-1 1 0 0 0,1-1 0 0 0,-1 1 0 0 0,0 0 0 0 0,0-1 0 0 0,0 1 0 0 0,0 0 0 0 0,-1 0 0 0 0,1 0 0 0 0,-1 0 0 0 0,0 0 0 0 0,-2-3 0 0 0,0 1 0 0 0,0 1 0 0 0,0 0 0 0 0,0 0 0 0 0,0 1 0 0 0,-1-1 0 0 0,1 1 0 0 0,-1 0 0 0 0,-10-5 0 0 0,10 6 0 0 0,-1-1 0 0 0,0 1 0 0 0,0 0 0 0 0,0 0 0 0 0,0 1 0 0 0,0 0 0 0 0,0 0 0 0 0,0 0 0 0 0,0 1 0 0 0,0 0 0 0 0,0 0 0 0 0,-1 0 0 0 0,1 1 0 0 0,0 0 0 0 0,0 0 0 0 0,0 1 0 0 0,-10 4 0 0 0,12-4 0 0 0,0 0 0 0 0,0 1 0 0 0,1-1 0 0 0,-1 1 0 0 0,1 0 0 0 0,-1 0 0 0 0,-3 6 0 0 0,6-8 0 0 0,0 0 0 0 0,0 0 0 0 0,0 0 0 0 0,1 0 0 0 0,-1 0 0 0 0,1 0 0 0 0,-1 1 0 0 0,0-1 0 0 0,1 0 0 0 0,0 0 0 0 0,-1 1 0 0 0,1-1 0 0 0,0 0 0 0 0,0 1 0 0 0,0-1 0 0 0,0 0 0 0 0,0 1 0 0 0,0-1 0 0 0,0 1 0 0 0,0-1 0 0 0,0 0 0 0 0,1 1 0 0 0,-1-1 0 0 0,0 0 0 0 0,1 0 0 0 0,-1 1 0 0 0,1-1 0 0 0,1 2 0 0 0,3 4 0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16.51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18 7 0 0,'3'0'0'0'0,"0"0"0"0"0,1-1 0 0 0,-1 0 0 0 0,-1 0 0 0 0,1 0 1 0 0,0 0-1 0 0,3-2 0 0 0,17-5 0 0 0,-21 8 0 0 0,0-1 0 0 0,-1 1 0 0 0,1 0 0 0 0,0 0 0 0 0,0-1 0 0 0,0 2 0 0 0,0-1 0 0 0,0 0 0 0 0,0 0 0 0 0,0 1 0 0 0,0-1 0 0 0,0 1 0 0 0,2 0 0 0 0,-3 0 0 0 0,0 0 0 0 0,0 0 0 0 0,0-1 0 0 0,0 1 0 0 0,-1 0 0 0 0,1 0 0 0 0,0 0 0 0 0,0 0 0 0 0,-1 0 0 0 0,1 0 0 0 0,-1 1 0 0 0,1-1 0 0 0,-1 0 0 0 0,0 0 0 0 0,1 0 0 0 0,-1 0 0 0 0,0 1 0 0 0,0-1 0 0 0,1 0 0 0 0,-1 0 0 0 0,0 0 0 0 0,-1 3 0 0 0,0 11 9 0 0,-1-1 1 0 0,0 1-1 0 0,-1-1 1 0 0,-10 27 0 0 0,-1 5 5 0 0,-3 19-15 0 0,-14 69 0 0 0,31-118 0 0 0,1-15 0 0 0,-1-1 0 0 0,0 0 0 0 0,0 1 0 0 0,0-1 0 0 0,0 0 0 0 0,0 1 0 0 0,1-1 0 0 0,-1 0 0 0 0,0 1 0 0 0,0-1 0 0 0,0 0 0 0 0,1 1 0 0 0,-1-1 0 0 0,0 0 0 0 0,0 0 0 0 0,1 1 0 0 0,-1-1 0 0 0,0 0 0 0 0,1 0 0 0 0,-1 0 0 0 0,0 0 0 0 0,1 1 0 0 0,0-1 0 0 0,1 0 0 0 0,-1 0 0 0 0,0-1 0 0 0,0 1 0 0 0,0 0 0 0 0,0-1 0 0 0,0 1 0 0 0,1 0 0 0 0,-1-1 0 0 0,0 1 0 0 0,0-1 0 0 0,0 0 0 0 0,0 1 0 0 0,0-1 0 0 0,0 0 0 0 0,-1 1 0 0 0,1-1 0 0 0,0 0 0 0 0,1-1 0 0 0,10-12 0 0 0,17-22 0 0 0,-16 17 0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16.69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54 0 55 0 0,'0'12'0'0'0,"-1"-1"0"0"0,-5 17 0 0 0,1 1 0 0 0,-1 8 0 0 0,-28 281 0 0 0,34-303 0 0 0,-1-4 0 0 0,1 1 0 0 0,0 0 0 0 0,1-1 0 0 0,2 15 0 0 0,-1-22 0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17.39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 0 24 0 0,'63'3'0'0'0,"-2"2"0"0"0,-53-4 0 0 0,16 1 0 0 0,49 12 0 0 0,-73-14 0 0 0,0 0 0 0 0,0 0 0 0 0,1 0 0 0 0,-1 0 1 0 0,0 0-1 0 0,0 0 0 0 0,0 0 0 0 0,1 0 0 0 0,-1 0 1 0 0,0 0-1 0 0,0 0 0 0 0,0 1 0 0 0,0-1 0 0 0,1 0 1 0 0,-1 0-1 0 0,0 0 0 0 0,0 0 0 0 0,0 0 0 0 0,0 0 1 0 0,0 1-1 0 0,1-1 0 0 0,-1 0 0 0 0,0 0 0 0 0,0 0 1 0 0,0 0-1 0 0,0 1 0 0 0,0-1 0 0 0,0 0 0 0 0,0 0 1 0 0,0 0-1 0 0,0 0 0 0 0,0 1 0 0 0,0-1 1 0 0,1 0-1 0 0,-1 0 0 0 0,0 0 0 0 0,0 1 0 0 0,0-1 1 0 0,-1 0-1 0 0,1 0 0 0 0,0 1 0 0 0,-7 7 20 0 0,-16 6 14 0 0,22-13-33 0 0,-22 10-1 0 0,-45 16 0 0 0,44-18 0 0 0,-42 21 0 0 0,64-29 0 0 0,1 0 0 0 0,-1 0 0 0 0,0 0 0 0 0,0 0 0 0 0,1 0 0 0 0,-1 1 0 0 0,1-1 0 0 0,-1 1 0 0 0,1-1 0 0 0,0 1 0 0 0,-1-1 0 0 0,1 1 0 0 0,0 0 0 0 0,0 0 0 0 0,0 0 0 0 0,1-1 0 0 0,-1 1 0 0 0,0 0 0 0 0,1 0 0 0 0,-1 0 0 0 0,0 4 0 0 0,1-3 0 0 0,0-1 0 0 0,1 1 0 0 0,-1-1 0 0 0,1 1 0 0 0,-1-1 0 0 0,1 0 0 0 0,0 1 0 0 0,0-1 0 0 0,0 0 0 0 0,0 0 0 0 0,0 1 0 0 0,0-1 0 0 0,1 0 0 0 0,-1 0 0 0 0,1 0 0 0 0,-1-1 0 0 0,1 1 0 0 0,2 2 0 0 0,3 2 0 0 0,11 4 0 0 0,31 8 0 0 0,-45-16 0 0 0,1-1 0 0 0,-1 0 0 0 0,1 0 0 0 0,-1 0 0 0 0,1 0 0 0 0,-1-1 0 0 0,1 1 0 0 0,0-1 0 0 0,-1-1 0 0 0,1 1 0 0 0,-1-1 0 0 0,1 1 0 0 0,-1-1 0 0 0,1 0 0 0 0,-1-1 0 0 0,1 1 0 0 0,-1-1 0 0 0,0 0 0 0 0,0 0 0 0 0,0 0 0 0 0,0-1 0 0 0,0 1 0 0 0,0-1 0 0 0,-1 0 0 0 0,1 0 0 0 0,5-7 0 0 0,-2 1 0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17.59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81 1 24 0 0,'-2'1'0'0'0,"1"0"0"0"0,-1 0 0 0 0,0 0 0 0 0,0 0 0 0 0,1 0 0 0 0,-1 1 0 0 0,1-1 0 0 0,-1 1 0 0 0,1-1 0 0 0,0 1 0 0 0,-1 0 0 0 0,1-1 0 0 0,0 1 0 0 0,0 0 0 0 0,0 0 0 0 0,0 2-1 0 0,-3 6 2 0 0,1-1-1 0 0,-2 13 0 0 0,1-6 0 0 0,-8 34 18 0 0,2 0 0 0 0,2 1 0 0 0,2 0 1 0 0,3 0-1 0 0,1 0 0 0 0,7 56 0 0 0,-4-96-18 0 0,1 0 0 0 0,1 0 0 0 0,-1 0 0 0 0,2 0 0 0 0,5 14 0 0 0,-4-17 0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18.34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89 75 7 0 0,'-14'13'1'0'0,"11"-11"0"0"0,-1 1 0 0 0,1 0-1 0 0,0 0 1 0 0,0 0 0 0 0,0 1 0 0 0,1-1-1 0 0,-1 1 1 0 0,1-1 0 0 0,0 1-1 0 0,0 0 1 0 0,0 0 0 0 0,0 0-1 0 0,-1 5 1 0 0,0 7 14 0 0,1 1-1 0 0,0 0 1 0 0,1-1 0 0 0,1 1-1 0 0,0 0 1 0 0,1 0 0 0 0,6 30-1 0 0,-2-32-3 0 0,-5-15-9 0 0,0 1 0 0 0,1 0-1 0 0,-1 0 1 0 0,1-1 0 0 0,-1 1 0 0 0,1 0 0 0 0,-1-1-1 0 0,1 1 1 0 0,-1-1 0 0 0,1 1 0 0 0,0-1-1 0 0,-1 1 1 0 0,1-1 0 0 0,0 1 0 0 0,-1-1 0 0 0,1 1-1 0 0,0-1 1 0 0,0 0 0 0 0,-1 1 0 0 0,1-1-1 0 0,0 0 1 0 0,0 0 0 0 0,1 0 0 0 0,6 2 0 0 0,-1-1 0 0 0,1 0 0 0 0,0 0 0 0 0,8-1 0 0 0,-13 0-2 0 0,-1-1 0 0 0,0 0 0 0 0,1 1 0 0 0,-1-1 0 0 0,0 0 0 0 0,0 0 0 0 0,0 0 0 0 0,0 0 0 0 0,0-1 0 0 0,0 1 0 0 0,0 0 0 0 0,0-1 0 0 0,0 1 0 0 0,-1-1 0 0 0,1 0 0 0 0,0 0 0 0 0,-1 0 0 0 0,0 0 0 0 0,1 0 0 0 0,-1 0 0 0 0,1-2 0 0 0,4-6 0 0 0,6-6 8 0 0,0 0 0 0 0,-2-2 0 0 0,16-31 0 0 0,-22 39-4 0 0,0 1 0 0 0,-1-1-1 0 0,0 0 1 0 0,-1 0-1 0 0,0-1 1 0 0,0 1-1 0 0,-1 0 1 0 0,-1-21-1 0 0,0 27-3 0 0,0 0 0 0 0,-1 0 0 0 0,1 1 0 0 0,-1-1 0 0 0,0 1 0 0 0,0-1 0 0 0,-1 1 0 0 0,1-1 0 0 0,-1 1 0 0 0,1 0 0 0 0,-1-1 0 0 0,0 1 0 0 0,0 0 0 0 0,-1 0 0 0 0,1 0 0 0 0,0 1 0 0 0,-1-1 0 0 0,0 1 0 0 0,0-1 0 0 0,0 1 0 0 0,0 0 0 0 0,0 0 0 0 0,0 0 0 0 0,0 0 0 0 0,-1 1 0 0 0,1-1 0 0 0,-1 1 0 0 0,1 0 0 0 0,-1 0 0 0 0,1 0 0 0 0,-1 1 0 0 0,0-1 0 0 0,0 1 0 0 0,1 0 0 0 0,-1 0 0 0 0,0 0 0 0 0,1 0 0 0 0,-1 1 0 0 0,0 0 0 0 0,1-1 0 0 0,-1 1 0 0 0,-3 2 0 0 0,-1 0-1 0 0,1 0-1 0 0,-1 1 0 0 0,1 0 0 0 0,0 1 0 0 0,0-1 0 0 0,1 1 0 0 0,-1 0 0 0 0,1 1 0 0 0,0 0 0 0 0,-5 7 0 0 0,6-8 0 0 0,1 0-1 0 0,0 0 0 0 0,1 0 0 0 0,0 1 1 0 0,-1 0-1 0 0,2-1 0 0 0,-1 1 0 0 0,1 0 0 0 0,0 0 1 0 0,0 1-1 0 0,0-1 0 0 0,1 0 0 0 0,-1 11 0 0 0,2-16 1 0 0,0 1-1 0 0,0-1 0 0 0,1 1 0 0 0,-1-1 0 0 0,0 1 1 0 0,0-1-1 0 0,1 1 0 0 0,-1-1 0 0 0,1 0 0 0 0,-1 1 1 0 0,1-1-1 0 0,0 0 0 0 0,-1 1 0 0 0,1-1 0 0 0,0 0 0 0 0,0 0 1 0 0,0 0-1 0 0,0 1 0 0 0,0-1 0 0 0,0 0 0 0 0,0 0 1 0 0,1-1-1 0 0,-1 1 0 0 0,0 0 0 0 0,0 0 0 0 0,3 1 0 0 0,7 1 3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18.59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70 0 24 0 0,'-2'2'-1'0'0,"-1"1"1"0"0,1-1 0 0 0,0 0 0 0 0,0 1 0 0 0,0 0 0 0 0,1-1 0 0 0,-1 1 0 0 0,0 0 0 0 0,1 0 0 0 0,-2 5 0 0 0,-9 36 1 0 0,9-30-1 0 0,-23 115 0 0 0,23-104 0 0 0,0 0 0 0 0,2 0 0 0 0,3 32 0 0 0,-2-56 0 0 0,0 0 0 0 0,0-1 0 0 0,0 1 0 0 0,0 0 0 0 0,0 0 0 0 0,0-1 0 0 0,0 1 0 0 0,0 0 0 0 0,0 0 0 0 0,1-1-1 0 0,-1 1 1 0 0,0 0 0 0 0,0-1 0 0 0,1 1 0 0 0,-1-1 0 0 0,1 1 0 0 0,0 1 0 0 0,-1-2 0 0 0,0-1 0 0 0,1 1 0 0 0,-1 0 0 0 0,0 0 0 0 0,1 0 0 0 0,-1 0 0 0 0,0-1 0 0 0,1 1 0 0 0,-1 0 0 0 0,0 0 0 0 0,0 0 0 0 0,1-1 0 0 0,-1 1 0 0 0,0 0 0 0 0,0-1 0 0 0,1 1 0 0 0,-1 0 0 0 0,0 0 0 0 0,0-1 0 0 0,0 1 0 0 0,0 0 0 0 0,0-1 0 0 0,1 0 0 0 0,8-26 1 0 0,-7 17-1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18.74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40 7 0 0,'8'-1'0'0'0,"-1"0"0"0"0,0-1 0 0 0,0 1 0 0 0,0-1 1 0 0,0-1-1 0 0,8-3 0 0 0,18-6 0 0 0,-20 9 0 0 0,-8 1 0 0 0,0 0 0 0 0,0 1 0 0 0,0 0 0 0 0,0 0 0 0 0,0 0 0 0 0,0 0 0 0 0,10 1 0 0 0,-15 0 0 0 0,0 0 0 0 0,0 1 0 0 0,0-1 0 0 0,0 0 0 0 0,1 0 0 0 0,-1 0 0 0 0,0 0 0 0 0,0 0 0 0 0,0 0 0 0 0,0 1 0 0 0,1-1 0 0 0,-1 0 0 0 0,0 0 0 0 0,0 0 0 0 0,0 0 0 0 0,0 1 0 0 0,0-1 0 0 0,0 0 0 0 0,0 0 0 0 0,0 0 0 0 0,0 0 0 0 0,1 1 0 0 0,-1-1 0 0 0,0 0 0 0 0,0 0 0 0 0,0 0 0 0 0,0 1 0 0 0,0-1 0 0 0,0 0 0 0 0,0 0 0 0 0,0 0 0 0 0,-1 1 0 0 0,1-1 0 0 0,0 0 0 0 0,0 0 0 0 0,0 0 0 0 0,0 1 0 0 0,0-1 0 0 0,0 0 0 0 0,0 0 0 0 0,0 0 0 0 0,0 0 0 0 0,0 1 0 0 0,-1-1 0 0 0,1 0 0 0 0,0 0 0 0 0,0 0 0 0 0,0 1 0 0 0,-5 4-1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19.01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64 1 24 0 0,'-7'12'-1'0'0,"1"0"0"0"0,0 1 0 0 0,1 0 0 0 0,-4 14 0 0 0,-11 55 53 0 0,19-79-46 0 0,-2 14 12 0 0,-3 31 0 0 0,5-44-15 0 0,1 0 0 0 0,0 0-1 0 0,0 1 1 0 0,1-1 0 0 0,-1 0 0 0 0,1 0-1 0 0,0 0 1 0 0,0 0 0 0 0,0 0 0 0 0,1 0-1 0 0,-1 0 1 0 0,1-1 0 0 0,3 6-1 0 0,-4-8-2 0 0,-1 0 0 0 0,1 0 0 0 0,0-1 0 0 0,-1 1 0 0 0,1 0 0 0 0,0 0 0 0 0,0-1 0 0 0,0 1 0 0 0,-1-1 0 0 0,1 1 0 0 0,0-1 0 0 0,0 1 0 0 0,0-1 0 0 0,0 0 0 0 0,0 1 0 0 0,0-1 0 0 0,0 0 0 0 0,0 0 0 0 0,0 0 0 0 0,0 1 0 0 0,2-1 0 0 0,-1-1 0 0 0,0 1 0 0 0,0-1 0 0 0,0 1 0 0 0,0-1 0 0 0,0 0 0 0 0,0 0 0 0 0,0 1 0 0 0,0-1 0 0 0,3-3 0 0 0,3-2 0 0 0,-1 0 0 0 0,0-1 0 0 0,10-11 0 0 0,-15 16 0 0 0,7-9 0 0 0,1-2 0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19.26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 4 24 0 0,'-7'-2'9'0'0,"10"3"13"0"0,12 1 10 0 0,38-6-32 0 0,-45 4 0 0 0,8-1 0 0 0,0 1 0 0 0,1 1 0 0 0,25 3 0 0 0,-37-2 0 0 0,1 1 0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19.78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37 95 24 0 0,'1'13'0'0'0,"-1"0"0"0"0,4 16 0 0 0,-3-23 0 0 0,0-1 0 0 0,1 1 0 0 0,0-1 0 0 0,0 0 0 0 0,0 0 0 0 0,0 0 0 0 0,6 9 0 0 0,-7-13 0 0 0,-1 0 0 0 0,1 0 0 0 0,0-1 0 0 0,-1 1 0 0 0,1 0 0 0 0,0 0 0 0 0,0-1 0 0 0,0 1 0 0 0,-1 0 0 0 0,1-1 0 0 0,0 1 0 0 0,0-1 0 0 0,0 1-1 0 0,0-1 1 0 0,0 0 0 0 0,0 1 0 0 0,0-1 0 0 0,0 0 0 0 0,0 0 0 0 0,0 0 0 0 0,0 1 0 0 0,2-1 0 0 0,-1-1 0 0 0,0 1 0 0 0,-1-1 0 0 0,1 1 0 0 0,0-1 0 0 0,0 1 0 0 0,0-1 0 0 0,0 0 0 0 0,-1 0 0 0 0,1 0 0 0 0,0 0 0 0 0,1-2 0 0 0,3-2 0 0 0,0 0 0 0 0,-1-1 1 0 0,1 0-1 0 0,7-12 0 0 0,-7 8 5 0 0,0 0 0 0 0,0 0 0 0 0,-1 0 1 0 0,0-1-1 0 0,6-20 0 0 0,-10 28-3 0 0,-1 0 0 0 0,1 0 0 0 0,-1-1 0 0 0,0 1 0 0 0,0 0-1 0 0,0 0 1 0 0,0 0 0 0 0,0 0 0 0 0,-1 0 0 0 0,1 0 0 0 0,-2-5-1 0 0,1 6 0 0 0,0 0 0 0 0,-1 0-1 0 0,1 0 1 0 0,0 0-1 0 0,-1 0 1 0 0,1 0-1 0 0,-1 0 1 0 0,1 1-1 0 0,-1-1 1 0 0,0 1 0 0 0,0-1-1 0 0,1 1 1 0 0,-1 0-1 0 0,0-1 1 0 0,-1 1-1 0 0,1 0 1 0 0,-3-1-1 0 0,0 1 0 0 0,0-1 0 0 0,0 1 0 0 0,1 0 0 0 0,-1 0 0 0 0,0 0 0 0 0,0 1 0 0 0,-1 0 0 0 0,1 0 0 0 0,0 0 0 0 0,0 1 0 0 0,0 0 0 0 0,0-1 0 0 0,1 2 0 0 0,-1-1 0 0 0,0 1 0 0 0,0-1 0 0 0,1 1 0 0 0,-1 1 0 0 0,1-1 0 0 0,-1 1 0 0 0,1-1 0 0 0,0 1 0 0 0,0 0 0 0 0,0 1 0 0 0,1-1 0 0 0,-1 1 0 0 0,1-1 0 0 0,0 1 0 0 0,0 0 0 0 0,-4 6 0 0 0,0 1 0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20.39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76 0 15 0 0,'-1'2'0'0'0,"-1"-1"0"0"0,0 1 0 0 0,0-1 0 0 0,1 1 0 0 0,-1 0 0 0 0,1 0 0 0 0,-1 0 0 0 0,1 0 0 0 0,0 0 0 0 0,-1 2 0 0 0,-1 1 1 0 0,-6 9 16 0 0,1 0 1 0 0,0 1-1 0 0,-10 28 1 0 0,15-35-12 0 0,1 0-1 0 0,0 1 1 0 0,0-1 0 0 0,0 1 0 0 0,1-1-1 0 0,1 1 1 0 0,-1 0 0 0 0,1 0 0 0 0,2 8-1 0 0,-2-16-4 0 0,0 0 0 0 0,0 0-1 0 0,0 1 1 0 0,0-1 0 0 0,0 0-1 0 0,1 0 1 0 0,-1 0-1 0 0,0 0 1 0 0,1 0 0 0 0,-1 0-1 0 0,1 0 1 0 0,0 0 0 0 0,-1 0-1 0 0,1 0 1 0 0,-1 0-1 0 0,1 0 1 0 0,0-1 0 0 0,0 1-1 0 0,0 0 1 0 0,0 0 0 0 0,-1-1-1 0 0,1 1 1 0 0,0 0-1 0 0,0-1 1 0 0,0 1 0 0 0,0-1-1 0 0,0 1 1 0 0,0-1 0 0 0,1 0-1 0 0,-1 1 1 0 0,0-1-1 0 0,0 0 1 0 0,0 0 0 0 0,0 0-1 0 0,0 0 1 0 0,0 0 0 0 0,1 0-1 0 0,-1 0 1 0 0,0 0-1 0 0,0 0 1 0 0,0-1 0 0 0,2 1-1 0 0,5-3 7 0 0,-1 0 0 0 0,1 0 0 0 0,-1-1 0 0 0,14-8 0 0 0,-12 7-5 0 0,5-3-2 0 0,4-4 0 0 0,2 2 0 0 0,0 0 0 0 0,0 1 0 0 0,31-9 0 0 0,-61 26-53 0 0,4-4 42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20.64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26 7 0 0,'5'1'0'0'0,"-1"0"1"0"0,0-1-1 0 0,1 1 0 0 0,7-1 0 0 0,-3 0 8 0 0,-1 0 0 0 0,0 0 0 0 0,1-1 0 0 0,11-3 1 0 0,-6 2 3 0 0,55-12 1 0 0,-36 6-16 0 0,-33 8 3 0 0,0 0 0 0 0,0 1 0 0 0,0-1 0 0 0,0 0 0 0 0,0 0 0 0 0,0 0 0 0 0,0 0 0 0 0,0 0 0 0 0,0 0 0 0 0,0 0 0 0 0,0 0 0 0 0,0 0 0 0 0,0 0 0 0 0,0 1 0 0 0,0-1 0 0 0,0 0 0 0 0,0 0 0 0 0,0 0 0 0 0,0 0 0 0 0,0 0 0 0 0,0 0 0 0 0,0 0 0 0 0,0 0 0 0 0,0 0 0 0 0,0 0 0 0 0,0 0 0 0 0,0 1 0 0 0,0-1 0 0 0,0 0 0 0 0,1 0 0 0 0,-1 0 0 0 0,0 0 0 0 0,0 0 0 0 0,0 0 0 0 0,0 0 0 0 0,0 0 0 0 0,0 0 0 0 0,0 0 0 0 0,0 0 0 0 0,0 0 0 0 0,0 0 0 0 0,1 0 0 0 0,-1 0 0 0 0,0 0 0 0 0,0 0 0 0 0,0 0 0 0 0,0 0 0 0 0,0 0 0 0 0,0 0 0 0 0,0 0 0 0 0,0 0 0 0 0,0 0 0 0 0,-6 6 0 0 0,-1-3 0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20.87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34 1 24 0 0,'-2'6'-3'0'0,"-8"28"35"0"0,-10 64 0 0 0,19-87-20 0 0,0 0 0 0 0,1-1 0 0 0,0 1-1 0 0,1 0 1 0 0,0 0 0 0 0,0-1 0 0 0,1 1 0 0 0,1-1 0 0 0,0 1 0 0 0,6 15-1 0 0,-7-24-11 0 0,-1 1 0 0 0,1-1 0 0 0,-1 1 0 0 0,1-1 0 0 0,0 0 0 0 0,0 0 0 0 0,0 0 0 0 0,0 0 0 0 0,0 0 0 0 0,0 0 0 0 0,0 0 0 0 0,5 2 0 0 0,-5-4 0 0 0,-1 1 0 0 0,0-1 0 0 0,1 1 0 0 0,-1-1 0 0 0,0 0 0 0 0,1 0 0 0 0,-1 1 0 0 0,0-1 0 0 0,1 0 0 0 0,-1 0 0 0 0,1-1 0 0 0,-1 1 0 0 0,2 0 0 0 0,49-9 0 0 0,-45 7 0 0 0,-1-1 0 0 0,1 1 0 0 0,-1-1 0 0 0,1 0 0 0 0,-1-1 0 0 0,0 1 0 0 0,0-1 0 0 0,-1 0 0 0 0,1-1 0 0 0,-1 1 0 0 0,5-6 0 0 0,12-10 0 0 0,77-51 0 0 0,-82 61 0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21.45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36 24 0 0,'1'-1'0'0'0,"0"0"0"0"0,0 0 0 0 0,0 0 0 0 0,0 1 0 0 0,0-1 0 0 0,1 0 0 0 0,-1 1 0 0 0,0-1 0 0 0,0 1 0 0 0,1 0 0 0 0,-1-1 0 0 0,0 1 0 0 0,0 0 0 0 0,3-1 0 0 0,-3 1 0 0 0,43-5 0 0 0,20-1 53 0 0,-12 2-43 0 0,14-1-10 0 0,1 0 0 0 0,-59 4 0 0 0,0 1 0 0 0,0 0 0 0 0,0 0 0 0 0,0 1 0 0 0,14 3 0 0 0,-22-4 0 0 0,1 0 0 0 0,0 0 0 0 0,0 0 0 0 0,0 1 0 0 0,-1-1 0 0 0,1 0 0 0 0,0 1 0 0 0,0-1 0 0 0,-1 0 0 0 0,1 1 0 0 0,0-1 0 0 0,-1 1 0 0 0,1-1 0 0 0,-1 1 0 0 0,1 0 0 0 0,0-1 0 0 0,-1 1 0 0 0,1-1 0 0 0,-1 1 0 0 0,0 0 0 0 0,1 0 0 0 0,-1-1 0 0 0,1 1 0 0 0,-1 0 0 0 0,0 0 0 0 0,0-1 0 0 0,1 1 0 0 0,-1 0 0 0 0,0 0 0 0 0,0 0 0 0 0,0-1 0 0 0,0 1 0 0 0,0 1 0 0 0,-1 0 0 0 0,1 0 0 0 0,-1-1 0 0 0,0 1 0 0 0,0-1 0 0 0,0 1 0 0 0,0-1 0 0 0,0 1 0 0 0,0-1 0 0 0,0 0 0 0 0,0 1 0 0 0,-1-1 0 0 0,1 0 0 0 0,0 0 0 0 0,-3 1 0 0 0,-39 28 0 0 0,23-19 0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21.86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38 7 0 0,'1'1'0'0'0,"-1"-1"0"0"0,1 1 0 0 0,-1-1 0 0 0,1 1 0 0 0,0-1 0 0 0,-1 0 0 0 0,1 1 0 0 0,0-1 0 0 0,-1 0 0 0 0,1 0 0 0 0,0 0 0 0 0,-1 1 0 0 0,1-1 0 0 0,0 0 0 0 0,0 0 0 0 0,-1 0 0 0 0,1 0 0 0 0,1 0 0 0 0,4 0 1 0 0,14 1-1 0 0,37-2 0 0 0,10-4 0 0 0,-1-3 0 0 0,-6-1 0 0 0,-11-1 0 0 0,-33 6 0 0 0,-12 3 0 0 0,0-1 0 0 0,1 1 0 0 0,-1 0 0 0 0,1 0 0 0 0,-1 1 0 0 0,1 0 0 0 0,-1-1 0 0 0,1 1 0 0 0,8 2 0 0 0,-13-2 0 0 0,0 1 0 0 0,0-1 0 0 0,-1 1 0 0 0,1-1 0 0 0,0 0 0 0 0,0 1 0 0 0,0-1 0 0 0,-1 1 0 0 0,1-1 0 0 0,0 0 0 0 0,0 1 0 0 0,-1-1 0 0 0,1 0 0 0 0,0 1 0 0 0,-1-1 0 0 0,1 0 0 0 0,0 1 0 0 0,-1-1 0 0 0,1 0 0 0 0,-1 1 0 0 0,-18 11 21 0 0,-1-1 0 0 0,0-1 1 0 0,-30 10-1 0 0,-69 18 22 0 0,-1-1-44 0 0,105-32 1 0 0,12-4 0 0 0,-1 0 0 0 0,0 0 0 0 0,0 0 0 0 0,1 1 0 0 0,-1 0 0 0 0,1-1 0 0 0,-1 1 0 0 0,-4 5 0 0 0,8-7 0 0 0,0 0 0 0 0,0 0 0 0 0,-1 0 0 0 0,1 0 0 0 0,0 0 0 0 0,0 0 0 0 0,0 0 0 0 0,0 0 0 0 0,0 0 0 0 0,0 0 0 0 0,0 1 0 0 0,0-1 0 0 0,0 0 0 0 0,0 0 0 0 0,0 0 0 0 0,0 0 0 0 0,0 0 0 0 0,0 0 0 0 0,0 0 0 0 0,0 0 0 0 0,0 1 0 0 0,0-1 0 0 0,0 0 0 0 0,0 0 0 0 0,0 0 0 0 0,0 0 0 0 0,0 0 0 0 0,0 0 0 0 0,0 0 0 0 0,0 0 0 0 0,0 1 0 0 0,0-1 0 0 0,0 0 0 0 0,0 0 0 0 0,0 0 0 0 0,0 0 0 0 0,0 0 0 0 0,1 0 0 0 0,-1 0 0 0 0,0 0 0 0 0,0 0 0 0 0,0 0 0 0 0,0 0 0 0 0,0 0 0 0 0,0 0 0 0 0,0 1 0 0 0,0-1 0 0 0,8 3 0 0 0,9-1 0 0 0,-14-1 0 0 0,30-2 0 0 0,30-4 0 0 0,-5-1 0 0 0,1 0 0 0 0,-41 4 0 0 0,30 2 0 0 0,-33 2 0 0 0,26 5 0 0 0,-40-7 0 0 0,0 0 0 0 0,0 1 0 0 0,0-1 0 0 0,0 0 0 0 0,0 0 0 0 0,-1 1 0 0 0,1-1 0 0 0,0 0 0 0 0,0 1 0 0 0,0-1 0 0 0,-1 1 0 0 0,1-1 0 0 0,0 1 0 0 0,0 0 0 0 0,-1-1 0 0 0,1 1 0 0 0,-1 0 0 0 0,1-1 0 0 0,0 1 0 0 0,-1 0 0 0 0,1 0 0 0 0,0 1 0 0 0,-1-1 0 0 0,0 0 0 0 0,0 0 0 0 0,0 0 0 0 0,0 0 0 0 0,0 0 0 0 0,0 0 0 0 0,0 0 0 0 0,0-1 0 0 0,-1 1 0 0 0,1 0 0 0 0,0 0 0 0 0,-1 1 0 0 0,1 0 0 0 0,-3 3 0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22.16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61 0 24 0 0,'-10'32'0'0'0,"-4"7"0"0"0,2 0 0 0 0,-12 69 0 0 0,24-98 0 0 0,0-9 0 0 0,7-4 0 0 0,27 9 0 0 0,-15-6 0 0 0,28-3 0 0 0,-41 3 0 0 0,0-1 0 0 0,-1-1 0 0 0,0 1 0 0 0,1-1-1 0 0,-1 0 1 0 0,0 0 0 0 0,0 0 0 0 0,0-1 0 0 0,0 1 0 0 0,0-1 0 0 0,-1 0 0 0 0,1-1 0 0 0,-1 1 0 0 0,7-9 0 0 0,-1 1 0 0 0,-1-1 0 0 0,-1 0 0 0 0,13-23 1 0 0,-20 32-1 0 0,31-55 0 0 0,-23 39 0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22.35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86 0 55 0 0,'0'12'0'0'0,"-2"-1"0"0"0,0 0 0 0 0,-5 20 0 0 0,-1 1 0 0 0,-18 108 64 0 0,-14 240 0 0 0,39-357-64 0 0,2-1 0 0 0,0 1 0 0 0,8 37 0 0 0,-5-42 0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23.13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 1 7 0 0,'0'2'1'0'0,"0"0"-1"0"0,0 0 1 0 0,0 0-1 0 0,1 0 0 0 0,-1 0 1 0 0,0-1-1 0 0,1 1 1 0 0,0 0-1 0 0,-1 0 0 0 0,1 0 1 0 0,0 0-1 0 0,0-1 0 0 0,0 1 1 0 0,0 0-1 0 0,0-1 1 0 0,0 1-1 0 0,0-1 0 0 0,0 1 1 0 0,1-1-1 0 0,-1 0 1 0 0,1 1-1 0 0,-1-1 0 0 0,1 0 1 0 0,0 0-1 0 0,-1 0 0 0 0,1 0 1 0 0,2 1-1 0 0,17 1 53 0 0,42 0 1 0 0,-43-3-49 0 0,23-5 0 0 0,-24 3-3 0 0,33-9 50 0 0,-43 10-45 0 0,1-1-6 0 0,0 0 0 0 0,0-1 0 0 0,18-7-1 0 0,-26 7 10 0 0,-7 1 12 0 0,-9 2 10 0 0,1 2-32 0 0,0 1 0 0 0,0 1 0 0 0,1 0 0 0 0,-1 1 0 0 0,-17 8 0 0 0,-56 37 0 0 0,79-45 0 0 0,-8 4 0 0 0,1 1 0 0 0,0 1 0 0 0,-14 12 0 0 0,24-18 0 0 0,-1 0 0 0 0,1 0 0 0 0,0 0 0 0 0,0 0 0 0 0,1 0 0 0 0,-1 1 0 0 0,1 0 0 0 0,0-1 0 0 0,1 1 0 0 0,-1 0 0 0 0,-1 10 0 0 0,3-14 1 0 0,1 0-1 0 0,0 0 0 0 0,-1 0 0 0 0,1 0 0 0 0,0 0 1 0 0,0 0-1 0 0,1 0 0 0 0,-1-1 0 0 0,0 1 0 0 0,1 0 0 0 0,-1 0 1 0 0,1 0-1 0 0,-1 0 0 0 0,2 2 0 0 0,0 0-2 0 0,1-1 1 0 0,0 1-1 0 0,0-1 0 0 0,0 1 1 0 0,0-1-1 0 0,0 0 0 0 0,4 3 1 0 0,7-1-42 0 0,-14-5 43 0 0,16 6-5 0 0,29 5-1 0 0,-35-10 4 0 0,1 0 0 0 0,0 0-1 0 0,0-1 1 0 0,17-2-1 0 0,-13 0-21 0 0,26-8 0 0 0,-18 2 12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23.54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65 0 24 0 0,'-6'12'-1'0'0,"1"0"1"0"0,1 0 0 0 0,0 1 0 0 0,0-1 0 0 0,-2 19 0 0 0,1-5 1 0 0,-6 24 14 0 0,-6 71 1 0 0,16-95-9 0 0,0 0-1 0 0,1 0 1 0 0,2-1-1 0 0,8 44 0 0 0,-9-63-6 0 0,1 0 0 0 0,-1 0 0 0 0,2 0 0 0 0,4 9 0 0 0,-7-14 0 0 0,0 0 0 0 0,1-1 0 0 0,-1 1 0 0 0,1 0 0 0 0,-1-1 0 0 0,1 1 0 0 0,0 0 0 0 0,-1-1 0 0 0,1 1 0 0 0,-1-1 0 0 0,1 1 0 0 0,0-1 0 0 0,0 1 0 0 0,-1-1 0 0 0,1 0 0 0 0,0 1 0 0 0,0-1 0 0 0,0 1 0 0 0,0-1 0 0 0,0-1 0 0 0,0 1 0 0 0,0 0 0 0 0,-1 0 0 0 0,1 0 0 0 0,0-1 0 0 0,0 1 0 0 0,-1 0 0 0 0,1-1 0 0 0,0 1 0 0 0,0-1 0 0 0,-1 1 0 0 0,1 0 0 0 0,0-1 0 0 0,-1 0 0 0 0,1 1 0 0 0,-1-1 0 0 0,1 1 0 0 0,-1-1 0 0 0,1 0 0 0 0,-1 1 0 0 0,1-2 0 0 0,6-10 0 0 0,0 1 0 0 0,-1-1 0 0 0,-1 0 0 0 0,0-1 0 0 0,5-20 0 0 0,-3 5 0 0 0,5-44 0 0 0,-11 51 0 0 0,-1-27 0 0 0,-1 17 0 0 0,2 31 0 0 0,-1-1 0 0 0,1 0 0 0 0,-1 1 0 0 0,0-1 0 0 0,1 0 0 0 0,-1 1 0 0 0,1-1 0 0 0,0 0 0 0 0,-1 1 0 0 0,1-1 0 0 0,-1 1 0 0 0,1-1 0 0 0,0 1 0 0 0,-1-1 0 0 0,1 1 0 0 0,0 0 0 0 0,0-1 0 0 0,-1 1 0 0 0,1 0 0 0 0,0 0 0 0 0,0-1 0 0 0,-1 1 0 0 0,1 0 0 0 0,0 0 0 0 0,1 0 0 0 0,31-4 0 0 0,-21 3 0 0 0,2-2 0 0 0,0 0 0 0 0,-1-1 0 0 0,1-1 0 0 0,-1 0 0 0 0,0-1 0 0 0,0 0 0 0 0,20-14 0 0 0,-23 13 0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23.71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73 0 7 0 0,'-62'312'50'0'0,"56"-264"-35"0"0,3 0 1 0 0,1 0 0 0 0,3 0 0 0 0,11 76-1 0 0,2-60-15 0 0,-3-35 0 0 0,-8-21 0 0 0,1-1 0 0 0,0 1 0 0 0,7 8 0 0 0,29 29 0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24.63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 66 7 0 0,'-9'4'-4'0'0,"7"-4"12"0"0,6-4 42 0 0,9-3-47 0 0,0-1 1 0 0,0 2-1 0 0,1-1 1 0 0,0 2 0 0 0,17-5-1 0 0,-4 3 40 0 0,31-4-22 0 0,4 6 22 0 0,-60 5-43 0 0,0 0 1 0 0,0 0-1 0 0,0 0 1 0 0,0 0 0 0 0,0 0-1 0 0,0 1 1 0 0,0-1-1 0 0,0 0 1 0 0,0 1-1 0 0,-1 0 1 0 0,1-1-1 0 0,0 1 1 0 0,0 0-1 0 0,0 0 1 0 0,-1 0 0 0 0,1 0-1 0 0,1 1 1 0 0,-2-1-1 0 0,0 0 0 0 0,-1 0 0 0 0,1 0 0 0 0,-1 0 0 0 0,1 0 0 0 0,-1 1 0 0 0,1-1 0 0 0,-1 0 0 0 0,0 0 1 0 0,0 0-1 0 0,1 0 0 0 0,-1 0 0 0 0,0 0 0 0 0,0 1 0 0 0,0-1 0 0 0,0 0 0 0 0,0 0 0 0 0,-1 0 0 0 0,1 0 0 0 0,-1 2 0 0 0,-2 5 0 0 0,0-1 0 0 0,0 0 0 0 0,-1 0-1 0 0,0 0 1 0 0,-8 10 0 0 0,10-14 0 0 0,-10 13 6 0 0,-1-1-1 0 0,0-1 0 0 0,-1-1 1 0 0,0 0-1 0 0,-20 14 0 0 0,-86 47 27 0 0,109-67-32 0 0,15-9-6 0 0,-1 0-1 0 0,1 0 1 0 0,-1 0-1 0 0,1-1 1 0 0,3-4-1 0 0,19-12-26 0 0,-22 16 27 0 0,1 0 0 0 0,0 1 0 0 0,1 0-1 0 0,-1 0 1 0 0,0 1 0 0 0,1-1 0 0 0,-1 1-1 0 0,0 0 1 0 0,1 1 0 0 0,10-1-1 0 0,-12 2 8 0 0,0 0-1 0 0,0-1 0 0 0,-1 1 1 0 0,1 0-1 0 0,0 1 0 0 0,0-1 1 0 0,0 1-1 0 0,-1 0 0 0 0,1 0 1 0 0,-1 0-1 0 0,1 0 0 0 0,-1 1 1 0 0,0-1-1 0 0,0 1 0 0 0,4 4 0 0 0,5 8 0 0 0,-1-1 0 0 0,-1 1 0 0 0,-1 1 0 0 0,0-1 0 0 0,7 20 0 0 0,-2-7 0 0 0,-14-28 0 0 0,0 0 0 0 0,0 1 0 0 0,0-1 0 0 0,0 0 0 0 0,0 0-1 0 0,0 0 1 0 0,0 0 0 0 0,0 0 0 0 0,0 1 0 0 0,0-1-1 0 0,1 0 1 0 0,-1 0 0 0 0,0 0 0 0 0,0 0 0 0 0,0 0 0 0 0,0 0-1 0 0,0 1 1 0 0,0-1 0 0 0,0 0 0 0 0,0 0 0 0 0,1 0-1 0 0,-1 0 1 0 0,0 0 0 0 0,0 0 0 0 0,0 0 0 0 0,0 0-1 0 0,0 0 1 0 0,0 0 0 0 0,1 0 0 0 0,-1 0 0 0 0,0 0 0 0 0,0 0-1 0 0,0 0 1 0 0,0 1 0 0 0,1-1 0 0 0,-1-1 0 0 0,0 1-1 0 0,0 0 1 0 0,0 0 0 0 0,0 0 0 0 0,0 0 0 0 0,1 0 0 0 0,-1 0-1 0 0,0 0 1 0 0,0 0 0 0 0,0 0 0 0 0,0 0 0 0 0,0 0-1 0 0,0 0 1 0 0,1 0 0 0 0,-1 0 0 0 0,0 0 0 0 0,0-1-1 0 0,6-10-21 0 0,0-17-10 0 0,-5 16 32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24.82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0 100 7 0 0,'8'0'0'0'0,"-1"-1"0"0"0,0 0 0 0 0,1-1 0 0 0,-1 1 0 0 0,0-2 0 0 0,0 1 0 0 0,9-4 0 0 0,0-2 1 0 0,28-18-1 0 0,-40 23 0 0 0,0 0 0 0 0,0 0 0 0 0,0 0 0 0 0,-1 0 0 0 0,1 0 0 0 0,-1-1 0 0 0,0 0 0 0 0,0 1 0 0 0,-1-1 0 0 0,4-6 0 0 0,-3 3-1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25.00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 1 7 0 0,'-6'34'0'0'0,"1"1"0"0"0,2 0 1 0 0,1-1-1 0 0,2 1 0 0 0,2 0 0 0 0,6 43 0 0 0,9-15 0 0 0,-11-44 0 0 0,-4-13-1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25.23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 1 15 0 0,'-2'13'1'0'0,"-1"0"0"0"0,2 0 0 0 0,0 1 0 0 0,0-1 0 0 0,2 16 0 0 0,0-21 4 0 0,-1 9 13 0 0,1-1-1 0 0,5 20 1 0 0,-5-30-11 0 0,0 0-1 0 0,1-1 0 0 0,0 1 1 0 0,0 0-1 0 0,0-1 1 0 0,1 1-1 0 0,0-1 1 0 0,0 0-1 0 0,6 8 0 0 0,-6-11-6 0 0,-1 0 0 0 0,0 0 0 0 0,0-1 0 0 0,0 1 0 0 0,1-1 0 0 0,-1 0 0 0 0,1 1 0 0 0,-1-1 0 0 0,1 0 0 0 0,0-1 0 0 0,-1 1 0 0 0,1 0 0 0 0,0-1 0 0 0,0 1 0 0 0,-1-1 0 0 0,1 0 0 0 0,0 0 0 0 0,0 0 0 0 0,-1 0 0 0 0,1-1 0 0 0,0 1 0 0 0,0-1 0 0 0,-1 0 0 0 0,5-1 0 0 0,3-1 0 0 0,0-1 0 0 0,-1 0 0 0 0,0-1 0 0 0,1 0 0 0 0,9-7 0 0 0,-2-1 0 0 0,1-1 0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25.81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21 100 7 0 0,'21'-20'1'0'0,"33"-24"-1"0"0,-47 39 4 0 0,0 1 0 0 0,1-1 0 0 0,-1 2-1 0 0,1-1 1 0 0,-1 1 0 0 0,1 0 0 0 0,16-3 0 0 0,-20 5-2 0 0,1 0 0 0 0,-1 1 0 0 0,1-1 0 0 0,-1 1 0 0 0,1 0 0 0 0,-1 0 0 0 0,1 1 0 0 0,-1-1-1 0 0,1 1 1 0 0,-1 0 0 0 0,0 0 0 0 0,1 1 0 0 0,-1-1 0 0 0,0 1 0 0 0,0 0 0 0 0,6 4-1 0 0,-9-6 0 0 0,0 1 0 0 0,0 0-1 0 0,0 0 1 0 0,0 0-1 0 0,0 0 1 0 0,0 0-1 0 0,-1 0 1 0 0,1 0-1 0 0,0 0 1 0 0,-1 1 0 0 0,1-1-1 0 0,-1 0 1 0 0,1 0-1 0 0,-1 0 1 0 0,1 1-1 0 0,-1-1 1 0 0,1 3-1 0 0,-1-1 3 0 0,0 0 0 0 0,0 0 0 0 0,0 0-1 0 0,-1 0 1 0 0,1 0 0 0 0,-1 0 0 0 0,-1 4-1 0 0,-1 2 6 0 0,-1 0 0 0 0,0 0 0 0 0,-10 15 0 0 0,9-17-8 0 0,0 0 0 0 0,-1 0 0 0 0,1-1 0 0 0,-1 0 0 0 0,-1 0 0 0 0,1 0 0 0 0,-11 6 0 0 0,-3 1 0 0 0,-29 12 0 0 0,28-15 0 0 0,-35 23 0 0 0,53-31 0 0 0,1 0 0 0 0,0 0 0 0 0,-1 0 0 0 0,1 0 0 0 0,0 1 0 0 0,0-1 0 0 0,0 1 0 0 0,0-1 0 0 0,0 1 0 0 0,1 0 0 0 0,-1-1 0 0 0,1 1 0 0 0,0 0 0 0 0,-1 0 0 0 0,2 0 0 0 0,-1 0 0 0 0,0 0 0 0 0,0 0 0 0 0,1 1 0 0 0,0-1 0 0 0,0 0 0 0 0,0 5 0 0 0,0-5 0 0 0,1 0 0 0 0,-1-1 0 0 0,1 1 0 0 0,0 0 0 0 0,0-1 0 0 0,0 1 0 0 0,1 0 0 0 0,-1-1 0 0 0,0 1 0 0 0,1-1 0 0 0,0 0 0 0 0,0 0 0 0 0,-1 1 0 0 0,1-1 0 0 0,0 0 0 0 0,1-1 0 0 0,-1 1 0 0 0,0 0 0 0 0,0 0 0 0 0,1-1 0 0 0,-1 0 0 0 0,1 1 0 0 0,0-1 0 0 0,-1 0 0 0 0,5 1 0 0 0,-3-1 0 0 0,1 0 0 0 0,-1-1 0 0 0,1 1 0 0 0,-1-1 0 0 0,1 0 0 0 0,0 0 0 0 0,-1 0 0 0 0,1-1 0 0 0,0 1 0 0 0,-1-1 0 0 0,1 0 0 0 0,-1-1 0 0 0,1 1 0 0 0,-1-1 0 0 0,6-3 0 0 0,5-1 0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26.2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63 7 0 0,'18'-10'1'0'0,"-10"6"-1"0"0,8-4 9 0 0,-1 0 0 0 0,1 1 0 0 0,0 1 0 0 0,1 0 0 0 0,-1 2 0 0 0,26-5 0 0 0,-41 9-9 0 0,-1 0 0 0 0,1 0 0 0 0,0 0 0 0 0,0-1 0 0 0,0 1 0 0 0,0 0 0 0 0,0 0 0 0 0,0 1 0 0 0,0-1 0 0 0,0 0 0 0 0,0 0 0 0 0,0 0 0 0 0,0 1 0 0 0,0-1 0 0 0,-1 0 0 0 0,1 1 0 0 0,1 0 0 0 0,-2-1 0 0 0,0 1 0 0 0,0-1 0 0 0,0 0 0 0 0,0 1 0 0 0,0-1 0 0 0,0 1 0 0 0,0-1 0 0 0,0 0 0 0 0,0 1 0 0 0,0-1 0 0 0,0 1 0 0 0,0-1 0 0 0,0 0 0 0 0,-1 1 0 0 0,1-1 0 0 0,0 0 0 0 0,0 1 0 0 0,0-1 0 0 0,-1 0 0 0 0,1 1 0 0 0,0-1 0 0 0,-1 0 0 0 0,1 0 0 0 0,0 1 0 0 0,0-1 0 0 0,-1 0 0 0 0,-31 23 0 0 0,29-21 0 0 0,-46 24 0 0 0,37-21 0 0 0,0 1 0 0 0,0 1 0 0 0,0 0 0 0 0,-10 9 0 0 0,22-15 0 0 0,-1-1 0 0 0,0 1 0 0 0,0-1 0 0 0,1 1 0 0 0,-1 0 0 0 0,0-1 0 0 0,1 1 0 0 0,-1 0 0 0 0,1 0 0 0 0,-1-1 0 0 0,1 1 0 0 0,-1 0 0 0 0,1 0 0 0 0,0 0 0 0 0,-1-1 0 0 0,1 1 0 0 0,0 0 0 0 0,0 0 0 0 0,-1 0 0 0 0,1 0 0 0 0,0 1 0 0 0,0-1 0 0 0,1 0 0 0 0,-1-1 0 0 0,0 1 0 0 0,1 0 0 0 0,-1 0 0 0 0,1-1 0 0 0,-1 1 0 0 0,1 0 0 0 0,-1-1 0 0 0,1 1 0 0 0,-1-1 0 0 0,1 1 0 0 0,-1 0 0 0 0,1-1 0 0 0,0 1 0 0 0,-1-1 0 0 0,1 0 0 0 0,1 1 0 0 0,2 1 0 0 0,0 0 0 0 0,0-1 0 0 0,0 0 0 0 0,0 0 0 0 0,0 0 0 0 0,1 0 0 0 0,6 0 0 0 0,-3-1 0 0 0,-1 0 0 0 0,1-1 0 0 0,-1 0 0 0 0,0 0 0 0 0,12-4 0 0 0,-16 4 0 0 0,0 0 0 0 0,0 0 0 0 0,0-1 0 0 0,0 1 0 0 0,0-1 0 0 0,-1 0 0 0 0,1 0 0 0 0,0 0 0 0 0,-1 0 0 0 0,0 0 0 0 0,1-1 0 0 0,-1 1 0 0 0,0-1 0 0 0,0 1 0 0 0,2-4 0 0 0,-2 0 0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26.40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72 1 55 0 0,'0'4'0'0'0,"-1"0"0"0"0,0 1 0 0 0,0-1 0 0 0,-3 8 0 0 0,-1 5 0 0 0,-30 162 0 0 0,18-81 0 0 0,14-85 0 0 0,-1-1 0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1:26.68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 28 7 0 0,'-1'1'1'0'0,"0"0"-1"0"0,0-1 0 0 0,1 1 0 0 0,-1 0 1 0 0,0 0-1 0 0,0 0 0 0 0,1 0 0 0 0,-1 0 1 0 0,1 0-1 0 0,-1 0 0 0 0,0 3 0 0 0,1-4 0 0 0,0 0 0 0 0,0 0 0 0 0,0 1-1 0 0,0-1 1 0 0,0 0 0 0 0,0 0 0 0 0,0 1 0 0 0,0-1-1 0 0,0 0 1 0 0,0 0 0 0 0,0 1 0 0 0,0-1 0 0 0,1 0-1 0 0,-1 0 1 0 0,0 1 0 0 0,0-1 0 0 0,0 0-1 0 0,0 0 1 0 0,0 0 0 0 0,1 1 0 0 0,-1-1 0 0 0,0 0-1 0 0,0 0 1 0 0,0 0 0 0 0,1 0 0 0 0,-1 1 0 0 0,0-1-1 0 0,0 0 1 0 0,0 0 0 0 0,1 0 0 0 0,-1 0-1 0 0,1 0 1 0 0,0 1 4 0 0,1-1 0 0 0,0 0 1 0 0,0 0-1 0 0,0 0 0 0 0,0 0 0 0 0,0 0 0 0 0,-1-1 0 0 0,1 1 0 0 0,0 0 0 0 0,0-1 0 0 0,0 1 1 0 0,-1-1-1 0 0,3-1 0 0 0,19-9 10 0 0,-14 6-6 0 0,0 0 0 0 0,0 1 0 0 0,0 0 0 0 0,0 1 0 0 0,0 0 0 0 0,1 0-1 0 0,0 1 1 0 0,12-1 0 0 0,-21 3-5 0 0,0 0 0 0 0,1 0 0 0 0,-1 0-1 0 0,0 0 1 0 0,1 0 0 0 0,-1 1 0 0 0,0-1-1 0 0,0 0 1 0 0,0 1 0 0 0,1-1 0 0 0,-1 1 0 0 0,0-1-1 0 0,0 1 1 0 0,0 0 0 0 0,0 0 0 0 0,0-1 0 0 0,0 1-1 0 0,0 0 1 0 0,0 0 0 0 0,0 0 0 0 0,1 1 0 0 0,-1 1 0 0 0,0-1 1 0 0,0 0-1 0 0,0 0 1 0 0,0 1 0 0 0,0-1-1 0 0,-1 1 1 0 0,1-1-1 0 0,-1 0 1 0 0,0 1 0 0 0,1 3-1 0 0,-2 5 17 0 0,1 1 0 0 0,-2-1 0 0 0,-4 20 0 0 0,6-30-16 0 0,-12 41 18 0 0,-1-1-1 0 0,-38 76 0 0 0,12-28-9 0 0,34-79-28 0 0,-1 0-64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2:52.35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0 533 24 0 0,'0'-2'0'0'0,"1"0"0"0"0,-1 1 0 0 0,1-1 0 0 0,-1 0 0 0 0,1 0 0 0 0,0 0 0 0 0,0 1 0 0 0,-1-1 0 0 0,1 0 0 0 0,1 1 0 0 0,-1-1 0 0 0,1-1 0 0 0,19-19 0 0 0,-15 16 0 0 0,32-30 0 0 0,2 2 0 0 0,59-39-1 0 0,-63 48 2 0 0,124-83 30 0 0,-112 78-15 0 0,74-31 0 0 0,-79 44-16 0 0,24-9 0 0 0,-8 3 0 0 0,36-22 0 0 0,-89 42 0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2:53.83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59 24 0 0,'2'0'0'0'0,"1"-1"0"0"0,-1 0 0 0 0,1 0 0 0 0,-1 0 0 0 0,1 0 0 0 0,2-2 0 0 0,4-1 0 0 0,9-4 0 0 0,1 2 0 0 0,23-6 0 0 0,-19 9 10 0 0,28 3 33 0 0,12 2-33 0 0,-2 0-10 0 0,-2 0 11 0 0,-33-3 32 0 0,39-4-33 0 0,16-1-10 0 0,-4 0 0 0 0,-1 4 0 0 0,7 3 0 0 0,6 4 0 0 0,-5-2 0 0 0,10 0 54 0 0,-28-2-44 0 0,9 2-10 0 0,-2 1 0 0 0,6 4 0 0 0,6-2 0 0 0,11-2 0 0 0,57-4 0 0 0,49-4 0 0 0,165-6 0 0 0,-116 2 0 0 0,64-4 0 0 0,87 4 0 0 0,-214 9 0 0 0,96 5 0 0 0,-35 0 0 0 0,39-1 0 0 0,-62 0 0 0 0,155 16 6 0 0,-112-3-76 0 0,-117-10 70 0 0,203 3 0 0 0,-187-13 0 0 0,177-9 0 0 0,-290 6 0 0 0,25-1 0 0 0,5-1 0 0 0,1 4 0 0 0,-1 1 0 0 0,-4 0 0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2:54.85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1 106 24 0 0,'1'0'0'0'0,"0"1"0"0"0,0-1 0 0 0,1 0 0 0 0,-1 0 0 0 0,0 1 0 0 0,1-1 0 0 0,-1 0 0 0 0,0 0 0 0 0,0 0 0 0 0,1 0 0 0 0,-1 0 0 0 0,2-1 0 0 0,3 1 0 0 0,13 0 0 0 0,34 0 0 0 0,8 1 0 0 0,0 1 0 0 0,10 0 0 0 0,-3 0 0 0 0,8-1 0 0 0,226-16 53 0 0,154-38-43 0 0,-294 30-10 0 0,-109 15 0 0 0,25-1 0 0 0,1 3 0 0 0,-3 5 0 0 0,-8 3 0 0 0,-5 1 0 0 0,4 4 0 0 0,-5 4 0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2:56.37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 95 24 0 0,'-1'-2'0'0'0,"0"1"0"0"0,0-1 0 0 0,0 0 0 0 0,0 1 0 0 0,0-1 0 0 0,0 0 0 0 0,0 0 0 0 0,1 1 0 0 0,-1-1 0 0 0,1 0 0 0 0,-1 0 0 0 0,1 0 0 0 0,0 0 0 0 0,-1 0 0 0 0,1 0 0 0 0,0 0 0 0 0,1-3 0 0 0,-1 4 0 0 0,0 0 0 0 0,0 0 0 0 0,0 0 0 0 0,1 0 0 0 0,-1 0 0 0 0,0 0 0 0 0,1 0 0 0 0,-1 0 0 0 0,0 1 0 0 0,1-1 0 0 0,-1 0 0 0 0,1 0 0 0 0,0 0 0 0 0,-1 1 0 0 0,1-1 0 0 0,-1 0 0 0 0,1 1 0 0 0,0-1 0 0 0,0 0 0 0 0,-1 1 0 0 0,1-1 0 0 0,0 1 0 0 0,0-1 0 0 0,0 1 0 0 0,0 0 0 0 0,0-1 0 0 0,-1 1 0 0 0,1 0 0 0 0,0 0 0 0 0,0-1 0 0 0,0 1 0 0 0,0 0 0 0 0,0 0 0 0 0,0 0 0 0 0,0 0 0 0 0,0 0 0 0 0,0 0 0 0 0,1 1 0 0 0,28 2 5 0 0,1-1 0 0 0,40-2 0 0 0,62-12 24 0 0,19-1-10 0 0,49 7-19 0 0,287-6 0 0 0,-2 24 0 0 0,-212 14 0 0 0,-68-4 0 0 0,-102-11 0 0 0,106 5 0 0 0,-182-16 0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2:58.10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17 205 7 0 0,'-1'0'0'0'0,"0"0"0"0"0,0 0 0 0 0,1-1 0 0 0,-1 1 0 0 0,0-1 0 0 0,0 1 0 0 0,0-1 0 0 0,0 1 0 0 0,1-1 0 0 0,-1 1 0 0 0,0-1 0 0 0,1 0 0 0 0,-1 1 0 0 0,0-1 0 0 0,1 0 1 0 0,-1 0-1 0 0,1 1 0 0 0,-1-1 0 0 0,1 0 0 0 0,-1 0 0 0 0,1 0 0 0 0,0 0 0 0 0,-1 0 0 0 0,1 1 0 0 0,0-1 0 0 0,0 0 0 0 0,0 0 0 0 0,-1 0 0 0 0,1 0 0 0 0,0 0 0 0 0,0 0 0 0 0,1 0 0 0 0,-1 0 0 0 0,0 0 0 0 0,0 0 0 0 0,0 0 0 0 0,1 0 0 0 0,-1 0 0 0 0,0 1 0 0 0,1-1 0 0 0,0-2 0 0 0,1 1 0 0 0,0-1 0 0 0,0 1 0 0 0,0 0 0 0 0,0 0 0 0 0,0 0 0 0 0,1 0 0 0 0,-1 0 0 0 0,1 0 0 0 0,-1 1 0 0 0,1-1 0 0 0,0 1 0 0 0,-1-1 0 0 0,6 0 0 0 0,40-12 0 0 0,-42 13 0 0 0,236-39-4 0 0,1 17 28 0 0,-170 17 9 0 0,372-21-20 0 0,2 16-14 0 0,-183 6-1 0 0,565-10 2 0 0,-781 14 0 0 0,319-1 0 0 0,-2 29 0 0 0,-331-20 0 0 0,-22-4 0 0 0,0-1 0 0 0,22 1 0 0 0,-34-2 0 0 0,1-1 0 0 0,-1 0 0 0 0,0 0 0 0 0,0 0 0 0 0,1 0 0 0 0,-1 0 0 0 0,0 0 0 0 0,1 0 0 0 0,-1 0 0 0 0,0 0 0 0 0,0 0 0 0 0,1 0 0 0 0,-1 0 0 0 0,0 0 0 0 0,1 0 0 0 0,-1-1 0 0 0,0 1 0 0 0,0 0 0 0 0,1 0 0 0 0,-1 0 0 0 0,0 0 0 0 0,0 0 0 0 0,1-1 0 0 0,-1 1 0 0 0,0 0 0 0 0,0 0 0 0 0,0 0 0 0 0,1-1 0 0 0,-1 1 0 0 0,0 0 0 0 0,0 0 0 0 0,0-1 0 0 0,0 1 0 0 0,1 0 0 0 0,-1 0 0 0 0,0-1 0 0 0,0 1 0 0 0,0 0 0 0 0,0-1 0 0 0,0 1 0 0 0,0 0 0 0 0,0 0 0 0 0,0-1 0 0 0,0 1 0 0 0,0 0 0 0 0,0-1 0 0 0,0 1 0 0 0,0 0 0 0 0,0-1 0 0 0,0 1 0 0 0,-1-1 0 0 0,1 0 0 0 0,-1 0 0 0 0,1-1 0 0 0,-1 1 0 0 0,0 0 0 0 0,1 1 0 0 0,-1-1 0 0 0,0 0 0 0 0,1 0 0 0 0,-3-1 0 0 0,0-1 0 0 0,-1 0 0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2:58.21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2 7 0 0,'0'0'0'0'0,"0"-2"0"0"0,2 2 0 0 0,-1 0 0 0 0,0 0 0 0 0,1 2 0 0 0,-1-1 0 0 0,2 0 0 0 0,0-1 0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03.01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42 0 24 0 0,'-1'9'0'0'0,"0"-1"0"0"0,0 1 0 0 0,-1-1 0 0 0,-4 11 0 0 0,0 4 0 0 0,-14 78 0 0 0,18-84 0 0 0,0 0 0 0 0,1 0 0 0 0,1-1 0 0 0,3 20 0 0 0,-1-24 0 0 0,2 1 0 0 0,0 0 0 0 0,0-1-1 0 0,1 0 1 0 0,8 13 0 0 0,0 3 1 0 0,-2-4-1 0 0,0 0 0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04.07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46 24 0 0,'5'0'0'0'0,"-1"-1"0"0"0,0 0 0 0 0,1 0 0 0 0,-1 0 0 0 0,0-1 0 0 0,4-2 0 0 0,7-1 0 0 0,4-2 0 0 0,29-6 0 0 0,-40 11-1 0 0,2-1 2 0 0,0 1-1 0 0,0 0 0 0 0,0 1 0 0 0,1 0 0 0 0,15 1 0 0 0,-24 0 0 0 0,0 0 0 0 0,-1 1 0 0 0,1-1 0 0 0,0 0 0 0 0,-1 1 0 0 0,1-1 0 0 0,-1 1 0 0 0,1 0 0 0 0,-1-1 0 0 0,1 1 0 0 0,-1 0 0 0 0,1 0 0 0 0,-1 0 0 0 0,0 0 0 0 0,1 0 0 0 0,1 3 0 0 0,-2 0 0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04.30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40 23 0 0,'5'-1'0'0'0,"-1"0"0"0"0,1-1 0 0 0,-1 2 0 0 0,-1-1 0 0 0,5-2 0 0 0,2 0 0 0 0,2-1 0 0 0,47-12 0 0 0,-4 8 0 0 0,-51 9 0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04.66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 23 24 0 0,'-7'94'0'0'0,"7"-88"0"0"0,0 0 0 0 0,0-1-1 0 0,1 1 1 0 0,0 0 0 0 0,3 9 0 0 0,-4-14 0 0 0,1 0 0 0 0,-1 0 0 0 0,0 0 0 0 0,0 0 0 0 0,1-1 0 0 0,-1 1 0 0 0,1 0 0 0 0,-1 0 0 0 0,1 0 0 0 0,-1-1 0 0 0,1 1 0 0 0,0 0 0 0 0,-1-1 0 0 0,1 1 0 0 0,0 0 0 0 0,-1-1 0 0 0,1 1 0 0 0,0-1 0 0 0,0 1 0 0 0,0-1 0 0 0,-1 1 0 0 0,1-1 0 0 0,0 0 0 0 0,0 1 1 0 0,0-1-1 0 0,0 0 0 0 0,0 0 0 0 0,0 0 0 0 0,0 1 0 0 0,0-1 0 0 0,0 0 0 0 0,-1 0 0 0 0,1 0 0 0 0,0-1 0 0 0,0 1 0 0 0,0 0 0 0 0,0 0 0 0 0,0 0 0 0 0,0-1 0 0 0,0 1 0 0 0,0-1 0 0 0,-1 1 0 0 0,3-1 0 0 0,4-4 4 0 0,1 1 0 0 0,-1-2 0 0 0,0 1-1 0 0,0-1 1 0 0,-1 0 0 0 0,0 0 0 0 0,0-1 0 0 0,0 1 0 0 0,-1-1 0 0 0,0-1 0 0 0,0 1 0 0 0,-1-1 0 0 0,0 0 0 0 0,0 0 0 0 0,4-14 0 0 0,-7 20-4 0 0,-1 0 0 0 0,0-1 0 0 0,1 1 0 0 0,-1 0 0 0 0,0-1 0 0 0,0 1 0 0 0,0 0 0 0 0,0 0 0 0 0,-1-1 0 0 0,1 1 0 0 0,-1 0 0 0 0,1 0 0 0 0,-1-1 0 0 0,0 1 0 0 0,0 0 0 0 0,0 0 0 0 0,0 0 0 0 0,-2-4 0 0 0,2 5 0 0 0,0 0 0 0 0,0 0 0 0 0,0 1 0 0 0,0-1 0 0 0,0 0 0 0 0,0 0 0 0 0,0 1 0 0 0,0-1 0 0 0,0 1 0 0 0,0-1 0 0 0,-1 1 0 0 0,1-1 0 0 0,0 1 0 0 0,0 0 0 0 0,0-1 0 0 0,-1 1 0 0 0,1 0 0 0 0,0 0 0 0 0,0 0 0 0 0,-1 0 0 0 0,1 0 0 0 0,0 0 0 0 0,0 1 0 0 0,-1-1 0 0 0,1 0 0 0 0,0 0 0 0 0,0 1 0 0 0,0-1 0 0 0,-1 1 0 0 0,1-1 0 0 0,0 1 0 0 0,0 0 0 0 0,0-1 0 0 0,0 1 0 0 0,-1 1 0 0 0,-12 10 0 0 0,9-6 0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04.93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51 24 0 0,'6'1'0'0'0,"-2"-2"0"0"0,25-5 0 0 0,27-5 0 0 0,3-2 0 0 0,-38 9-1 0 0,-12 3 1 0 0,-1-1 0 0 0,1 0 1 0 0,-1-1-1 0 0,15-5 0 0 0,-22 8 0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05.11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 0 23 0 0,'0'3'0'0'0,"-2"1"0"0"0,2 0 0 0 0,0-1 0 0 0,0-2 0 0 0,0 2 0 0 0,0 4 0 0 0,-1 2 0 0 0,1 6 0 0 0,0 2 0 0 0,1-2 0 0 0,1 0 0 0 0,-1-1 0 0 0,2-3 0 0 0,-1-2 0 0 0,3-1 0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05.32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1 102 24 0 0,'3'0'0'0'0,"1"-1"0"0"0,0 1 0 0 0,0-1 0 0 0,0 0 0 0 0,-1 0 0 0 0,1 0 0 0 0,0-1 0 0 0,-1 1 0 0 0,7-4 0 0 0,29-23 0 0 0,-21 15 0 0 0,-17 12 0 0 0,7-5 0 0 0,0 1 0 0 0,-1-1 0 0 0,0 0 0 0 0,9-11 0 0 0,-11 11 0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05.50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 0 0,'7'20'0'0'0,"1"142"0"0"0,-8-152 0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06.07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47 15 7 0 0,'2'-2'0'0'0,"1"1"0"0"0,-1-1 0 0 0,1 1 0 0 0,-1-1 0 0 0,1 1 0 0 0,-1 0 0 0 0,1 0 0 0 0,0 0 0 0 0,-1 0 0 0 0,1 1 0 0 0,0-1 0 0 0,0 1 1 0 0,0 0-1 0 0,-1-1 0 0 0,1 1 0 0 0,0 0 0 0 0,0 1 0 0 0,0-1 0 0 0,0 1 0 0 0,-1-1 0 0 0,1 1 0 0 0,0 0 0 0 0,0 0 0 0 0,-1 0 0 0 0,1 0 0 0 0,-1 0 0 0 0,1 1 0 0 0,-1-1 0 0 0,0 1 0 0 0,1 0 0 0 0,-1-1 0 0 0,0 1 0 0 0,4 5 0 0 0,-2 0 0 0 0,0 1 0 0 0,0 0 0 0 0,-1 0 0 0 0,0 1 0 0 0,0-1 0 0 0,-1 1 0 0 0,0 0 0 0 0,-1-1 0 0 0,2 17 0 0 0,-3-24 0 0 0,0-1 0 0 0,0 0 0 0 0,0 0 0 0 0,-1 1 1 0 0,1-1-1 0 0,0 0 0 0 0,0 0 0 0 0,0 1 1 0 0,0-1-1 0 0,0 0 0 0 0,0 0 0 0 0,0 1 1 0 0,0-1-1 0 0,-1 0 0 0 0,1 0 0 0 0,0 1 1 0 0,0-1-1 0 0,0 0 0 0 0,-1 0 0 0 0,1 0 1 0 0,0 0-1 0 0,0 1 0 0 0,0-1 0 0 0,-1 0 1 0 0,1 0-1 0 0,0 0 0 0 0,0 0 0 0 0,-1 0 1 0 0,0 1-1 0 0,-11-1 17 0 0,-17-6 19 0 0,22 4-33 0 0,5 1-1 0 0,-1 1 0 0 0,1 0-1 0 0,-1-1 1 0 0,1 1-1 0 0,-1 0 1 0 0,1 0 0 0 0,-1 0-1 0 0,0 0 1 0 0,1 1-1 0 0,-1-1 1 0 0,1 1 0 0 0,-1-1-1 0 0,1 1 1 0 0,-1 0-1 0 0,1 0 1 0 0,0 0 0 0 0,-1 0-1 0 0,1 1 1 0 0,-4 2-1 0 0,2 0 3 0 0,-1 1 0 0 0,1-1 0 0 0,1 1 0 0 0,-1 0 0 0 0,1 0 0 0 0,0 0 0 0 0,-4 9 0 0 0,4-9-4 0 0,-16 39 0 0 0,17-40 0 0 0,1-1 0 0 0,1 0 0 0 0,-1 1 0 0 0,0-1 0 0 0,1 1 0 0 0,0-1 0 0 0,-1 1 0 0 0,1-1 0 0 0,1 1 0 0 0,-1-1 0 0 0,1 5 0 0 0,0-7 1 0 0,-1 1-1 0 0,0-1 0 0 0,1 0 0 0 0,-1 0 0 0 0,1 0 0 0 0,0 0 0 0 0,-1 0 0 0 0,1-1 0 0 0,0 1 0 0 0,0 0 0 0 0,-1 0 0 0 0,1 0 0 0 0,0 0 0 0 0,0-1 0 0 0,0 1 0 0 0,0 0 0 0 0,0-1 0 0 0,0 1 0 0 0,0-1 0 0 0,0 1 0 0 0,0-1 0 0 0,0 0 0 0 0,0 1 0 0 0,0-1 0 0 0,1 0 0 0 0,-1 0 0 0 0,1 1 0 0 0,2-1-1 0 0,0 0-1 0 0,0 0 0 0 0,0-1 1 0 0,0 1-1 0 0,0-1 0 0 0,6-2 1 0 0,8-3-42 0 0,24-12 32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06.69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209 1 24 0 0,'-2'0'0'0'0,"1"1"0"0"0,-1 0 0 0 0,0 0 0 0 0,1 0 0 0 0,-1 0 0 0 0,1 1 0 0 0,0-1 0 0 0,-1 0 0 0 0,1 1 0 0 0,-1 1 0 0 0,-4 2 0 0 0,-51 52 31 0 0,-59 75 1 0 0,115-131-32 0 0,-1 1 0 0 0,1 0 0 0 0,0-1 0 0 0,-1 1 0 0 0,1 0 0 0 0,0 0 0 0 0,0 0 0 0 0,0 0 0 0 0,0 2 0 0 0,2-4 0 0 0,1-1 0 0 0,0 0 0 0 0,-1 0 0 0 0,1 0 0 0 0,-1 1 0 0 0,0-2 0 0 0,1 1 0 0 0,0-1 0 0 0,-1 2 0 0 0,0-1 0 0 0,0-1 0 0 0,0 1 0 0 0,1 0 0 0 0,-1 0 0 0 0,1 0 0 0 0,-1 0 0 0 0,1 0 0 0 0,-1 0 0 0 0,1 0 0 0 0,0 0 0 0 0,-1 1 0 0 0,1-1 0 0 0,0 1 0 0 0,0-1 0 0 0,2 0 0 0 0,-1 2 0 0 0,0 0 0 0 0,0-1 0 0 0,0 1 0 0 0,0 0 0 0 0,0 0 0 0 0,-1 1 0 0 0,1-1 0 0 0,0 1 0 0 0,-1-1 0 0 0,1 1 0 0 0,-1 0 0 0 0,1 0 0 0 0,-1 0 0 0 0,3 4 0 0 0,3 1 0 0 0,1 0 0 0 0,16 11 0 0 0,-11-11 0 0 0,-1-1 0 0 0,20 6 0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07.03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169 17 24 0 0,'2'-17'0'0'0,"-14"31"71"0"0,6-4-69 0 0,-108 161 132 0 0,107-161-143 0 0,5-7 3 0 0,0 0-1 0 0,0 1 1 0 0,-1-1 0 0 0,1-1 0 0 0,-1 1-1 0 0,1 0 1 0 0,-1 0 0 0 0,0-1 0 0 0,-4 3-1 0 0,7-5 7 0 0,0 0 0 0 0,0 0-1 0 0,0 0 1 0 0,0 0-1 0 0,0 0 1 0 0,1 0-1 0 0,-1-1 1 0 0,0 1-1 0 0,0 0 1 0 0,0 0-1 0 0,0 0 1 0 0,0 0 0 0 0,0 0-1 0 0,0 0 1 0 0,0 0-1 0 0,0 0 1 0 0,0-1-1 0 0,0 1 1 0 0,0 0-1 0 0,0 0 1 0 0,0 0-1 0 0,0 0 1 0 0,0 0 0 0 0,0 0-1 0 0,0 0 1 0 0,0-1-1 0 0,0 1 1 0 0,0 0-1 0 0,0 0 1 0 0,0 0-1 0 0,0 0 1 0 0,0 0-1 0 0,0 0 1 0 0,0 0-1 0 0,0-1 1 0 0,0 1 0 0 0,-1 0-1 0 0,1 0 1 0 0,0 0-1 0 0,0 0 1 0 0,0 0-1 0 0,0 0 1 0 0,0 0-1 0 0,0 0 1 0 0,0 0-1 0 0,0 0 1 0 0,0 0 0 0 0,-1 0-1 0 0,1 0 1 0 0,0 0-1 0 0,0-1 1 0 0,0 1-1 0 0,0 0 1 0 0,0 0-1 0 0,0 0 1 0 0,0 0-1 0 0,-1 0 1 0 0,1 0 0 0 0,0 0-1 0 0,0 0 1 0 0,0 0-1 0 0,0 0 1 0 0,0 0-1 0 0,0 1 1 0 0,0-1-1 0 0,-1 0 1 0 0,1 0-1 0 0,0 0 1 0 0,0 0-1 0 0,0-1 0 0 0,0 1-1 0 0,1-1 0 0 0,-1 1 0 0 0,0-1 1 0 0,0 1-1 0 0,1-1 0 0 0,-1 1 0 0 0,0-1 0 0 0,1 1 1 0 0,-1 0-1 0 0,0-1 0 0 0,1 1 0 0 0,-1-1 1 0 0,1 1-1 0 0,-1 0 0 0 0,1 0 0 0 0,0-1 0 0 0,0 0 2 0 0,1 1 0 0 0,-1 0 0 0 0,1-1 0 0 0,-1 1 0 0 0,1 0 0 0 0,0 0 0 0 0,-1 0 0 0 0,1 0 0 0 0,-1 0 0 0 0,1 0 0 0 0,-1 1 0 0 0,1-1 0 0 0,-1 0 0 0 0,1 1 0 0 0,-1-1 0 0 0,0 1 0 0 0,1-1 0 0 0,-1 1 0 0 0,3 1 0 0 0,2 2 0 0 0,0-1 0 0 0,1-1 0 0 0,-1 1 0 0 0,1-1 0 0 0,9 2 0 0 0,-2-1 0 0 0,-1 0 0 0 0,-1-1 0 0 0,25 2 0 0 0,-27-3 0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07.26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30 0 55 0 0,'-1'16'0'0'0,"-5"25"0"0"0,2-9 0 0 0,-9 145 0 0 0,9-101 0 0 0,3-66 0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07.51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 0 24 0 0,'-2'6'0'0'0,"0"0"0"0"0,0 1 0 0 0,1-1 0 0 0,-1 0 0 0 0,1 0 0 0 0,1 1 0 0 0,-1-1 0 0 0,1 0 0 0 0,1 1 0 0 0,-1-1 0 0 0,1 0 0 0 0,0 1 0 0 0,3 10 0 0 0,-3-16 2 0 0,-1 1 1 0 0,1-1 0 0 0,-1 1 0 0 0,1-1-1 0 0,0 1 1 0 0,0-1 0 0 0,0 1 0 0 0,0-1-1 0 0,0 0 1 0 0,0 1 0 0 0,0-1 0 0 0,0 0-1 0 0,0 0 1 0 0,1 0 0 0 0,-1 0 0 0 0,0 0 0 0 0,1 0-1 0 0,-1 0 1 0 0,1 0 0 0 0,-1-1 0 0 0,1 1-1 0 0,-1 0 1 0 0,1-1 0 0 0,0 1 0 0 0,-1-1-1 0 0,3 0 1 0 0,9-1 40 0 0,37-6-33 0 0,-44 6-10 0 0,-1 0 0 0 0,1-1 0 0 0,0 1 0 0 0,0-1 0 0 0,-1 0 0 0 0,0-1 0 0 0,1 0 0 0 0,-1 0 0 0 0,0 0 0 0 0,0 0 0 0 0,0-1 0 0 0,-1 1 0 0 0,8-9 0 0 0,-3 3 0 0 0,-2 3 0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08.60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 10 24 0 0,'-1'0'0'0'0,"0"-1"0"0"0,0-1 0 0 0,0 1 0 0 0,2 4 11 0 0,-1-3-10 0 0,0 0 0 0 0,0 1 0 0 0,0-1-1 0 0,0 0 1 0 0,0 0 0 0 0,0 0 0 0 0,0 1 0 0 0,0-1-1 0 0,0 0 1 0 0,0 0 0 0 0,0 0 0 0 0,0 1-1 0 0,0-1 1 0 0,0 0 0 0 0,1 0 0 0 0,-1 0 0 0 0,0 0-1 0 0,0 1 1 0 0,0-1 0 0 0,0 0 0 0 0,0 0-1 0 0,0 0 1 0 0,0 0 0 0 0,1 1 0 0 0,-1-1 0 0 0,0 0-1 0 0,0 0 1 0 0,0 0 0 0 0,0 0 0 0 0,1 0-1 0 0,-1 0 1 0 0,0 0 0 0 0,0 0 0 0 0,0 0 0 0 0,1 0-1 0 0,-1 1 1 0 0,0-1 0 0 0,0 0 0 0 0,0 0-1 0 0,1 0 1 0 0,-1 0 0 0 0,0 0 0 0 0,0 0 0 0 0,0 0-1 0 0,0 0 1 0 0,1-1 0 0 0,-1 1 0 0 0,0 0-1 0 0,0 0 1 0 0,0 0 0 0 0,1 0 0 0 0,-1 0 0 0 0,0 0-1 0 0,0 0 1 0 0,0 0 0 0 0,0 0 0 0 0,1-1-1 0 0,-1 1 1 0 0,0 0 0 0 0,0 0 0 0 0,0 0 0 0 0,0 0-1 0 0,0 0 1 0 0,0-1 0 0 0,1 1 0 0 0,-1 0-1 0 0,9-6 0 0 0,0 0 19 0 0,-9 6-17 0 0,0 0-1 0 0,0 0 0 0 0,0 1 0 0 0,0-1 1 0 0,1 0-1 0 0,-1 0 0 0 0,0 0 0 0 0,0 0 1 0 0,0 0-1 0 0,0 0 0 0 0,0 0 1 0 0,1 0-1 0 0,-1 0 0 0 0,0 0 0 0 0,0 0 1 0 0,0 1-1 0 0,0-1 0 0 0,0 0 0 0 0,0 0 1 0 0,0 0-1 0 0,1 0 0 0 0,-1 0 1 0 0,0 0-1 0 0,0 1 0 0 0,0-1 0 0 0,0 0 1 0 0,0 0-1 0 0,0 0 0 0 0,0 0 0 0 0,0 1 1 0 0,0-1-1 0 0,0 0 0 0 0,-1 20 66 0 0,1-18-67 0 0,-11 178 0 0 0,11-176 0 0 0,0 5 0 0 0,0-1 0 0 0,1 1 0 0 0,2 11 0 0 0,-3-18 0 0 0,0 0 0 0 0,1 0 0 0 0,-1-1 0 0 0,1 1 0 0 0,0 0 0 0 0,0 0 0 0 0,-1-1 0 0 0,1 1 0 0 0,0-1 0 0 0,0 1 0 0 0,1-1 0 0 0,-1 1 0 0 0,0-1 0 0 0,0 1 0 0 0,1-1 0 0 0,-1 0 0 0 0,0 0 0 0 0,1 0 0 0 0,0 0 0 0 0,-1 0 0 0 0,1 0 0 0 0,1 1 0 0 0,0-2 0 0 0,-1 0 0 0 0,0 1 0 0 0,1-1 0 0 0,-1 0 0 0 0,0 0 0 0 0,1 0 0 0 0,-1 0 0 0 0,0 0 0 0 0,0-1 0 0 0,1 1 0 0 0,-1-1 0 0 0,3-1 0 0 0,30-13 0 0 0,-18 7 0 0 0,84-43 0 0 0,-99 50-3 0 0,-1 0 0 0 0,0 0-1 0 0,1 0 1 0 0,-1 0 0 0 0,0 0-1 0 0,0 0 1 0 0,0 0 0 0 0,0 0-1 0 0,0-1 1 0 0,0 1 0 0 0,0 0-1 0 0,0-1 1 0 0,-1 1 0 0 0,1 0-1 0 0,0-1 1 0 0,-1 1 0 0 0,1-2-1 0 0,-1-2-8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08.83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55 0 0,'10'221'61'0'0,"-7"-185"-58"0"0,-3-33-3 0 0,0-1 0 0 0,0 1 0 0 0,0-1 0 0 0,0 1 0 0 0,1-1 0 0 0,-1 0 0 0 0,1 1 0 0 0,0-1 0 0 0,0 0 0 0 0,0 1 0 0 0,0-1 0 0 0,0 0 0 0 0,0 0 0 0 0,1 0 0 0 0,1 3 0 0 0,0-3 0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09.06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52 55 0 0,'7'-5'0'0'0,"1"-1"0"0"0,-1 1 0 0 0,1 1 0 0 0,1-1 0 0 0,-1 1 0 0 0,0 1 0 0 0,1-1 0 0 0,15-2 0 0 0,-16 3 0 0 0,23-3 0 0 0,-30 6 0 0 0,1 0 0 0 0,0 0 0 0 0,-1 0 0 0 0,1 0 0 0 0,0 0 0 0 0,-1 0 0 0 0,1 0 0 0 0,0 1 0 0 0,-1-1 0 0 0,1 1 0 0 0,-1-1 0 0 0,1 1 0 0 0,-1-1 0 0 0,1 1 0 0 0,-1 0 0 0 0,3 2 0 0 0,-2-2 0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09.52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36 24 0 0,'2'0'0'0'0,"0"-1"0"0"0,0 1 0 0 0,1-1 0 0 0,-1 0 0 0 0,0 0 0 0 0,0 0 0 0 0,3-2 0 0 0,8-4 0 0 0,7 1 10 0 0,33-6 33 0 0,-45 11-42 0 0,0 0 1 0 0,0 1-1 0 0,0-1 1 0 0,0 2-1 0 0,0-1 1 0 0,9 3-1 0 0,-9-2-1 0 0,-1 2 0 0 0,0-1 0 0 0,-1 1 0 0 0,1 0 0 0 0,7 5 0 0 0,-13-8 0 0 0,-1 0 0 0 0,1 0 0 0 0,-1 1 0 0 0,1-1 0 0 0,-1 0 0 0 0,0 0 0 0 0,1 1 0 0 0,-1-1 0 0 0,0 0 0 0 0,1 1 0 0 0,-1-1 0 0 0,0 0 0 0 0,1 1 0 0 0,-1-1 0 0 0,0 0 0 0 0,1 1 0 0 0,-1-1 0 0 0,0 1 0 0 0,0-1 0 0 0,0 1 0 0 0,0-1 0 0 0,1 1 0 0 0,-1-1 0 0 0,0 1 0 0 0,0-1 0 0 0,0 0 0 0 0,0 1 0 0 0,0-1 0 0 0,0 1 0 0 0,0-1 0 0 0,0 1 0 0 0,0-1 0 0 0,0 1 0 0 0,0-1 0 0 0,-1 1 0 0 0,1-1 0 0 0,0 1 0 0 0,0-1 0 0 0,0 1 0 0 0,-1-1 0 0 0,1 0 0 0 0,-1 1 0 0 0,-12 11 0 0 0,11-11 0 0 0,-19 13 0 0 0,0-2 0 0 0,-1 0 0 0 0,0-2 0 0 0,-25 9 0 0 0,-7 3 0 0 0,54-22 0 0 0,-1 1 0 0 0,0-1 0 0 0,1 0 0 0 0,-1 0 0 0 0,1 0 0 0 0,-1 1 0 0 0,1-1 0 0 0,-1 0 0 0 0,1 1 0 0 0,-1-1 0 0 0,1 0 0 0 0,-1 1 0 0 0,1-1 0 0 0,-1 1 0 0 0,1-1 0 0 0,-1 1 0 0 0,1 0 0 0 0,6 2 0 0 0,23-2 0 0 0,-25-1 0 0 0,16 1 0 0 0,38 3 0 0 0,9-3 0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09.95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15 76 24 0 0,'-1'4'0'0'0,"1"0"0"0"0,-1 0 0 0 0,0 1 0 0 0,-3 6 0 0 0,-2 9 0 0 0,5-14 4 0 0,1 0 0 0 0,-1 0-1 0 0,1 0 1 0 0,0 0 0 0 0,1-1 0 0 0,-1 1 0 0 0,3 10 0 0 0,-2-15-3 0 0,-1 1 0 0 0,0-1 0 0 0,1 0 0 0 0,-1 1 0 0 0,1-1-1 0 0,0 0 1 0 0,-1 0 0 0 0,1 1 0 0 0,0-1 0 0 0,0 0 0 0 0,-1 0-1 0 0,1 0 1 0 0,0 0 0 0 0,0 0 0 0 0,0 0 0 0 0,0 0-1 0 0,1-1 1 0 0,-1 1 0 0 0,0 0 0 0 0,0 0 0 0 0,0-1 0 0 0,1 1-1 0 0,-1-1 1 0 0,0 1 0 0 0,1-1 0 0 0,-1 0 0 0 0,0 1-1 0 0,1-1 1 0 0,-1 0 0 0 0,0 0 0 0 0,1 0 0 0 0,-1 0 0 0 0,0 0-1 0 0,1 0 1 0 0,-1-1 0 0 0,0 1 0 0 0,1 0 0 0 0,2-1-1 0 0,1-2 3 0 0,1 1 0 0 0,-1-1-1 0 0,0 1 1 0 0,1-2 0 0 0,-1 1-1 0 0,0-1 1 0 0,-1 1 0 0 0,1-1-1 0 0,-1 0 1 0 0,1-1 0 0 0,3-5-1 0 0,1-1 6 0 0,-1-1 0 0 0,0 0 0 0 0,10-21 0 0 0,-17 30-8 0 0,1 0 0 0 0,-1 0 0 0 0,0 0 0 0 0,0-1 0 0 0,-1 1 0 0 0,1 0 0 0 0,-1 0 0 0 0,1-1 0 0 0,-1 1 0 0 0,0 0 0 0 0,0-1 0 0 0,0 1 0 0 0,-1-1 0 0 0,1 1 0 0 0,-1 0 0 0 0,0 0 0 0 0,-2-7 0 0 0,2 9 0 0 0,0-1 0 0 0,0 0 0 0 0,0 1 0 0 0,-1-1 0 0 0,1 1 0 0 0,0-1 0 0 0,-1 1 0 0 0,1 0 0 0 0,-1-1 0 0 0,1 1 0 0 0,-1 0 0 0 0,1 0 0 0 0,-1 0 0 0 0,0 0 0 0 0,0 0 0 0 0,0 1 0 0 0,1-1 0 0 0,-1 0 0 0 0,0 1 0 0 0,0-1 0 0 0,0 1 0 0 0,0 0 0 0 0,0 0 0 0 0,0 0 0 0 0,0 0 0 0 0,0 0 0 0 0,0 0 0 0 0,0 0 0 0 0,0 1 0 0 0,0-1 0 0 0,-2 1 0 0 0,-4 2 0 0 0,1 0 0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10.17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79 24 0 0,'6'-1'0'0'0,"1"0"0"0"0,-1 0 0 0 0,0-1 0 0 0,9-3 0 0 0,-3 1 0 0 0,28-9 31 0 0,72-34 1 0 0,-108 44-32 0 0,-4 2 0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10.40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 1 24 0 0,'-4'12'0'0'0,"2"0"0"0"0,-1 1 0 0 0,2-1 0 0 0,0 1 0 0 0,0 0 0 0 0,1-1 0 0 0,1 1 0 0 0,3 22 0 0 0,-4-33 2 0 0,1-1 0 0 0,-1 1 0 0 0,1-1 0 0 0,-1 1 0 0 0,1-1 0 0 0,0 1 0 0 0,0-1 1 0 0,-1 1-1 0 0,1-1 0 0 0,0 1 0 0 0,0-1 0 0 0,0 0 0 0 0,1 0 0 0 0,-1 0 0 0 0,0 1 1 0 0,0-1-1 0 0,1 0 0 0 0,-1 0 0 0 0,1-1 0 0 0,-1 1 0 0 0,1 0 0 0 0,1 0 0 0 0,0 0 2 0 0,0-1-1 0 0,-1 1 0 0 0,1-1 0 0 0,0 0 0 0 0,0 0 0 0 0,0 0 0 0 0,0 0 1 0 0,0 0-1 0 0,0-1 0 0 0,0 1 0 0 0,4-3 0 0 0,6-1 5 0 0,0-2 1 0 0,-1 0-1 0 0,0 0 0 0 0,13-10 0 0 0,23-15-8 0 0,-36 24 0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11.33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18 92 7 0 0,'-1'0'2'0'0,"0"0"0"0"0,0 0 0 0 0,1 0-1 0 0,-1 0 1 0 0,0 0 0 0 0,0 0 0 0 0,0 0-1 0 0,1-1 1 0 0,-1 1 0 0 0,0 0 0 0 0,0 0-1 0 0,0-1 1 0 0,1 1 0 0 0,-1-1-1 0 0,0 1 1 0 0,1 0 0 0 0,-1-1 0 0 0,0 1-1 0 0,1-1 1 0 0,-2 0 0 0 0,2 0 0 0 0,0 1 1 0 0,0-1-1 0 0,0 1 0 0 0,0 0 1 0 0,0-1-1 0 0,0 1 1 0 0,0-1-1 0 0,0 1 1 0 0,0 0-1 0 0,0-1 0 0 0,0 1 1 0 0,0 0-1 0 0,0-1 1 0 0,0 1-1 0 0,0-1 0 0 0,1 1 1 0 0,-1 0-1 0 0,0-1 1 0 0,0 1-1 0 0,0 0 0 0 0,1-1 1 0 0,-1 1-1 0 0,0 0 1 0 0,0 0-1 0 0,1-1 1 0 0,-1 1-1 0 0,0 0 0 0 0,1 0 1 0 0,-1-1-1 0 0,0 1 1 0 0,1 0-1 0 0,-1 0 0 0 0,0 0 1 0 0,1-1-1 0 0,-1 1 1 0 0,0 0-1 0 0,1 0 0 0 0,7-5-2 0 0,25-11 0 0 0,6-1 11 0 0,-22 10 32 0 0,23-8-33 0 0,5 3-10 0 0,-44 12 1 0 0,0 0-1 0 0,0-1 0 0 0,0 1 0 0 0,0 0 0 0 0,0 0 1 0 0,0 0-1 0 0,0 0 0 0 0,0 0 0 0 0,0 0 0 0 0,0 0 1 0 0,0 0-1 0 0,0 1 0 0 0,0-1 0 0 0,1 0 0 0 0,-2 1 0 0 0,1-1 0 0 0,-1 0 0 0 0,0 0 0 0 0,0 0-1 0 0,1 1 1 0 0,-1-1 0 0 0,0 0 0 0 0,0 0 0 0 0,0 1-1 0 0,0-1 1 0 0,1 0 0 0 0,-1 0 0 0 0,0 1 0 0 0,0-1-1 0 0,0 0 1 0 0,0 1 0 0 0,0-1 0 0 0,0 0 0 0 0,0 1 0 0 0,0-1-1 0 0,0 0 1 0 0,0 0 0 0 0,0 1 0 0 0,0-1 0 0 0,0 0-1 0 0,0 1 1 0 0,0 0 0 0 0,-1 2 4 0 0,0-1 1 0 0,0 1-1 0 0,-1 0 1 0 0,1 0-1 0 0,-4 5 1 0 0,2-5 24 0 0,-10 17-26 0 0,-1-1 0 0 0,0-1 0 0 0,-19 19 1 0 0,-10 11-7 0 0,33-37 3 0 0,5-4 0 0 0,-1 0 0 0 0,1 0 0 0 0,-6 10 0 0 0,43-43-136 0 0,-29 23 136 0 0,1 0 0 0 0,-1 1 0 0 0,1-1 0 0 0,0 1 0 0 0,0-1 0 0 0,4-1 0 0 0,-7 4 0 0 0,1-1 0 0 0,-1 1 0 0 0,0 0 0 0 0,0 0 0 0 0,0-1 0 0 0,0 1 0 0 0,1 0 0 0 0,-1 0 0 0 0,0 0 0 0 0,0 0 0 0 0,0 1 0 0 0,0-1 0 0 0,1 0 0 0 0,-1 0 0 0 0,0 1 0 0 0,0-1 0 0 0,0 1 0 0 0,0-1 0 0 0,0 1 0 0 0,0-1 0 0 0,0 1 0 0 0,0-1 0 0 0,0 1 0 0 0,0 0 0 0 0,0 0 0 0 0,0 0 0 0 0,0-1 0 0 0,1 3 0 0 0,5 7 0 0 0,-1 0 0 0 0,0 1 0 0 0,0-1 0 0 0,-1 1 0 0 0,7 20 0 0 0,-9-20 0 0 0,1 0 0 0 0,1 0 0 0 0,0-1 0 0 0,0 1 0 0 0,1-1 0 0 0,11 13 0 0 0,-17-22 0 0 0,1-1 0 0 0,-1 1 0 0 0,0-1 0 0 0,1 1 0 0 0,-1-1 0 0 0,1 1 0 0 0,-1-1 0 0 0,1 0 0 0 0,-1 1 0 0 0,1-1 0 0 0,0 0 0 0 0,-1 1 0 0 0,1-1 0 0 0,-1 0 0 0 0,1 0 0 0 0,0 1 0 0 0,-1-1 0 0 0,1 0 0 0 0,0 0 0 0 0,-1 0 0 0 0,1 0 0 0 0,0 0 0 0 0,0 0 0 0 0,3-1 0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11.55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73 24 0 0,'1'1'0'0'0,"0"-1"0"0"0,0 1 0 0 0,0-1 0 0 0,0 0 0 0 0,0 1 0 0 0,0-1 0 0 0,1 0 0 0 0,-1 1 0 0 0,0-1 0 0 0,0 0 0 0 0,0 0 0 0 0,0 0 0 0 0,1 0 0 0 0,0 0 0 0 0,1 0 0 0 0,15-4 0 0 0,25-6 10 0 0,-24 4 33 0 0,24-11-33 0 0,18-6-10 0 0,-43 10 0 0 0,-14 9 0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11.78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 1 24 0 0,'-1'11'0'0'0,"-3"23"0"0"0,-2 8 0 0 0,5-14 12 0 0,2 0 1 0 0,0 0 0 0 0,2-1 0 0 0,12 54-1 0 0,-13-74-12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12.01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29 1 24 0 0,'-3'2'0'0'0,"1"0"1"0"0,0 0-1 0 0,-1 0 1 0 0,1 1 0 0 0,0-1-1 0 0,0 1 1 0 0,1 0-1 0 0,-1-1 1 0 0,1 1 0 0 0,-1 0-1 0 0,1 0 1 0 0,0 0 0 0 0,0 0-1 0 0,0 0 1 0 0,0 0-1 0 0,1 0 1 0 0,-1 0 0 0 0,1 1-1 0 0,0-1 1 0 0,0 0 0 0 0,0 0-1 0 0,0 0 1 0 0,1 5-1 0 0,0-3 8 0 0,0 0 0 0 0,1 1 0 0 0,0-1 0 0 0,0 0 0 0 0,0 0 0 0 0,1 0 0 0 0,-1 0-1 0 0,1-1 1 0 0,0 1 0 0 0,1-1 0 0 0,-1 0 0 0 0,8 8 0 0 0,-9-11-7 0 0,-1 0 0 0 0,1 0 0 0 0,-1 0 0 0 0,1 0 0 0 0,-1 0 0 0 0,1-1 0 0 0,-1 1 0 0 0,1-1 0 0 0,2 2 0 0 0,3 0-1 0 0,0-1 0 0 0,0 1 0 0 0,0-1 0 0 0,0 0 0 0 0,0-1 0 0 0,8 0 0 0 0,-7-1 0 0 0,-1-1 0 0 0,1 0 0 0 0,-1 0 0 0 0,0-1 0 0 0,0 0 0 0 0,8-4 0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12.61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51 24 0 0,'1'-3'0'0'0,"1"1"0"0"0,-1 0 0 0 0,1 0 0 0 0,0-1 0 0 0,0 1 0 0 0,0 1 0 0 0,0-1 0 0 0,3-2 0 0 0,2-1 0 0 0,1 1 0 0 0,-1 0 0 0 0,1 0 0 0 0,-1 1 0 0 0,1 0 0 0 0,15-4 0 0 0,-1 8 0 0 0,-6 2 0 0 0,27 8 0 0 0,-28-5 0 0 0,22 11 0 0 0,-35-16 0 0 0,0 0 1 0 0,-1 0 0 0 0,1 0-1 0 0,0 0 1 0 0,0 0 0 0 0,-1 0 0 0 0,1 1-1 0 0,-1-1 1 0 0,1 0 0 0 0,-1 1-1 0 0,0-1 1 0 0,1 1 0 0 0,1 3-1 0 0,-3-4 1 0 0,0-1 0 0 0,0 1 0 0 0,0 0 0 0 0,0-1-1 0 0,0 1 1 0 0,0 0 0 0 0,0-1 0 0 0,0 1 0 0 0,0-1-1 0 0,0 1 1 0 0,0 0 0 0 0,0-1 0 0 0,0 1-1 0 0,-1 0 1 0 0,1-1 0 0 0,0 1 0 0 0,0-1 0 0 0,-1 1-1 0 0,1-1 1 0 0,0 1 0 0 0,-1-1 0 0 0,1 1 0 0 0,-1-1-1 0 0,1 1 1 0 0,0-1 0 0 0,-1 1 0 0 0,0-1-1 0 0,-3 3 4 0 0,1-1 0 0 0,-1 0-1 0 0,0 0 1 0 0,1-1-1 0 0,-1 1 1 0 0,0-1-1 0 0,0 0 1 0 0,-8 2-1 0 0,-5-1-3 0 0,1 1 0 0 0,0 1 0 0 0,1 0 0 0 0,-29 12 0 0 0,39-13 0 0 0,0-1 0 0 0,-1 1 0 0 0,2 0 0 0 0,-1 0 0 0 0,0 0 0 0 0,1 1 0 0 0,-1 0 0 0 0,1 0 0 0 0,0 0 0 0 0,0 0 0 0 0,1 1 0 0 0,0-1 0 0 0,-1 1 0 0 0,1 0 0 0 0,1 0 0 0 0,-1 0 0 0 0,-2 8 0 0 0,4-10 0 0 0,0 1 0 0 0,1-1 0 0 0,0 0 0 0 0,-1 0 0 0 0,1 1 0 0 0,0-1 0 0 0,0 0 0 0 0,1 0 0 0 0,-1 0 0 0 0,1 1 0 0 0,-1-1 0 0 0,1 0 0 0 0,0 0 0 0 0,1 0 0 0 0,-1 0 0 0 0,0 0 0 0 0,1 0 0 0 0,-1-1 0 0 0,1 1 0 0 0,0 0 0 0 0,0-1 0 0 0,0 1 0 0 0,0-1 0 0 0,3 3 0 0 0,-2-3 0 0 0,0 1 0 0 0,0-1 0 0 0,0 0 0 0 0,0 1 0 0 0,1-1 0 0 0,-1-1 0 0 0,1 1 0 0 0,-1-1 0 0 0,1 1 0 0 0,-1-1 0 0 0,1 0 0 0 0,0 0 0 0 0,-1 0 0 0 0,1-1 0 0 0,0 0 0 0 0,0 1 0 0 0,0-1 0 0 0,0 0 0 0 0,-1-1 0 0 0,5 0 0 0 0,4-2 0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12.87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39 24 0 0,'10'1'0'0'0,"-6"0"0"0"0,0-1 0 0 0,-1 0 0 0 0,1 0 0 0 0,0 0 0 0 0,-1-1 0 0 0,1 1 0 0 0,-1-1 0 0 0,6-1 0 0 0,42-9 0 0 0,40-12 0 0 0,-77 21 0 0 0,-11 2 0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13.09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65 24 0 0,'6'0'0'0'0,"1"0"0"0"0,-1-1 0 0 0,1 1 0 0 0,-1-1 0 0 0,1-1 0 0 0,-1 1 0 0 0,0-1 0 0 0,1 0 0 0 0,-1-1 0 0 0,0 1 0 0 0,0-1 0 0 0,-1 0 0 0 0,1-1 0 0 0,-1 1 0 0 0,1-1 0 0 0,4-5 0 0 0,8-9 0 0 0,-13 11 0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13.31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28 0 24 0 0,'-1'15'0'0'0,"0"0"0"0"0,-4 14 0 0 0,-1 3 0 0 0,-7 147 0 0 0,11-155 0 0 0,2-20 0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13.62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30 24 0 0,'-1'3'-1'0'0,"1"0"1"0"0,8-4 1 0 0,124-32-1 0 0,-132 33 3 0 0,1 0 0 0 0,-1 0 0 0 0,1-1 0 0 0,-1 1 1 0 0,0 0-1 0 0,1 0 0 0 0,-1 0 0 0 0,1 0 1 0 0,-1 0-1 0 0,1 0 0 0 0,-1 0 0 0 0,0 0 0 0 0,1 0 1 0 0,-1 0-1 0 0,1 0 0 0 0,-1 0 0 0 0,1 0 1 0 0,-1 0-1 0 0,0 0 0 0 0,1 1 0 0 0,-1-1 0 0 0,1 0 1 0 0,-1 0-1 0 0,0 0 0 0 0,1 1 0 0 0,-1-1 1 0 0,0 0-1 0 0,1 1 0 0 0,-1-1 0 0 0,1 1 0 0 0,-1 0 1 0 0,1 0-1 0 0,-1 0 1 0 0,0 0-1 0 0,0 0 0 0 0,0 0 1 0 0,0 0-1 0 0,0 0 0 0 0,0 0 1 0 0,0 0-1 0 0,0 0 0 0 0,0 0 1 0 0,0 0-1 0 0,-1 1 0 0 0,-2 7 7 0 0,0 1 0 0 0,-6 11 0 0 0,6-13 5 0 0,-7 13-15 0 0,6-12-3 0 0,0 0 0 0 0,1 1 0 0 0,-5 16 0 0 0,8-22-57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14.08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0 160 24 0 0,'0'2'0'0'0,"1"0"0"0"0,-1 1 0 0 0,1-1 0 0 0,-1 0 0 0 0,1 0 0 0 0,0 0 0 0 0,0 0 0 0 0,0-1 0 0 0,0 1 0 0 0,0 0 0 0 0,0 0 0 0 0,1-1 0 0 0,-1 1 0 0 0,1 0 0 0 0,2 1 0 0 0,-2 0 0 0 0,0-2 0 0 0,1 1 0 0 0,-1 0 0 0 0,0 0 0 0 0,1-1 0 0 0,0 1 0 0 0,-1-1 0 0 0,1 0 0 0 0,0 0 0 0 0,5 2 0 0 0,-4-3 2 0 0,0 0 0 0 0,1-1 0 0 0,-1 1 0 0 0,0-1 0 0 0,1 1 0 0 0,-1-1 0 0 0,0-1 0 0 0,0 1 0 0 0,0-1 0 0 0,0 1 0 0 0,0-1 0 0 0,0 0 0 0 0,0 0 0 0 0,-1-1 0 0 0,1 1 0 0 0,-1-1 0 0 0,1 0 0 0 0,-1 0 0 0 0,0 0 0 0 0,3-5 0 0 0,2 0 8 0 0,-1-1 1 0 0,0-1 0 0 0,-1 1 0 0 0,0-1-1 0 0,-1 0 1 0 0,7-17 0 0 0,-10 22-10 0 0,-1 0 0 0 0,1-1 1 0 0,-1 1-1 0 0,0 0 0 0 0,-1 0 1 0 0,1-1-1 0 0,-1 1 0 0 0,0-7 0 0 0,0 10-1 0 0,0 1 0 0 0,-1-1 0 0 0,1 1 0 0 0,0-1 0 0 0,-1 1 0 0 0,1-1 0 0 0,-1 1 0 0 0,0 0 0 0 0,1-1 0 0 0,-1 1 0 0 0,0 0 0 0 0,0-1 0 0 0,0 1 0 0 0,1 0 0 0 0,-1 0 0 0 0,-1 0 0 0 0,1 0 0 0 0,0-1 0 0 0,0 2 0 0 0,0-1 0 0 0,-1 0 0 0 0,1 0 0 0 0,0 0 0 0 0,-1 1 0 0 0,1-1 0 0 0,0 0 0 0 0,-1 1 0 0 0,1-1 0 0 0,-1 1 0 0 0,1 0 0 0 0,-1 0 0 0 0,1-1 0 0 0,-3 1-1 0 0,-1 0 2 0 0,0 1-1 0 0,-1-1 0 0 0,1 1 0 0 0,0 0 0 0 0,-1 0 0 0 0,1 0 0 0 0,0 1 0 0 0,0 0 0 0 0,0 0 0 0 0,0 0 0 0 0,0 1 0 0 0,-4 3 1 0 0,-2 1-5 0 0,0 1 1 0 0,1 0 0 0 0,-17 18-1 0 0,17-15-56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14.28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40 24 0 0,'20'4'0'0'0,"3"-7"0"0"0,-5-1 10 0 0,-6 1 33 0 0,37-10-33 0 0,1-1-10 0 0,-30 8 0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14.92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61 24 0 0,'3'-1'0'0'0,"1"0"0"0"0,-1-1 0 0 0,0 1 0 0 0,1-1 0 0 0,-1 0 0 0 0,5-3 0 0 0,-1 1 0 0 0,11-5 0 0 0,-1 0 0 0 0,23-6 0 0 0,-33 12 0 0 0,0 1 0 0 0,1 1 0 0 0,-1-1 0 0 0,0 1 0 0 0,1 1 0 0 0,-1-1 0 0 0,1 1 0 0 0,13 2 0 0 0,-20-2 0 0 0,0 0 0 0 0,0 0 0 0 0,0 0 0 0 0,0 0 0 0 0,0 1 0 0 0,0-1 0 0 0,0 0 0 0 0,-1 0 0 0 0,1 1 0 0 0,0-1 0 0 0,0 1 0 0 0,0-1 0 0 0,0 1 0 0 0,-1-1 0 0 0,1 1 0 0 0,0-1 0 0 0,-1 1 0 0 0,1 0 0 0 0,0-1 0 0 0,-1 1 0 0 0,1 0 0 0 0,-1-1 0 0 0,1 1 0 0 0,-1 0 0 0 0,1 0 0 0 0,-1 0 0 0 0,1 0 0 0 0,-1-1 0 0 0,0 1 0 0 0,0 0 0 0 0,1 0 0 0 0,-1 0 0 0 0,0 0 0 0 0,0 0 0 0 0,0 0 0 0 0,0 0 0 0 0,0 0 0 0 0,0 0 0 0 0,0-1 0 0 0,0 1 0 0 0,-1 0 0 0 0,1 2 0 0 0,-1-3 0 0 0,0 1 0 0 0,0 0 0 0 0,0 0 0 0 0,0-1 0 0 0,0 1 0 0 0,0 0 0 0 0,0-1 0 0 0,0 1 0 0 0,-1-1 0 0 0,1 1 0 0 0,0-1 0 0 0,0 0 0 0 0,-2 1 0 0 0,-2 0 0 0 0,-9 7 0 0 0,0 0 0 0 0,0 0 0 0 0,1 1 0 0 0,-13 12 0 0 0,-8 6 0 0 0,26-22 8 0 0,1 1-1 0 0,-1 0 1 0 0,-10 12 0 0 0,15-15-5 0 0,1 0 0 0 0,0 1 0 0 0,-1-1 0 0 0,1 1 0 0 0,0 0 0 0 0,1 0 0 0 0,-1 0 0 0 0,1 0 0 0 0,-1 0 0 0 0,0 8-1 0 0,1-8 1 0 0,1 0 0 0 0,-1 0-1 0 0,1 0 1 0 0,0 0 0 0 0,0 1-1 0 0,1-1 1 0 0,-1 0 0 0 0,1 0-1 0 0,0 0 1 0 0,0 0 0 0 0,2 4-1 0 0,-2-6 0 0 0,-1 0-1 0 0,2-1 0 0 0,-1 1 0 0 0,0 0 1 0 0,0-1-1 0 0,0 1 0 0 0,1-1 0 0 0,-1 0 1 0 0,1 1-1 0 0,-1-1 0 0 0,1 0 0 0 0,-1 0 0 0 0,1 0 1 0 0,0 0-1 0 0,-1 0 0 0 0,1 0 0 0 0,0-1 1 0 0,0 1-1 0 0,0 0 0 0 0,0-1 0 0 0,0 0 1 0 0,0 1-1 0 0,0-1 0 0 0,-1 0 0 0 0,5 0 0 0 0,0 0-1 0 0,0-1 0 0 0,1 0 0 0 0,-1 0 0 0 0,0 0 0 0 0,0-1 0 0 0,-1 0 0 0 0,1 0 0 0 0,0 0 0 0 0,-1-1 0 0 0,1 0 0 0 0,-1 0 0 0 0,6-4 0 0 0,6-6 0 0 0,-1 0 0 0 0,17-20 0 0 0,-20 19 0 0 0,-3 5 0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15.80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71 1 24 0 0,'-2'0'1'0'0,"0"0"0"0"0,0 1 0 0 0,0-1 0 0 0,0 1 0 0 0,1-1 0 0 0,-1 1 0 0 0,0 0 0 0 0,0 0 0 0 0,0 0 0 0 0,1 0 0 0 0,-1 0 0 0 0,0 0 0 0 0,1 0 0 0 0,-1 1 0 0 0,1-1 0 0 0,0 1 0 0 0,-1-1 0 0 0,1 1 0 0 0,0-1 0 0 0,0 1 0 0 0,0 0 0 0 0,0-1 0 0 0,0 1 0 0 0,-1 3 0 0 0,-3 7 11 0 0,1-1-1 0 0,-5 24 1 0 0,6-21-9 0 0,0-1-3 0 0,-4 26 0 0 0,7-35 0 0 0,0 0 0 0 0,-1 0 0 0 0,2 0 0 0 0,-1 0 0 0 0,0 0 0 0 0,1 0 0 0 0,0 0 0 0 0,0 0 0 0 0,0 0 0 0 0,2 6 0 0 0,7 0 0 0 0,-10-10 0 0 0,1 1 0 0 0,1-1 0 0 0,-1 1 0 0 0,0 0 0 0 0,0-1 0 0 0,1 1 0 0 0,-1-1 0 0 0,0 0 0 0 0,1 1 0 0 0,-1-1 0 0 0,1 0 0 0 0,1 0 0 0 0,18 2 0 0 0,20-1 0 0 0,-26-1 0 0 0,-1-2 0 0 0,18-3 0 0 0,-19 3 0 0 0,-4 0 0 0 0,1 0 0 0 0,-1-1 0 0 0,14-6 0 0 0,-22 9 0 0 0,-1 0 0 0 0,1-1 0 0 0,0 1 0 0 0,-1-1 0 0 0,1 1 0 0 0,-1-1 0 0 0,1 1 0 0 0,-1-1 0 0 0,1 1 0 0 0,-1-1 0 0 0,1 0 0 0 0,-1 1 0 0 0,1-2 0 0 0,1-1 0 0 0,1-1 0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16.05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 0 0,'3'2'0'0'0,"-1"0"0"0"0,1 1 0 0 0,0-1 0 0 0,0 0 0 0 0,1-1 0 0 0,-1 1 0 0 0,0 0 0 0 0,1-1 0 0 0,-1 0 0 0 0,1 0 0 0 0,-1 0 0 0 0,1 0 0 0 0,-1 0 0 0 0,1-1 0 0 0,5 1 0 0 0,5-2 0 0 0,0 0 0 0 0,25-5-1 0 0,-19 3 2 0 0,-12 2-1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16.28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 0 24 0 0,'-5'94'-1'0'0,"-1"0"2"0"0,6-46-1 0 0,0-42 0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16.62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 87 24 0 0,'-1'0'-1'0'0,"1"0"1"0"0,0 0 0 0 0,0 0 0 0 0,-1 0 0 0 0,1 0 0 0 0,0-1 0 0 0,0 1 0 0 0,0 0 0 0 0,-1 0 0 0 0,1 0 0 0 0,0 0 0 0 0,0 0 0 0 0,0-1 0 0 0,-1 1 0 0 0,1 0 0 0 0,0 0 0 0 0,0 0 0 0 0,0-1 0 0 0,0 1 0 0 0,0 0 0 0 0,-1 0 0 0 0,1 0 0 0 0,0-1 0 0 0,0 1 0 0 0,0 0 0 0 0,0 0 0 0 0,0-1 0 0 0,0 1 0 0 0,0 0 0 0 0,0 0 0 0 0,0-1 0 0 0,0 1 0 0 0,0 0 0 0 0,0 0 0 0 0,0-1 0 0 0,0 1 0 0 0,0 0 0 0 0,0 0 0 0 0,0-1 0 0 0,10-6 0 0 0,15-4 1 0 0,-25 11-1 0 0,43-9 0 0 0,7-6 0 0 0,-33 10-1 0 0,-4 2 1 0 0,-1-1 1 0 0,0-1-1 0 0,21-10 0 0 0,-27 12 0 0 0,-5 2 0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16.85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43 7 0 0,'4'-1'0'0'0,"-1"1"0"0"0,1-1 1 0 0,0-1-1 0 0,0 1 0 0 0,0 0 0 0 0,5-4 0 0 0,5-1 0 0 0,-2 2 0 0 0,-1 0 0 0 0,1 0 0 0 0,0 0 0 0 0,0 1 0 0 0,0 1 0 0 0,20-3 0 0 0,-29 6 0 0 0,1 1-1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17.20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34 42 24 0 0,'-1'2'0'0'0,"0"1"0"0"0,1-1 0 0 0,-1 1 0 0 0,0 0 0 0 0,0-1 0 0 0,-2 4 0 0 0,-3 8 0 0 0,1 1 0 0 0,0 1-1 0 0,-3 26 1 0 0,7-36 0 0 0,1-1 0 0 0,-1 1 0 0 0,1-1 0 0 0,0 1 0 0 0,1-1 0 0 0,-1 1 1 0 0,1-1-1 0 0,0 1 0 0 0,1-1 0 0 0,-1 0 0 0 0,5 10 0 0 0,-5-13 0 0 0,0 0 0 0 0,0-1 0 0 0,0 1 0 0 0,0 0 0 0 0,1-1 0 0 0,-1 1 0 0 0,0-1 0 0 0,1 1 0 0 0,-1-1 0 0 0,1 0 0 0 0,-1 0 0 0 0,1 1 0 0 0,0-1 0 0 0,0 0 0 0 0,-1 0 0 0 0,1-1 0 0 0,0 1 0 0 0,0 0 0 0 0,0-1 0 0 0,0 1 0 0 0,0-1 0 0 0,0 1 0 0 0,0-1 0 0 0,0 0 0 0 0,0 0 0 0 0,0 0 0 0 0,0 0 0 0 0,0 0 0 0 0,0-1 0 0 0,0 1-1 0 0,0 0 1 0 0,0-1 0 0 0,0 0 0 0 0,3-1 0 0 0,1 0 0 0 0,-1-1 1 0 0,0 0-1 0 0,0 0 0 0 0,0-1 0 0 0,0 1 0 0 0,0-1 0 0 0,0 0 0 0 0,-1 0 0 0 0,0-1 0 0 0,6-7 0 0 0,-5 4 0 0 0,0 0 0 0 0,0-1 0 0 0,0 0 0 0 0,-1 0 0 0 0,0 0 0 0 0,-1 0 0 0 0,0-1 0 0 0,1-9 0 0 0,-3 14 0 0 0,0 0 0 0 0,-1-1 0 0 0,1 1 0 0 0,-1 0 0 0 0,0 0 0 0 0,-1 0 0 0 0,1-1 0 0 0,-1 1 0 0 0,0 0 0 0 0,-1 0 0 0 0,1 0 0 0 0,-1 0 0 0 0,0 0 0 0 0,0 1 0 0 0,0-1 0 0 0,-6-8 0 0 0,7 12 0 0 0,0 0 0 0 0,0 0 0 0 0,0-1 0 0 0,0 1 0 0 0,0 0 0 0 0,0 0 0 0 0,0 1 0 0 0,0-1 0 0 0,0 0 0 0 0,0 0 0 0 0,0 0 0 0 0,-1 1 0 0 0,1-1 0 0 0,0 0 0 0 0,-1 1 0 0 0,1 0 0 0 0,0-1 0 0 0,-1 1 0 0 0,1 0 0 0 0,0-1 0 0 0,-1 1 0 0 0,1 0 0 0 0,-1 0 0 0 0,1 0 0 0 0,0 0-1 0 0,-1 0 1 0 0,1 1 0 0 0,-1-1 0 0 0,-1 1 0 0 0,1 0 0 0 0,0 0 1 0 0,-1 0-1 0 0,1 1 0 0 0,0-1 0 0 0,0 1 0 0 0,0-1 0 0 0,0 1 0 0 0,0 0 0 0 0,0 0 0 0 0,0 0 0 0 0,1 0 0 0 0,-1 0 0 0 0,1 0 0 0 0,0 0 0 0 0,-2 3 0 0 0,-1 5 0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17.86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115 1 7 0 0,'-2'0'0'0'0,"0"1"0"0"0,0 0 0 0 0,0-1 0 0 0,0 1 0 0 0,0 0 0 0 0,1 0 0 0 0,-1 0 0 0 0,0 1 0 0 0,0-1 0 0 0,1 0 0 0 0,-1 1 0 0 0,-1 1 0 0 0,-20 22 1 0 0,15-15 6 0 0,0 1 0 0 0,0 0 0 0 0,1 1 0 0 0,0 0 0 0 0,1 0 0 0 0,1 0 0 0 0,0 1 0 0 0,-6 22 0 0 0,10-31-7 0 0,1 0 0 0 0,-1-1 0 0 0,1 1 0 0 0,0-1 0 0 0,0 1 0 0 0,1 0 0 0 0,-1-1 0 0 0,1 1 0 0 0,0-1 0 0 0,0 1 0 0 0,0-1 0 0 0,0 1 0 0 0,0-1 0 0 0,1 0 0 0 0,0 1 0 0 0,2 3 0 0 0,-3-6 0 0 0,0 0 0 0 0,0 1 0 0 0,1-1 0 0 0,-1 0 0 0 0,0 0 0 0 0,1 0 0 0 0,-1 1 0 0 0,0-2 0 0 0,1 1 0 0 0,0 0 0 0 0,-1 0 0 0 0,1 0 0 0 0,-1-1 0 0 0,1 1 0 0 0,0-1 0 0 0,-1 1 0 0 0,1-1 0 0 0,0 0 0 0 0,0 1 0 0 0,-1-1 0 0 0,1 0 0 0 0,0 0 0 0 0,0 0 0 0 0,0-1 0 0 0,-1 1 0 0 0,1 0 0 0 0,0-1 0 0 0,-1 1 0 0 0,1-1 0 0 0,0 1 0 0 0,-1-1 0 0 0,1 0 0 0 0,0 0 0 0 0,2-1 0 0 0,3-3 0 0 0,0 0 0 0 0,-1 0 0 0 0,0-1 0 0 0,1 0 0 0 0,-2 0 0 0 0,10-12 0 0 0,-6 6 0 0 0,-1-1 0 0 0,-1 1 0 0 0,7-15 0 0 0,-13 24 0 0 0,0 0 0 0 0,0 0 0 0 0,0 1 0 0 0,-1-1 0 0 0,1 0 0 0 0,-1 0 0 0 0,1 0 0 0 0,-1 0 0 0 0,0 0 0 0 0,-1 0 0 0 0,1 0 0 0 0,0 0 0 0 0,-1 0 0 0 0,1 0 0 0 0,-1 0 0 0 0,0 1 0 0 0,0-1 0 0 0,-3-5 0 0 0,3 6 0 0 0,0 0 0 0 0,0 0 0 0 0,0 1 0 0 0,-1-1 0 0 0,1 1 0 0 0,-1-1 0 0 0,1 1 0 0 0,-1-1 0 0 0,0 1 0 0 0,1 0 0 0 0,-1-1 0 0 0,0 1 0 0 0,0 0 0 0 0,0 0 0 0 0,0 1 0 0 0,0-1 0 0 0,0 0 0 0 0,0 1 0 0 0,0-1 0 0 0,0 1 0 0 0,0-1 0 0 0,0 1 0 0 0,0 0 0 0 0,0 0 0 0 0,0 0 0 0 0,-5 1 0 0 0,3 0 0 0 0,-1 0 0 0 0,1 1 0 0 0,-1-1 0 0 0,1 1 0 0 0,-1 0 0 0 0,1 1 0 0 0,0-1 0 0 0,0 1 0 0 0,0 0 0 0 0,0 0 0 0 0,0 0 0 0 0,-5 7 0 0 0,4-6 0 0 0,1 1 0 0 0,1 0 0 0 0,-1 0 0 0 0,1 0 0 0 0,0 1 0 0 0,0-1 0 0 0,0 1 0 0 0,1-1 0 0 0,-3 11 0 0 0,5-15 0 0 0,-1 0 0 0 0,1 0 0 0 0,0 0 0 0 0,0 0 0 0 0,0-1 0 0 0,0 1 0 0 0,0 0 0 0 0,0 0 0 0 0,0 0 0 0 0,0 0 0 0 0,0 0 0 0 0,0 0 0 0 0,0 0 0 0 0,1 0 0 0 0,-1-1 0 0 0,0 1 0 0 0,1 0 0 0 0,-1 0 0 0 0,0 0 0 0 0,1-1 0 0 0,-1 1 0 0 0,1 0 0 0 0,-1 0 0 0 0,1-1 0 0 0,1 2 0 0 0,0-1 0 0 0,-1 0 0 0 0,1 0 0 0 0,0-1 0 0 0,-1 1 0 0 0,1 0 0 0 0,0-1 0 0 0,0 1 0 0 0,-1-1 0 0 0,1 0 0 0 0,0 0 0 0 0,4 1 0 0 0,3-2 0 0 0,0 0 0 0 0,0 0 0 0 0,-1 0 0 0 0,11-4 0 0 0,0 0 0 0 0,4-2 0 0 0,26-3 0 0 0,8-2 0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18.11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59 0 24 0 0,'-1'1'-1'0'0,"0"-1"1"0"0,0 0 0 0 0,0 0 0 0 0,0 1 0 0 0,0-1 0 0 0,0 1 0 0 0,0-1 0 0 0,0 1 0 0 0,1-1 0 0 0,-1 1 0 0 0,0 0 0 0 0,0-1 0 0 0,0 1 0 0 0,1 0 0 0 0,-1-1 0 0 0,0 1 0 0 0,1 0 0 0 0,-1 0 0 0 0,1 0 0 0 0,-1 0 0 0 0,1 0 0 0 0,-1 1 0 0 0,-9 25 33 0 0,9-23-12 0 0,-8 33-9 0 0,1 1 1 0 0,2 0-1 0 0,2 0 1 0 0,1 0-1 0 0,3 51 0 0 0,1-78-12 0 0,0 0 0 0 0,1 1 0 0 0,3 14 0 0 0,-2-15 0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18.70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58 8 24 0 0,'-5'7'2'0'0,"1"0"1"0"0,-1 0-1 0 0,1 0 1 0 0,0 1 0 0 0,1-1-1 0 0,0 1 1 0 0,-4 14 0 0 0,4-11 29 0 0,-2 5-22 0 0,0 1 0 0 0,2 0 0 0 0,0 0 0 0 0,0 20 0 0 0,2-25-7 0 0,1 0 0 0 0,1-1 0 0 0,0 1 0 0 0,0 0 0 0 0,1-1 0 0 0,1 0 0 0 0,3 13 0 0 0,-5-23-3 0 0,-1 1 0 0 0,1-1 0 0 0,-1 1 0 0 0,1-1 0 0 0,0 0 0 0 0,-1 1 0 0 0,1-1 0 0 0,0 0 0 0 0,0 1 0 0 0,0-1 0 0 0,0 0 0 0 0,0 0 0 0 0,0 0 0 0 0,0 0 0 0 0,0 0 0 0 0,0 0 0 0 0,1 0 0 0 0,-1 0 0 0 0,0 0 0 0 0,1-1 0 0 0,-1 1 0 0 0,0 0 0 0 0,1-1 0 0 0,-1 1 0 0 0,1-1 0 0 0,-1 0 0 0 0,1 1 0 0 0,-1-1 0 0 0,4 0 0 0 0,-2-1 0 0 0,0 1 0 0 0,0-1 0 0 0,0 0 0 0 0,0 0 0 0 0,0-1 0 0 0,0 1 0 0 0,0 0 0 0 0,0-1 0 0 0,0 0 0 0 0,0 0 0 0 0,-1 0 0 0 0,1 0 0 0 0,2-3 0 0 0,6-6 0 0 0,0-1 0 0 0,-1 0 0 0 0,-1 0 0 0 0,0-1 0 0 0,0-1 0 0 0,8-18 0 0 0,-13 24 0 0 0,0 0 0 0 0,-1-1 0 0 0,0 1 0 0 0,0-1 0 0 0,-1 0 0 0 0,0 0 0 0 0,-1 0 0 0 0,0 0 0 0 0,0-1 0 0 0,-1 1 0 0 0,0 0 0 0 0,-2-11 0 0 0,1 15 0 0 0,0 1 0 0 0,0-1 0 0 0,-1 1 0 0 0,0-1 0 0 0,0 1 0 0 0,0 0 0 0 0,-1-1 0 0 0,1 1 0 0 0,-1 0 0 0 0,0 1 0 0 0,0-1 0 0 0,0 0 0 0 0,-4-3 0 0 0,5 6 0 0 0,0 0 0 0 0,1-1 0 0 0,-1 1 0 0 0,0 0 0 0 0,1 0 0 0 0,-1 0 0 0 0,0 1 0 0 0,0-1 0 0 0,0 0 0 0 0,0 1 0 0 0,0-1 0 0 0,0 1 0 0 0,0-1 0 0 0,0 1 0 0 0,0 0 0 0 0,0 0 0 0 0,0 0 0 0 0,0 0 0 0 0,0 1 0 0 0,0-1 0 0 0,0 0 0 0 0,0 1 0 0 0,0-1 0 0 0,0 1 0 0 0,0 0 0 0 0,1-1 0 0 0,-1 1 0 0 0,0 0 0 0 0,0 0 0 0 0,1 1 0 0 0,-1-1 0 0 0,0 0 0 0 0,-1 2 0 0 0,-1 0-4 0 0,0 1 0 0 0,1 0 0 0 0,-1 0 0 0 0,1 0 0 0 0,0 0 0 0 0,0 1 0 0 0,0-1 0 0 0,0 1 0 0 0,1 0 0 0 0,0-1 0 0 0,0 1 0 0 0,0 0 0 0 0,1 0 0 0 0,-1 1 0 0 0,1-1 0 0 0,0 0 0 0 0,0 6 0 0 0,1-1 4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18.93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91 1 24 0 0,'-17'95'63'0'0,"-6"-1"-63"0"0,-22 112 0 0 0,44-198 0 0 0,-1 1 0 0 0,1 0 0 0 0,0 0 0 0 0,1-1 0 0 0,0 1 0 0 0,0 0 0 0 0,1 0 0 0 0,2 10 0 0 0,0-12 0 0 0,2-1 0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19.21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3 55 0 0,'-1'-3'5'0'0,"8"3"6"0"0,24 6 18 0 0,3 0-10 0 0,-28-5-19 0 0,-1 0 0 0 0,1-1 0 0 0,0 0 0 0 0,0 0 0 0 0,0-1 0 0 0,-1 1 0 0 0,1-1 0 0 0,0 0 0 0 0,9-4 0 0 0,-11 3 0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19.41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58 24 0 0,'0'1'0'0'0,"0"-1"0"0"0,0 0 0 0 0,0 0 0 0 0,1 1 0 0 0,-1-1 0 0 0,0 0 0 0 0,0 0 0 0 0,0 1 0 0 0,0-1 0 0 0,1 0 0 0 0,-1 0 0 0 0,0 0 0 0 0,0 1 0 0 0,1-1 0 0 0,-1 0 0 0 0,0 0 0 0 0,0 0 0 0 0,1 0 0 0 0,-1 0 0 0 0,0 0 0 0 0,0 1 0 0 0,1-1 0 0 0,-1 0 0 0 0,0 0 0 0 0,1 0 0 0 0,-1 0 0 0 0,0 0 0 0 0,0 0 0 0 0,1 0 0 0 0,0 0-1 0 0,11 0 1 0 0,-10-1 1 0 0,7 1 7 0 0,0-1 1 0 0,1 0-1 0 0,-1-1 1 0 0,0 0-1 0 0,0 0 1 0 0,-1-1-1 0 0,1-1 1 0 0,-1 1-1 0 0,1-1 1 0 0,-1 0-1 0 0,0-1 1 0 0,0 0-1 0 0,-1-1 1 0 0,8-6-1 0 0,-6 5-8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19.83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36 24 0 0,'15'-7'12'0'0,"1"1"0"0"0,-1 1 1 0 0,1 0-1 0 0,1 1 1 0 0,30-4-1 0 0,-34 9 31 0 0,40 3-33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20.04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26 24 0 0,'14'-2'-5'0'0,"28"-6"63"0"0,1 1-48 0 0,-14 3-10 0 0,15 1 0 0 0,-42 2 0 0 0,0 1 0 0 0,0 0 0 0 0,0 0 0 0 0,0 0 0 0 0,0 0 0 0 0,0 0 0 0 0,0 0 0 0 0,0 1 0 0 0,0-1 0 0 0,0 1 0 0 0,3 0 0 0 0,-3 0 0 0 0,2 2 0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20.40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 7 24 0 0,'-2'36'0'0'0,"1"-23"0"0"0,0 25 0 0 0,1-34 0 0 0,1-1 0 0 0,-1 1 0 0 0,1 0 0 0 0,0 0 0 0 0,0 0 0 0 0,0-1 0 0 0,1 1 0 0 0,-1-1 0 0 0,1 1 0 0 0,4 5 0 0 0,-6-8 0 0 0,1 0 0 0 0,0 0 0 0 0,0 0 0 0 0,0 0 0 0 0,0-1 0 0 0,0 1 0 0 0,0 0 0 0 0,1-1 0 0 0,-1 1 0 0 0,0 0 0 0 0,0-1 0 0 0,0 0 0 0 0,1 1 0 0 0,-1-1 0 0 0,0 0-1 0 0,1 1 1 0 0,-1-1 0 0 0,0 0 0 0 0,0 0 0 0 0,1 0 0 0 0,-1 0 0 0 0,0 0 0 0 0,1 0 0 0 0,-1-1 0 0 0,0 1 0 0 0,0 0 0 0 0,1-1 0 0 0,-1 1 0 0 0,0-1 0 0 0,0 1 0 0 0,0-1 0 0 0,1 0 0 0 0,0-1 0 0 0,4-1 0 0 0,0-1 0 0 0,0 0 1 0 0,0-1-1 0 0,8-7 0 0 0,-11 8 0 0 0,0 1 0 0 0,0 0 0 0 0,0-1 0 0 0,-1 0 0 0 0,1 0 0 0 0,-1 0 0 0 0,0 0 0 0 0,0 0 0 0 0,0 0 0 0 0,0 0 0 0 0,-1-1 0 0 0,0 1 0 0 0,1-5 0 0 0,-2 7 0 0 0,0-1 0 0 0,0 1 0 0 0,0 0 0 0 0,0 0 0 0 0,0 0 0 0 0,0 0 0 0 0,-1 0 0 0 0,1 0 0 0 0,-1 0 0 0 0,0 0 0 0 0,1 1 0 0 0,-1-1 0 0 0,0 0 0 0 0,0 0 0 0 0,0 0 0 0 0,0 1 0 0 0,-1-1 0 0 0,1 1 0 0 0,0-1 0 0 0,-1 1 0 0 0,1-1 0 0 0,-1 1 0 0 0,1 0 0 0 0,-1-1 0 0 0,0 1 0 0 0,0 0 0 0 0,1 0 0 0 0,-1 0 0 0 0,0 1 0 0 0,0-1 0 0 0,-2 0 0 0 0,2 0 0 0 0,0 0 0 0 0,1 1 0 0 0,-1-1 0 0 0,0 1 0 0 0,0-1 0 0 0,0 1 0 0 0,0 0 0 0 0,0-1 0 0 0,0 1 0 0 0,1 0 0 0 0,-1 1 0 0 0,0-1 0 0 0,0 0 0 0 0,-4 1 0 0 0,5 0 0 0 0,0 0 0 0 0,1-1 0 0 0,-1 1 0 0 0,0 0 0 0 0,0 0 0 0 0,0-1 0 0 0,0 1 0 0 0,1 0 0 0 0,-1 0 0 0 0,0 0 0 0 0,1 0 0 0 0,-1 0 0 0 0,1 0 0 0 0,-1 0 0 0 0,1 0 0 0 0,0 0 0 0 0,-1 0 0 0 0,1 1 0 0 0,0-1 0 0 0,0 0 0 0 0,0 0 0 0 0,-1 0 0 0 0,1 0 0 0 0,0 0 0 0 0,1 2 0 0 0,0 15 0 0 0,2-12 0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20.59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41 13 55 0 0,'-1'-10'0'0'0,"0"7"0"0"0,0 9 0 0 0,-17 90 0 0 0,0-10 0 0 0,17-72 0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20.82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70 24 0 0,'4'-1'0'0'0,"-1"0"0"0"0,1 0 0 0 0,-1-1 0 0 0,0 0 0 0 0,0 0 0 0 0,5-3 0 0 0,-3 1 0 0 0,4-1 0 0 0,2-2 0 0 0,0 0 0 0 0,0 1 0 0 0,1 0 0 0 0,-1 1 0 0 0,1 0 0 0 0,16-4 0 0 0,-28 9 0 0 0,1 0 0 0 0,-1 0 0 0 0,0 0 0 0 0,0-1 0 0 0,0 1 0 0 0,0 0 0 0 0,0 0 0 0 0,1 0 0 0 0,-1 0 0 0 0,0 0 0 0 0,0 0 0 0 0,0 0 0 0 0,1 0 0 0 0,-1 0 0 0 0,0 0 0 0 0,0 0 0 0 0,0 0 0 0 0,0 0 0 0 0,1 0 0 0 0,-1 0 0 0 0,0 0 0 0 0,0 0 0 0 0,0 0 0 0 0,1 0 0 0 0,-1 0 0 0 0,0 0 0 0 0,0 0 0 0 0,0 0 0 0 0,0 0 0 0 0,1 0 0 0 0,-1 0 0 0 0,0 0 0 0 0,0 0 0 0 0,0 1 0 0 0,0-1 0 0 0,1 0 0 0 0,-1 0 0 0 0,0 0 0 0 0,0 0 0 0 0,0 0 0 0 0,0 1 0 0 0,0-1 0 0 0,0 0 0 0 0,0 0 0 0 0,0 0 0 0 0,1 0 0 0 0,-1 1 0 0 0,0-1 0 0 0,0 0 0 0 0,0 0 0 0 0,0 1 0 0 0,0 1 0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21.12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45 1 24 0 0,'-1'-1'-1'0'0,"1"1"1"0"0,-1 0 0 0 0,1 0 0 0 0,0 0 0 0 0,-1 0 0 0 0,1 0 0 0 0,-1 1 0 0 0,1-1 0 0 0,-1 0 0 0 0,1 0 0 0 0,0 0 0 0 0,-1 0 0 0 0,1 0 0 0 0,-1 1 0 0 0,1-1 0 0 0,0 0 0 0 0,-1 0 0 0 0,1 0 0 0 0,0 1 0 0 0,-1-1 0 0 0,1 0 0 0 0,0 1 0 0 0,-1-1 0 0 0,1 0 0 0 0,0 1 0 0 0,0-1 0 0 0,-1 0 0 0 0,1 1 0 0 0,0-1 0 0 0,0 0 0 0 0,0 1 0 0 0,0-1 0 0 0,-1 1 0 0 0,1-1 0 0 0,0 1 0 0 0,0-1 0 0 0,0 0 0 0 0,0 1 0 0 0,0 0 0 0 0,-5 23 3 0 0,4-17 5 0 0,-25 150 45 0 0,26-155-53 0 0,0-1 0 0 0,0 1 0 0 0,0-1 0 0 0,0 1 0 0 0,0-1 0 0 0,0 1 0 0 0,1-1 0 0 0,-1 0 0 0 0,1 1 0 0 0,-1-1 0 0 0,1 1 0 0 0,0 1 0 0 0,0-2 0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21.42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53 24 0 0,'3'-1'-1'0'0,"1"0"1"0"0,-1 0 0 0 0,1 0 0 0 0,0-1 0 0 0,-1 1 0 0 0,0-1 0 0 0,7-4 0 0 0,3-2 1 0 0,1 2-1 0 0,-4 1 0 0 0,0 1 0 0 0,1-1 0 0 0,13-2-1 0 0,-21 6 1 0 0,-1 1 1 0 0,1-1-1 0 0,-1 1 0 0 0,1 0 0 0 0,-1-1 0 0 0,1 1 0 0 0,-1 1 0 0 0,1-1 0 0 0,-1 0 0 0 0,1 0 0 0 0,-1 1 0 0 0,1 0 0 0 0,-1-1 0 0 0,0 1 0 0 0,1 0 0 0 0,-1 0 0 0 0,0 0 0 0 0,0 1 0 0 0,1-1 0 0 0,1 2 0 0 0,-2-1 0 0 0,0 0 0 0 0,0 0 0 0 0,-1 0 0 0 0,1 0 0 0 0,-1 0 0 0 0,1 1 0 0 0,-1-1 0 0 0,0 1 0 0 0,0-1 0 0 0,0 1 0 0 0,0-1 0 0 0,0 1 0 0 0,0-1 0 0 0,-1 1-1 0 0,1 0 1 0 0,-1-1 0 0 0,0 1 0 0 0,0 0 0 0 0,0-1 0 0 0,0 1 0 0 0,0 0 0 0 0,-1 0 0 0 0,1-1 0 0 0,-1 1 0 0 0,0-1 0 0 0,0 4 0 0 0,-3 3 0 0 0,0 1 0 0 0,-1-1 1 0 0,0 1-1 0 0,0-1 0 0 0,-8 10 0 0 0,10-14 0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3:21.60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1 107 24 0 0,'26'-4'0'0'0,"-23"3"0"0"0,18-6 0 0 0,27-12 0 0 0,-32 13-1 0 0,0-1 1 0 0,-1 0 1 0 0,15-11-1 0 0,29-14 0 0 0,-51 26 0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4:23.09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1 194 24 0 0,'21'-3'0'0'0,"-16"3"0"0"0,0-1 0 0 0,-1 1 0 0 0,1-1 0 0 0,5 2 0 0 0,12 3 0 0 0,35 16 0 0 0,14 7 0 0 0,-49-20 0 0 0,27 4 0 0 0,18-2 0 0 0,-6-7 0 0 0,8-3 0 0 0,501-62 63 0 0,138-24-63 0 0,-485 70 0 0 0,142-13 0 0 0,10-18 0 0 0,-332 42 0 0 0,23-1 0 0 0,2 1 0 0 0,-5 2 0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4:23.44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156 11 7 0 0,'3'-1'0'0'0,"1"-1"0"0"0,0 1 0 0 0,0 0 0 0 0,0 0 0 0 0,0 1 0 0 0,5-1 0 0 0,0 0 1 0 0,14-1-1 0 0,23 1 0 0 0,-36 2 0 0 0,-1 0 0 0 0,1 0 0 0 0,17 6 0 0 0,-16-3 2 0 0,0 0 0 0 0,0 0 0 0 0,-1 1 0 0 0,14 9 0 0 0,-16-8 4 0 0,0 0 0 0 0,0 0 0 0 0,-1 0 1 0 0,0 1-1 0 0,0 1 0 0 0,5 7 0 0 0,-5-6-2 0 0,-1 0 0 0 0,-1 1 1 0 0,0 0-1 0 0,7 19 0 0 0,-9-19 1 0 0,0 1 1 0 0,-1 0-1 0 0,0 1 0 0 0,-1-1 0 0 0,0 0 0 0 0,-1 0 1 0 0,0 0-1 0 0,-1 1 0 0 0,0-1 0 0 0,-4 13 0 0 0,-1 4-6 0 0,-2 0 0 0 0,-20 44-1 0 0,14-43 3 0 0,-1 0-1 0 0,-1-1 0 0 0,-1-1 1 0 0,-2-1-1 0 0,-1 0 0 0 0,0-2 0 0 0,-2 0 1 0 0,-1-1-1 0 0,-1-2 0 0 0,-1 0 0 0 0,0-1 1 0 0,-2-2-1 0 0,0-1 0 0 0,-59 28 0 0 0,53-32-12 0 0,3 0 12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4:24.43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 1 24 0 0,'-1'5'0'0'0,"1"1"0"0"0,0 0 0 0 0,-1-1 0 0 0,2 1 0 0 0,-1 0 0 0 0,1-1 0 0 0,0 1 0 0 0,0 0 0 0 0,3 9 0 0 0,0 0 0 0 0,24 88-1 0 0,3 11 2 0 0,-16-29 3 0 0,4 102 1 0 0,-9 89 83 0 0,-8-175-42 0 0,6 391 7 0 0,-5-309-42 0 0,-15 467 53 0 0,-36 127 58 0 0,38-650-116 0 0,-14 172 11 0 0,-18 317 30 0 0,41-112-40 0 0,8-383-35 0 0,6-1 0 0 0,33 139 0 0 0,-28-196-51 0 0,-6-33 21 0 0,9 9-8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4:25.49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1 444 7 0 0,'10'-5'0'0'0,"0"0"0"0"0,1 1 0 0 0,0 0 1 0 0,0 1-1 0 0,0 0 0 0 0,19-2 0 0 0,-26 4 0 0 0,38-5 0 0 0,-5 2 0 0 0,9 1 0 0 0,9-3 0 0 0,406-74 0 0 0,-208 36 0 0 0,-55 11 0 0 0,313-42 0 0 0,-456 69 0 0 0,306-30 0 0 0,-171 22-1 0 0,429-22 2 0 0,222 6-1 0 0,-789 28 0 0 0,389-19 0 0 0,266 3 0 0 0,-650 20 0 0 0,20 2 0 0 0,-7 2 0 0 0,-11 4 0 0 0,-42-6 0 0 0,27 10 0 0 0,8 11 0 0 0,-49-24 0 0 0,-1 0 0 0 0,0 1 0 0 0,1 0 0 0 0,-1-1 0 0 0,0 1 0 0 0,0 0 0 0 0,0 0 0 0 0,0 0 0 0 0,-1 0 0 0 0,1 1 0 0 0,-1-1 0 0 0,1 0 0 0 0,-1 1 0 0 0,0-1 0 0 0,0 1 0 0 0,1 2 0 0 0,0 1 0 0 0,-1 0 0 0 0,0-1 0 0 0,-1 1 0 0 0,1 0 0 0 0,-2 7 0 0 0,1-7 0 0 0,-1 21 6 0 0,-1 0 0 0 0,-7 36 0 0 0,-19 54 26 0 0,5-20-19 0 0,-80 551 30 0 0,45-239-22 0 0,47-346-30 0 0,-42 249 41 0 0,-18-2 9 0 0,-45 61 11 0 0,27-93 14 0 0,-58 358-56 0 0,129-540-44 0 0,-5-2-1 0 0,-4-1 0 0 0,-40 92 1 0 0,49-142 20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4:26.17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1 599 24 0 0,'36'7'0'0'0,"24"0"0"0"0,7-2 0 0 0,-3-8 0 0 0,7-4 0 0 0,228-38 0 0 0,238-2 0 0 0,-351 32 0 0 0,577-66 0 0 0,-574 59 0 0 0,39-6 0 0 0,192-28 0 0 0,121-21 0 0 0,-449 63 0 0 0,389-69-1 0 0,-340 58 2 0 0,320-56-1 0 0,-375 65 0 0 0,-5-2 0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4:26.77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69 1 24 0 0,'1'18'0'0'0,"1"0"0"0"0,1 1 0 0 0,8 26 0 0 0,2 17 0 0 0,8 108 0 0 0,-9 2 0 0 0,-15 300 0 0 0,2-449 0 0 0,-4 73 0 0 0,-20 109 0 0 0,23-194 0 0 0,0-1 0 0 0,-1 0 0 0 0,0 0 0 0 0,0 0 0 0 0,-1 0 0 0 0,0 0 0 0 0,-1-1 0 0 0,-9 14 0 0 0,13-22 0 0 0,1 0 0 0 0,-1 0 0 0 0,0 0 0 0 0,0-1 0 0 0,0 1 0 0 0,0 0 0 0 0,0 0 0 0 0,0-1 0 0 0,0 1 0 0 0,0-1 0 0 0,0 1 0 0 0,-1 0 0 0 0,1-1 0 0 0,0 0 0 0 0,1 0 0 0 0,-1 0 0 0 0,1 0 0 0 0,-1 0 0 0 0,1 0 0 0 0,-1 0 0 0 0,1 0 0 0 0,-1 0 0 0 0,1 0 0 0 0,-1 0 0 0 0,0 0 0 0 0,1-1 0 0 0,-1 1 0 0 0,1 0 0 0 0,-1 0 0 0 0,1-1 0 0 0,0 1 0 0 0,-1-1 0 0 0,-2-1 0 0 0,1 0 0 0 0,0-1 0 0 0,0 1-1 0 0,1-1 1 0 0,-1 0 0 0 0,1 1 0 0 0,-2-5 0 0 0,-2-2 1 0 0,-7-7-1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4:27.62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 0 7 0 0,'-6'117'1'0'0,"6"-61"1"0"0,18 416 59 0 0,-10-394-61 0 0,-2-12 0 0 0,25 109 0 0 0,-25-163 0 0 0,-6-12 0 0 0,0 0 0 0 0,0 0 0 0 0,0 0 0 0 0,0 0 0 0 0,1 1 0 0 0,-1-1 0 0 0,0 0 0 0 0,0 0 0 0 0,0 0 0 0 0,0 0 0 0 0,1 0 0 0 0,-1 0 0 0 0,0 0 0 0 0,0 0 0 0 0,0 0 0 0 0,1 0 0 0 0,-1 1 0 0 0,0-1 0 0 0,0 0 0 0 0,0 0 0 0 0,0 0 0 0 0,1 0 0 0 0,-1 0 0 0 0,0 0 0 0 0,0-1 0 0 0,0 1 0 0 0,1 0 0 0 0,-1 0 0 0 0,0 0 0 0 0,0 0 0 0 0,1 0 0 0 0,0-1 0 0 0,0 0 0 0 0,-1 0 0 0 0,1 0 0 0 0,0 0 0 0 0,0 0 0 0 0,-1 0 0 0 0,1-1 0 0 0,0 1 0 0 0,-1 0 0 0 0,1 0 0 0 0,-1-1 0 0 0,0 1 0 0 0,1-3 0 0 0,3-20 0 0 0,-1-1 0 0 0,-1 0 0 0 0,-3-49 0 0 0,-2 39 0 0 0,-2-3 0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4:27.93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0 170 24 0 0,'1'-3'-1'0'0,"-1"0"1"0"0,1 0 0 0 0,0-1 0 0 0,0 1 0 0 0,0 0 0 0 0,0 0 0 0 0,0 0 0 0 0,1 1 0 0 0,-1-1 0 0 0,5-5 0 0 0,21-26 1 0 0,-24 31-1 0 0,3-4 3 0 0,0-1 1 0 0,0 2 0 0 0,1-1 0 0 0,0 1 0 0 0,1 0-1 0 0,-1 1 1 0 0,1-1 0 0 0,0 2 0 0 0,0-1 0 0 0,1 1-1 0 0,-1 0 1 0 0,1 1 0 0 0,9-3 0 0 0,35-6 6 0 0,2 7 1 0 0,-53 5-6 0 0,1 0 0 0 0,-1 0-1 0 0,1 0 1 0 0,0 0 0 0 0,-1 0 0 0 0,1 1-1 0 0,-1-1 1 0 0,5 2 0 0 0,57 15 16 0 0,-62-17-17 0 0,1 1 1 0 0,0 0-1 0 0,-1-1 0 0 0,1 1 0 0 0,-1 0 1 0 0,1 1-1 0 0,-1-1 0 0 0,0 0 1 0 0,4 3-1 0 0,-6-4-4 0 0,55 41 10 0 0,-49-36-7 0 0,-1 1-1 0 0,1 0 0 0 0,-1 0 1 0 0,-1 0-1 0 0,1 1 0 0 0,-1 0 1 0 0,0 0-1 0 0,-1 0 0 0 0,1 0 1 0 0,-2 0-1 0 0,1 1 0 0 0,-1-1 1 0 0,0 1-1 0 0,0 0 0 0 0,-1 0 1 0 0,0 0-1 0 0,-1 0 0 0 0,1-1 1 0 0,-2 1-1 0 0,1 0 0 0 0,-1 0 1 0 0,-3 14-1 0 0,1-8-1 0 0,-1 0-1 0 0,-1-1 1 0 0,0 1 0 0 0,0-1 0 0 0,-2 0 0 0 0,1-1 0 0 0,-2 1-1 0 0,1-1 1 0 0,-2-1 0 0 0,0 0 0 0 0,0 0 0 0 0,-1 0 0 0 0,-12 9-1 0 0,10-10 0 0 0,-1 0 0 0 0,0-2 0 0 0,-1 1 0 0 0,0-2 0 0 0,0 0 0 0 0,-1 0 0 0 0,0-1 0 0 0,0-1 0 0 0,0-1 0 0 0,-1 0 0 0 0,-23 3-1 0 0,33-7 1 0 0,1 1 0 0 0,0-1 0 0 0,0 0 0 0 0,-1 0 0 0 0,1-1 0 0 0,-7-1 0 0 0,10 2 0 0 0,-1-1 0 0 0,1 0 0 0 0,-1 0 0 0 0,1 0 0 0 0,-1-1 0 0 0,1 1 0 0 0,-1 0 0 0 0,1-1 0 0 0,0 0 0 0 0,0 1 0 0 0,0-1 0 0 0,0 0 0 0 0,-3-4 0 0 0,-4-7 0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4:28.58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7 0 0,'14'267'57'0'0,"-8"-197"-50"0"0,-6-65-7 0 0,2 15 0 0 0,0 1 0 0 0,1 0 0 0 0,8 29 0 0 0,-9-56 0 0 0,-1 1 0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4:28.78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7 0 0,'0'0'0'0'0,"2"0"0"0"0,-1 0 0 0 0,0 2 0 0 0,2-1 0 0 0,1 2 0 0 0,2 2 0 0 0,-1 1 0 0 0,2 1 0 0 0,0 4 0 0 0,1 0 0 0 0,2 1 0 0 0,-2 3 0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4:29.12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6 138 24 0 0,'-4'131'0'0'0,"3"-113"0"0"0,1-9 0 0 0,-1 0 0 0 0,1 0 0 0 0,1 0 0 0 0,0 0 0 0 0,0 0 0 0 0,1 0 0 0 0,4 14 0 0 0,-6-22 0 0 0,1 0 0 0 0,-1-1 0 0 0,0 1 0 0 0,0-1 0 0 0,1 1 0 0 0,-1-1 0 0 0,0 1 0 0 0,1-1 0 0 0,-1 1 0 0 0,0-1 0 0 0,1 1 0 0 0,-1-1 0 0 0,1 1 0 0 0,-1-1 0 0 0,1 0 0 0 0,-1 1 0 0 0,1-1 0 0 0,-1 0 0 0 0,1 1 0 0 0,0-1 0 0 0,-1 0 0 0 0,1 0 0 0 0,-1 1 0 0 0,1-1 0 0 0,1 0 0 0 0,-1 0 0 0 0,0 0 0 0 0,-1-1 0 0 0,1 1 0 0 0,0 0 0 0 0,0 0 0 0 0,0-1 0 0 0,0 1 0 0 0,0-1 0 0 0,0 1-1 0 0,-1-1 1 0 0,1 1 0 0 0,0-1 0 0 0,0 0 0 0 0,0-1 0 0 0,3-2 0 0 0,0-1 1 0 0,-1 1-1 0 0,1-1 0 0 0,2-7 0 0 0,49-113 0 0 0,-41 87 0 0 0,2 1 0 0 0,38-64 0 0 0,-50 95 6 0 0,0 0 0 0 0,1 1 1 0 0,0 0-1 0 0,9-9 0 0 0,-12 13-4 0 0,-1 0 0 0 0,0 0 0 0 0,1 1-1 0 0,-1-1 1 0 0,0 0 0 0 0,1 0-1 0 0,-1 1 1 0 0,1-1 0 0 0,-1 1-1 0 0,1-1 1 0 0,-1 1 0 0 0,4-1-1 0 0,-4 2 0 0 0,-1-1-1 0 0,1 0 1 0 0,0 0-1 0 0,0 0 0 0 0,0 1 1 0 0,-1-1-1 0 0,1 0 0 0 0,0 1 1 0 0,0-1-1 0 0,-1 0 1 0 0,1 1-1 0 0,0-1 0 0 0,-1 1 1 0 0,1 0-1 0 0,-1-1 0 0 0,1 1 1 0 0,0-1-1 0 0,-1 1 1 0 0,1 0-1 0 0,-1-1 0 0 0,0 1 1 0 0,1 0-1 0 0,-1 0 0 0 0,0-1 1 0 0,1 1-1 0 0,-1 1 0 0 0,6 14 0 0 0,-1 1 0 0 0,0 0 0 0 0,3 31 0 0 0,0 55 0 0 0,-3-17 0 0 0,-3-72 0 0 0,-2-5 0 0 0,1 0 0 0 0,0 0 0 0 0,0 0 0 0 0,1 0 0 0 0,1 0 0 0 0,-1 0 0 0 0,1-1 0 0 0,1 1 0 0 0,6 12 0 0 0,-2-11 0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4:30.08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1 115 7 0 0,'38'3'1'0'0,"14"1"-1"0"0,31 0 53 0 0,-32-2-43 0 0,14-1-10 0 0,92-3 0 0 0,196-27 0 0 0,91-20 51 0 0,-259 32-38 0 0,358-15 51 0 0,-433 32-64 0 0,-51 4 0 0 0,25 6 0 0 0,-6 4 0 0 0,-18-1-12 0 0,-49-10-48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4:30.39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202 1 7 0 0,'12'-1'1'0'0,"1"2"-1"0"0,26 10 0 0 0,30 14 0 0 0,-60-20 0 0 0,1 0 0 0 0,-1 0 0 0 0,0 0 0 0 0,0 1 0 0 0,12 11 0 0 0,-8-4 3 0 0,-1 0 1 0 0,10 15-1 0 0,-21-27 0 0 0,0 1 0 0 0,0-1 0 0 0,0 0 0 0 0,0 0-1 0 0,0 0 1 0 0,-1 0 0 0 0,1 1 0 0 0,0-1 0 0 0,-1 0 0 0 0,1 1-1 0 0,-1-1 1 0 0,0 0 0 0 0,1 1 0 0 0,-1 2 0 0 0,2 5-2 0 0,-1 1 0 0 0,0 0 0 0 0,-1 0 1 0 0,0 0-1 0 0,-1 0 0 0 0,0 0 0 0 0,-1-1 0 0 0,-4 17 0 0 0,1-14-1 0 0,0 0 0 0 0,-1 0 0 0 0,0 0 0 0 0,-1-1 0 0 0,-1 0 0 0 0,0 0 0 0 0,-10 10 0 0 0,4-7 0 0 0,-1 0 0 0 0,0-1 0 0 0,-1-1 0 0 0,-20 12 0 0 0,-5-1 0 0 0,-2-2 0 0 0,0-2 0 0 0,-55 16 0 0 0,65-25 0 0 0,-2 0 0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4:31.26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7 0 0,'10'276'43'0'0,"-2"-98"-22"0"0,4 61-21 0 0,-12-209 0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4:31.63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12 131 7 0 0,'35'-56'1'0'0,"-29"47"-1"0"0,0 1 0 0 0,1 0 0 0 0,0 1 0 0 0,0 0 0 0 0,1 0 0 0 0,0 0 0 0 0,16-10 0 0 0,-22 16 0 0 0,-1 1 0 0 0,1-1 0 0 0,0 1 0 0 0,-1-1 0 0 0,1 1 0 0 0,-1-1 0 0 0,1 1 0 0 0,0 0 0 0 0,-1 0 0 0 0,1 0 0 0 0,0 0 0 0 0,-1 0 0 0 0,1 0 0 0 0,0 1 0 0 0,-1-1 0 0 0,3 1 0 0 0,4 1 1 0 0,0 0 1 0 0,0 1 0 0 0,0 0 0 0 0,-1 1-1 0 0,13 6 1 0 0,-16-7 2 0 0,0 0 1 0 0,0 1-1 0 0,-1-1 0 0 0,1 1 0 0 0,-1 0 1 0 0,1 0-1 0 0,-1 0 0 0 0,0 0 1 0 0,2 6-1 0 0,1 0-3 0 0,-1 1-1 0 0,0-1 1 0 0,-1 1 0 0 0,0 1-1 0 0,-1-1 1 0 0,-1 0 0 0 0,1 1 0 0 0,-2 0-1 0 0,1-1 1 0 0,-2 1 0 0 0,1 0-1 0 0,-2 0 1 0 0,0-1 0 0 0,-3 18-1 0 0,1-16 0 0 0,-1-1 0 0 0,-1-1 0 0 0,1 1 0 0 0,-2-1 0 0 0,0 0 0 0 0,0 0 0 0 0,-1 0 0 0 0,0-1 0 0 0,-1 0 0 0 0,-11 11 0 0 0,14-15 0 0 0,-1-1 0 0 0,0 0 0 0 0,0 0 0 0 0,0 0 0 0 0,-1-1 0 0 0,0 0 0 0 0,1 0 0 0 0,-1 0 0 0 0,-1-1 0 0 0,1 0 0 0 0,0-1 0 0 0,-1 1 0 0 0,0-1 0 0 0,1-1 0 0 0,-1 0 0 0 0,0 0 0 0 0,-12 0 0 0 0,17-1 0 0 0,0-1 0 0 0,0 1 0 0 0,0-1 0 0 0,0 0 0 0 0,0 1 0 0 0,0-1 0 0 0,0-1 0 0 0,0 1 0 0 0,0 0 0 0 0,0-1 0 0 0,1 1 0 0 0,-1-1 0 0 0,1 0 0 0 0,-1 0 0 0 0,1 0 0 0 0,-1 0 0 0 0,1 0 0 0 0,0-1 0 0 0,-3-4 0 0 0,-1-4 0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4:32.49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0 129 7 0 0,'2'19'0'0'0,"0"1"1"0"0,1 0-1 0 0,1-1 0 0 0,9 24 0 0 0,-8-25 10 0 0,1-1 1 0 0,8 18-1 0 0,-12-31-7 0 0,0 0-1 0 0,1 0 0 0 0,-1 0 1 0 0,1 0-1 0 0,0 0 0 0 0,0 0 0 0 0,0-1 1 0 0,1 0-1 0 0,-1 1 0 0 0,1-1 1 0 0,0 0-1 0 0,0-1 0 0 0,5 4 0 0 0,-7-5-2 0 0,0-1 0 0 0,-1 1 0 0 0,1-1 0 0 0,0 0 0 0 0,0 1 0 0 0,0-1 0 0 0,0 0 0 0 0,0 0 0 0 0,0 0 0 0 0,0-1 0 0 0,0 1 0 0 0,0 0 0 0 0,0-1 0 0 0,0 1 0 0 0,0-1 0 0 0,-1 1 0 0 0,1-1 0 0 0,0 0 0 0 0,0 0 0 0 0,-1 0 0 0 0,1 0 0 0 0,0 0 0 0 0,-1 0 0 0 0,1-1 0 0 0,1-1 0 0 0,3-2 0 0 0,-1-1 0 0 0,1 0 0 0 0,-1-1 0 0 0,7-10 0 0 0,-3 3 0 0 0,-1-1 0 0 0,0 1 0 0 0,-1-2 0 0 0,0 1 0 0 0,-2 0 0 0 0,6-24 0 0 0,-9 31 0 0 0,-1 1 0 0 0,0-1 0 0 0,0 0 0 0 0,-1 1 0 0 0,0-1 0 0 0,0 1 0 0 0,-1-1 0 0 0,0 1 0 0 0,0-1 0 0 0,-1 1 0 0 0,0-1 0 0 0,0 1 0 0 0,-1 0 0 0 0,0 0 0 0 0,0 0 0 0 0,-6-9 0 0 0,5 10 0 0 0,-1 0 0 0 0,1 0 0 0 0,-1 0 0 0 0,0 1 0 0 0,-11-10 0 0 0,14 13 0 0 0,0 1 0 0 0,0 0 0 0 0,0 0 0 0 0,0 0 0 0 0,0 0 0 0 0,0 0 0 0 0,0 0 0 0 0,0 0 0 0 0,0 1 0 0 0,-1-1 0 0 0,1 1 0 0 0,0 0 0 0 0,-1 0 0 0 0,1 0 0 0 0,0 0 0 0 0,0 0 0 0 0,-1 0 0 0 0,1 0 0 0 0,0 1 0 0 0,0-1 0 0 0,-1 1 0 0 0,1 0 0 0 0,-3 1 0 0 0,-1 1 0 0 0,0 1 0 0 0,0-1 0 0 0,1 1 0 0 0,-1 0 0 0 0,1 1 0 0 0,0-1 0 0 0,0 1 0 0 0,1 0 0 0 0,0 0 0 0 0,0 1 0 0 0,0-1 0 0 0,-6 12 0 0 0,6-10 0 0 0,1 0 0 0 0,0 1 0 0 0,0 0 0 0 0,0 0 0 0 0,1 0 0 0 0,0 0 0 0 0,1 0 0 0 0,0 0 0 0 0,0 1 0 0 0,1 9 0 0 0,0-15 0 0 0,0 0 0 0 0,0 1 0 0 0,1-1 0 0 0,0 0 0 0 0,-1 0 0 0 0,1 0 0 0 0,0 1 0 0 0,1-1 0 0 0,-1 0 0 0 0,1 0 0 0 0,-1-1 0 0 0,1 1 0 0 0,0 0 0 0 0,0 0 0 0 0,0-1 0 0 0,0 1 0 0 0,0-1 0 0 0,1 0 0 0 0,-1 0 0 0 0,1 0 0 0 0,0 0 0 0 0,-1 0 0 0 0,1 0 0 0 0,0-1 0 0 0,0 1 0 0 0,0-1 0 0 0,0 0 0 0 0,0 0 0 0 0,4 1 0 0 0,5 0 0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4:32.89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22 31 24 0 0,'-1'0'-1'0'0,"0"1"1"0"0,0 0 0 0 0,1 0 0 0 0,-1-1 0 0 0,0 1 0 0 0,1 0 0 0 0,-1 0 0 0 0,0 0 0 0 0,1 0 0 0 0,-1 0 0 0 0,1 0 0 0 0,-1 0 0 0 0,1 0 0 0 0,0 0 0 0 0,-1 1 0 0 0,-3 19 1 0 0,3-16-1 0 0,-2 15 0 0 0,1-1 0 0 0,0 1 0 0 0,3 38 0 0 0,0-46 0 0 0,0-1 0 0 0,1 1 0 0 0,1 0 0 0 0,0-1 0 0 0,0 0 0 0 0,1 0 0 0 0,11 20 0 0 0,-15-30 0 0 0,0 0 0 0 0,1 0 0 0 0,0-1 0 0 0,-1 1 0 0 0,1 0 0 0 0,0 0 0 0 0,0 0 0 0 0,0 0 0 0 0,0-1 0 0 0,0 1 0 0 0,-1 0 0 0 0,1-1 0 0 0,1 1 0 0 0,-1 0 0 0 0,0-1 0 0 0,0 0 0 0 0,0 1 0 0 0,2 0 0 0 0,9 2 0 0 0,0 0 0 0 0,18 2 0 0 0,-28-4 0 0 0,0-1 0 0 0,0 0 0 0 0,0 0 0 0 0,0 0 0 0 0,0-1 0 0 0,0 1 0 0 0,0 0 0 0 0,0-1 0 0 0,0 1 0 0 0,-1-1 0 0 0,1 1 0 0 0,0-1 0 0 0,0 0 0 0 0,0 0 0 0 0,-1 0-1 0 0,1 0 1 0 0,0 0 0 0 0,-1 0 0 0 0,1-1 0 0 0,-1 1 0 0 0,0-1 0 0 0,1 1 0 0 0,1-3 0 0 0,3-2 1 0 0,3-5-1 0 0,0 0 0 0 0,0 0-1 0 0,-1-1 1 0 0,10-18 0 0 0,22-54 1 0 0,-36 74-1 0 0,4-8 0 0 0,14-34 0 0 0,-20 48 0 0 0,-1-1 0 0 0,0 1 0 0 0,0 0 0 0 0,0 0 0 0 0,-1-1 0 0 0,1 1 0 0 0,-1-1 0 0 0,0 1 0 0 0,-1-8 0 0 0,1 11 0 0 0,0 1 0 0 0,0-1 0 0 0,0 1 0 0 0,0 0 0 0 0,0-1 0 0 0,-1 1 0 0 0,1 0 0 0 0,0-1 0 0 0,0 1 0 0 0,0-1 0 0 0,0 1 0 0 0,0 0 0 0 0,-1-1 0 0 0,1 1 0 0 0,0 0 0 0 0,0-1 0 0 0,0 1 0 0 0,-1 0 0 0 0,1 0 0 0 0,0-1 0 0 0,-1 1 0 0 0,1 0 0 0 0,0-1 0 0 0,0 1 0 0 0,-1 0 0 0 0,1 0 0 0 0,-1-1 0 0 0,-6 8 0 0 0,-2 14 0 0 0,2 7 0 0 0,1 0 0 0 0,2 0 0 0 0,1 1 0 0 0,1 49 0 0 0,2-75 0 0 0,0 0 0 0 0,0-1 0 0 0,1 1 0 0 0,-1-1 0 0 0,1 1 0 0 0,-1-1 0 0 0,1 1 0 0 0,0-1 0 0 0,0 1 0 0 0,0-1 0 0 0,0 0 0 0 0,3 4 0 0 0,-3-5 0 0 0,0 0 0 0 0,0 0 0 0 0,0-1 0 0 0,0 1 0 0 0,0 0 0 0 0,0-1 0 0 0,0 1 0 0 0,0-1 0 0 0,0 1 0 0 0,0-1 0 0 0,0 0 0 0 0,0 1 0 0 0,1-1 0 0 0,-1 0 0 0 0,0 0 0 0 0,0 0 0 0 0,0 0 0 0 0,1 0 0 0 0,-1 0 0 0 0,0 0 0 0 0,0 0 0 0 0,0 0 0 0 0,0-1 0 0 0,1 1 0 0 0,-1 0 0 0 0,0-1 0 0 0,0 1 0 0 0,0-1 0 0 0,1 0 0 0 0,5-2 0 0 0,0-1 0 0 0,0 0 0 0 0,6-5 0 0 0,0-1 0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4:33.11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13 7 0 0,'10'1'0'0'0,"27"-2"1"0"0,16-2-1 0 0,5-1 0 0 0,7-1 0 0 0,-47 6 0 0 0,-15-1-1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4:33.30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38 0 24 0 0,'-1'2'0'0'0,"-1"0"0"0"0,1 0 0 0 0,-1 0 0 0 0,1 1 0 0 0,0-1 0 0 0,0 0 0 0 0,0 1 0 0 0,0-1 0 0 0,0 1 0 0 0,0 3 0 0 0,-4 30 0 0 0,3-15 0 0 0,-9 73 0 0 0,5 1 0 0 0,5 99 0 0 0,2-170 0 0 0,1-1 0 0 0,5 28 0 0 0,-2-29 0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7:47.95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82 24 0 0,'45'-2'0'0'0,"28"1"0"0"0,22 1 0 0 0,66-3 0 0 0,132-26 0 0 0,-235 20 0 0 0,25-3 0 0 0,8 1 0 0 0,0 5 0 0 0,-9 2 0 0 0,-13 0 0 0 0,1 3 0 0 0,-18 4 10 0 0,-43-2 11 0 0,-8 2 1 0 0,-1-2-21 0 0,0 0-1 0 0,0 0 1 0 0,0 0 0 0 0,0 0-1 0 0,-1 1 1 0 0,1-1 0 0 0,0 0-1 0 0,-1 0 1 0 0,1 0 0 0 0,-1 0 0 0 0,1 0-1 0 0,-1 0 1 0 0,0 0 0 0 0,1 0-1 0 0,-2 2 1 0 0,-19 13 52 0 0,-13 11-49 0 0,1 1 0 0 0,-33 36-1 0 0,-52 71-4 0 0,77-81 3 0 0,-37 67 0 0 0,19-27-66 0 0,47-76 52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7:48.49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 0 0,'1'20'0'0'0,"2"0"0"0"0,0 0 0 0 0,6 20 0 0 0,-2-4 0 0 0,33 148 0 0 0,-25-126 0 0 0,26 64 0 0 0,-22-80 0 0 0,13 20 0 0 0,7 2 0 0 0,-25-46 0 0 0,17 20 0 0 0,-18-25 0 0 0,24 20 0 0 0,-25-25 0 0 0,0 0 0 0 0,17 9 0 0 0,-17-11 0 0 0,0-1 0 0 0,0-1 0 0 0,14 4 0 0 0,38 4 10 0 0,-62-11-5 0 0,0-1 0 0 0,0 1-1 0 0,1-1 1 0 0,-1 0 0 0 0,0 0 0 0 0,1 0-1 0 0,-1 0 1 0 0,4-1 0 0 0,46-9 5 0 0,-44 7-10 0 0,-1 1 0 0 0,1-1 0 0 0,12-6 0 0 0,-14 6 3 0 0,1-1 0 0 0,-1 0 0 0 0,0-1 0 0 0,0 1 0 0 0,0-1 0 0 0,0-1 0 0 0,-1 1 0 0 0,0-1 0 0 0,0 0 0 0 0,6-10-1 0 0,-6 7 2 0 0,-1 1 0 0 0,0-1 0 0 0,0 0 0 0 0,-1-1 0 0 0,-1 1 0 0 0,1 0 0 0 0,1-19 0 0 0,0-26-4 0 0,-3 0 0 0 0,-7-60 0 0 0,3 55 0 0 0,1 6-3 0 0,2 0 0 0 0,2 0 0 0 0,10-56 0 0 0,-8 83-57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7:49.25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 0 0,'1'3'2'0'0,"0"1"0"0"0,0 0 0 0 0,-1-1 0 0 0,1 1 1 0 0,-1 0-1 0 0,0-1 0 0 0,0 7 0 0 0,0-1 34 0 0,15 434 38 0 0,-14-382-74 0 0,9 347 0 0 0,50 514-64 0 0,-57-893 64 0 0,22 214 0 0 0,-24-233 0 0 0,2-2 0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7:49.59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9 137 24 0 0,'0'0'0'0'0,"-1"0"0"0"0,1 0 0 0 0,0 0 0 0 0,-1 0 1 0 0,1 0-1 0 0,0 0 0 0 0,-1 1 0 0 0,1-1 0 0 0,0 0 1 0 0,-1 0-1 0 0,1 0 0 0 0,0 0 0 0 0,0 0 0 0 0,-1 0 1 0 0,1 0-1 0 0,0 1 0 0 0,-1-1 0 0 0,1 0 0 0 0,0 0 1 0 0,0 0-1 0 0,-1 1 0 0 0,1-1 0 0 0,0 0 0 0 0,0 0 1 0 0,0 1-1 0 0,-1-1 0 0 0,1 0 0 0 0,0 1 0 0 0,0-1 1 0 0,0 0-1 0 0,0 0 0 0 0,0 1 0 0 0,0-1 0 0 0,0 0 1 0 0,-1 1-1 0 0,1-1 0 0 0,0 0 0 0 0,0 1 0 0 0,0-1 1 0 0,0 0-1 0 0,0 1 0 0 0,0-1 0 0 0,1 0 0 0 0,-1 1 1 0 0,0-1-1 0 0,0 0 0 0 0,0 1 0 0 0,0-1 0 0 0,0 0 1 0 0,0 0-1 0 0,1 1 0 0 0,-1-1 0 0 0,11 4 53 0 0,4 2-21 0 0,23 3 0 0 0,-23-6-14 0 0,0-2 0 0 0,23 0 0 0 0,34-5-8 0 0,15-5-10 0 0,12-1 0 0 0,6-1 0 0 0,65-9 0 0 0,186-29 42 0 0,-74 8-20 0 0,-124 26-22 0 0,-114 11 0 0 0,25-1 0 0 0,26 0 0 0 0,-10 5 0 0 0,-29 4-12 0 0,-46-3-48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7:49.98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17 1 7 0 0,'0'0'0'0'0,"-1"1"0"0"0,1-1 0 0 0,-1 0 0 0 0,0 1 0 0 0,1-1 0 0 0,0 1 0 0 0,-1-1 0 0 0,1 1 0 0 0,-1-1 0 0 0,1 1 0 0 0,0-1 0 0 0,-1 1 0 0 0,1-1 0 0 0,0 1 0 0 0,-1-1 0 0 0,1 1 0 0 0,0 0 0 0 0,0-1 0 0 0,0 1 0 0 0,-1-1 0 0 0,1 1 0 0 0,0 1 0 0 0,-4 19 0 0 0,4-17 1 0 0,-3 32 13 0 0,1 0 0 0 0,3 1 0 0 0,5 50 1 0 0,-1-38-9 0 0,45 382 120 0 0,-43-373-116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7:50.74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1 614 7 0 0,'0'0'1'0'0,"0"-1"-1"0"0,0 0 0 0 0,0 1 0 0 0,0-1 0 0 0,0 1 0 0 0,1-1 0 0 0,-1 0 0 0 0,0 1 0 0 0,0-1 0 0 0,0 1 0 0 0,1-1 0 0 0,-1 1 0 0 0,0-1 0 0 0,1 1 0 0 0,-1-1 0 0 0,1 1 0 0 0,-1-1 0 0 0,0 1 0 0 0,1 0 0 0 0,-1-1 0 0 0,1 1 0 0 0,-1 0 0 0 0,1-1 0 0 0,0 1 0 0 0,1-2 0 0 0,16-13 0 0 0,17-11 0 0 0,13-1 0 0 0,177-63 22 0 0,-195 79 9 0 0,304-85-23 0 0,-175 56 48 0 0,805-165-46 0 0,-654 153-10 0 0,-261 43 0 0 0,19-3 0 0 0,-5 2 0 0 0,-10 4 0 0 0,-49 6 0 0 0,0 0 0 0 0,0 0 0 0 0,-1 0 0 0 0,1 0 0 0 0,0 0 0 0 0,0 1 0 0 0,-1-1 0 0 0,1 1 0 0 0,0 0 0 0 0,4 2 0 0 0,-7-2 0 0 0,1 0 0 0 0,-1 0 0 0 0,0 0 0 0 0,0 0 0 0 0,0 0 0 0 0,-1 0 0 0 0,1 0 0 0 0,0 1 0 0 0,0-1 0 0 0,-1 0 0 0 0,1 0 0 0 0,0 1 0 0 0,-1-1 0 0 0,1 0 0 0 0,-1 1 0 0 0,0-1 0 0 0,1 1 0 0 0,-1-1 0 0 0,0 0 0 0 0,0 1 0 0 0,0-1 0 0 0,0 1 0 0 0,0-1 0 0 0,0 1 0 0 0,-1-1 0 0 0,1 0 0 0 0,0 1 0 0 0,-1 1 0 0 0,-2 6 0 0 0,0 1 0 0 0,-1-1 0 0 0,-6 12 0 0 0,1-2 0 0 0,-25 71 0 0 0,4 2 0 0 0,-19 102 0 0 0,35-118 0 0 0,-6 83 0 0 0,8 78 0 0 0,7-126 0 0 0,-24 890 0 0 0,28-934 0 0 0,-1-6 0 0 0,-11 64 0 0 0,9-98 0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7:51.45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60 0 24 0 0,'0'8'0'0'0,"-2"-1"0"0"0,1 0 0 0 0,-1 1 0 0 0,0-1 0 0 0,-3 9 0 0 0,-3 8 0 0 0,-5 28 0 0 0,4 0 0 0 0,1 1 0 0 0,-1 55-1 0 0,9-28 2 0 0,12 108-1 0 0,87 405 0 0 0,-65-368-1 0 0,-17 3 2 0 0,-14-195-1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7:51.86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 77 24 0 0,'-4'3'0'0'0,"11"-2"0"0"0,2 0 2 0 0,35-2 49 0 0,-10-1-30 0 0,-14 1 22 0 0,35-3-33 0 0,1 1-10 0 0,8 1 0 0 0,18 1 0 0 0,71 2 0 0 0,-41-1 0 0 0,-48-2 0 0 0,207-14 0 0 0,-76 1 43 0 0,319-18-19 0 0,-367 31-25 0 0,216 22-1 0 0,-304-12 2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7:53.50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179 2 24 0 0,'0'-1'0'0'0,"-1"1"0"0"0,1 0 0 0 0,-1 0 0 0 0,1 0 0 0 0,0 0 0 0 0,-1 0 0 0 0,1-1 0 0 0,-1 1 0 0 0,1 0 0 0 0,0 0 0 0 0,-1 0 0 0 0,1 0 0 0 0,-1 0 0 0 0,1 0 0 0 0,0 0 0 0 0,-1 1 0 0 0,1-1 0 0 0,-1 0 0 0 0,1 0 0 0 0,0 0 0 0 0,-1 0 0 0 0,1 0 0 0 0,-1 1 0 0 0,1-1 0 0 0,0 0 0 0 0,-1 0 0 0 0,1 1 0 0 0,0-1 0 0 0,-1 0 0 0 0,1 0 0 0 0,0 1 0 0 0,0-1 0 0 0,-1 0 0 0 0,1 1 0 0 0,0-1 0 0 0,-1 1 0 0 0,-12 17-1 0 0,9-12 2 0 0,-44 57-1 0 0,-44 63 0 0 0,91-124 0 0 0,0 0 0 0 0,0-1 0 0 0,0 1 0 0 0,0 0 0 0 0,1 0 0 0 0,-1 0 0 0 0,0 0 0 0 0,0 3 0 0 0,1-5 0 0 0,0 0 0 0 0,0 0 0 0 0,0 0 0 0 0,0 0 0 0 0,0 1 0 0 0,0-1 0 0 0,0 0 0 0 0,0 0 0 0 0,0 0-1 0 0,0 0 1 0 0,1 1 0 0 0,-1-1 0 0 0,0 0 0 0 0,0 0 0 0 0,0 0 0 0 0,0 0 0 0 0,0 0 0 0 0,0 1 0 0 0,0-1 0 0 0,0 0 0 0 0,0 0 0 0 0,0 0 0 0 0,1 0 0 0 0,-1 0 0 0 0,0 0 0 0 0,0 1 0 0 0,0-1 0 0 0,0 0 0 0 0,0 0 0 0 0,0 0 0 0 0,1 0 0 0 0,-1 0 0 0 0,0 0 0 0 0,0 0 0 0 0,1 0 0 0 0,10-4 1 0 0,11-12-1 0 0,22-13 0 0 0,-27 24 0 0 0,-7 3 0 0 0,0 1 0 0 0,-1 0 0 0 0,13 0 0 0 0,-4 3 0 0 0,27 5 0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7:53.78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33 24 0 0,'0'0'-1'0'0,"1"1"1"0"0,-1-1 0 0 0,1 0 0 0 0,-1 1 0 0 0,1-1 0 0 0,-1 0 0 0 0,1 0 0 0 0,0 1 0 0 0,-1-1 0 0 0,1 0 0 0 0,-1 0 0 0 0,1 0 0 0 0,0 0 0 0 0,-1 0 0 0 0,1 0 0 0 0,0 0 0 0 0,-1 0 0 0 0,1 0 0 0 0,-1 0-1 0 0,1 0 1 0 0,0 0 0 0 0,-1 0 0 0 0,1 0 0 0 0,0-1 0 0 0,17-8 17 0 0,-10 5 21 0 0,-3 1-36 0 0,0 0 0 0 0,0 1 1 0 0,1 0-1 0 0,-1 0 0 0 0,11-3 1 0 0,-5 3 4 0 0,-11 2-5 0 0,1-1 0 0 0,0 1 0 0 0,0 0 0 0 0,-1-1-1 0 0,1 1 1 0 0,0 0 0 0 0,0 0 0 0 0,-1 0 0 0 0,1 0 0 0 0,0 0 0 0 0,0 0-1 0 0,0 0 1 0 0,-1 0 0 0 0,1 0 0 0 0,0 0 0 0 0,0 0 0 0 0,-1 1 0 0 0,1-1-1 0 0,0 0 1 0 0,0 0 0 0 0,-1 1 0 0 0,2 0 0 0 0,38 16 8 0 0,-39-16-10 0 0,1 0 0 0 0,-1 0 0 0 0,0 0 0 0 0,0 0 0 0 0,0 0 0 0 0,0 0 0 0 0,0 0 0 0 0,0 1 0 0 0,0-1 0 0 0,0 0 0 0 0,0 1 0 0 0,-1-1 0 0 0,1 0 0 0 0,0 1 0 0 0,-1-1 0 0 0,1 1 0 0 0,-1-1 0 0 0,0 1 0 0 0,1-1 0 0 0,-1 1 0 0 0,0-1 0 0 0,0 1 0 0 0,0-1 0 0 0,0 1 0 0 0,0-1 0 0 0,-1 4 0 0 0,1 1 0 0 0,-1 8 0 0 0,0 0 0 0 0,-1 0 0 0 0,0 0 0 0 0,-1 0 0 0 0,-1 0 0 0 0,-8 20 0 0 0,4-14 0 0 0,-2 0 0 0 0,0-1 0 0 0,-20 28 0 0 0,24-38 0 0 0,5-8 0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7:54.24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184 1 7 0 0,'-1'2'0'0'0,"0"0"1"0"0,-1 1-1 0 0,0-1 0 0 0,1 0 0 0 0,-1 0 0 0 0,-4 4 0 0 0,3-3 0 0 0,-28 31 0 0 0,-1-1 0 0 0,-58 45 0 0 0,78-67-1 0 0,12-8 1 0 0,8-6 1 0 0,18-11-1 0 0,-7 7 0 0 0,-11 4 0 0 0,1 0 0 0 0,0 1 0 0 0,16-1 0 0 0,-16 2 0 0 0,1 2 0 0 0,-1 0 0 0 0,15 2 0 0 0,-19-1 0 0 0,0-1 0 0 0,-1 0 0 0 0,1 1-1 0 0,7 4 1 0 0,-11-5 0 0 0,1 0 0 0 0,-1-1 0 0 0,0 1 0 0 0,0-1 0 0 0,1 1 0 0 0,-1-1 1 0 0,0 1-1 0 0,1-1 0 0 0,-1 0 0 0 0,0 0 0 0 0,3 1 0 0 0,-3-2 0 0 0,0 1 0 0 0,0-1 0 0 0,0 1 0 0 0,0-1 0 0 0,0 1 0 0 0,0-1 0 0 0,0 0 0 0 0,0 0 0 0 0,0 1 0 0 0,0-1 0 0 0,0 0 0 0 0,0 0 0 0 0,-1 0 0 0 0,1 0 0 0 0,0 0 0 0 0,-1 0 0 0 0,2-1 0 0 0,5-12 0 0 0,-4 8-1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7:54.38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 0 24 0 0,'-3'18'0'0'0,"3"217"63"0"0,1-224-63 0 0,-1 3 0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7:54.59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43 0 15 0 0,'-12'32'-2'0'0,"-12"44"40"0"0,22-68-25 0 0,0 1 0 0 0,1-1 0 0 0,0 1 1 0 0,1 0-1 0 0,-1-1 0 0 0,3 16 0 0 0,-2-21-13 0 0,0-1 0 0 0,1 0 0 0 0,-1 0 0 0 0,1 1 0 0 0,0-1 0 0 0,-1 0 0 0 0,1 0 0 0 0,0 0 0 0 0,0 1 0 0 0,1-1 0 0 0,1 2 0 0 0,-3-3 0 0 0,1-1 0 0 0,0 0 0 0 0,-1 1 0 0 0,1-1 0 0 0,-1 0 0 0 0,1 1 0 0 0,0-1 0 0 0,-1 0 0 0 0,1 0 0 0 0,-1 0 0 0 0,1 1 0 0 0,0-1 0 0 0,-1 0 0 0 0,1 0 0 0 0,0 0 0 0 0,-1 0 0 0 0,1 0 0 0 0,0 0 0 0 0,-1 0 0 0 0,1 0 0 0 0,0-1 0 0 0,-1 1 0 0 0,2 0 0 0 0,43-10 0 0 0,-42 9 0 0 0,-1 0 0 0 0,1 0 0 0 0,0 0 0 0 0,-1-1 0 0 0,1 1 0 0 0,-1-1 0 0 0,0 1 0 0 0,3-3 0 0 0,-5 4 0 0 0,30-24 0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7:54.98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 0 24 0 0,'-1'1'9'0'0,"-9"3"-28"0"0,14-1 53 0 0,13-3 77 0 0,39-2-51 0 0,-50 2-56 0 0,2-1-2 0 0,1 1-1 0 0,-1 0 1 0 0,0 0 0 0 0,14 3-1 0 0,-19-2-1 0 0,0 0 0 0 0,0 0 0 0 0,0 0 0 0 0,-1 1 0 0 0,1-1 0 0 0,0 1 0 0 0,-1 0 0 0 0,1 0 0 0 0,-1-1 0 0 0,1 2 0 0 0,2 2 0 0 0,-4-4 0 0 0,-1 0 0 0 0,1 0 0 0 0,-1 0 0 0 0,0 0 0 0 0,1 0 0 0 0,-1 0 0 0 0,1 0 0 0 0,-1 0 0 0 0,0 0 0 0 0,0 0 0 0 0,0 0 0 0 0,0 0 0 0 0,0 0 0 0 0,0 0 0 0 0,0 0 0 0 0,0 0 0 0 0,0 0 0 0 0,0 0 0 0 0,0 0 0 0 0,-1 0 0 0 0,1 0 0 0 0,0 0 0 0 0,-1 0 0 0 0,1 0 0 0 0,-1 0 0 0 0,1-1 0 0 0,-2 3 0 0 0,0 1 0 0 0,-46 98 0 0 0,32-70-13 0 0,10-22-54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7:55.20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32 10 55 0 0,'1'-10'8'0'0,"1"15"10"0"0,3 15 30 0 0,-3-2-10 0 0,-1 1-1 0 0,0-1 1 0 0,-4 25 0 0 0,-10 56 36 0 0,7-64-69 0 0,0 5 0 0 0,-8 68-95 0 0,12-84 23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7:57.26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1 135 79 0 0,'355'-14'0'0'0,"-177"4"0"0"0,723-4 0 0 0,307 9 64 0 0,-457-24-64 0 0,29-1 0 0 0,-565 25 11 0 0,1335-22 106 0 0,-8 36-172 0 0,-1080-4 46 0 0,-52-7-123 0 0,-352 1 120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7:57.41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23 0 0,'0'0'0'0'0,"42"42"0"0"0,-44-38 0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7:59.11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 0 0,'30'47'0'0'0,"9"10"0"0"0,15 16 0 0 0,3 2 0 0 0,-1-6 0 0 0,0-8 0 0 0,-1-5 0 0 0,2-3 0 0 0,-1-9 0 0 0,9 1 0 0 0,14 2 0 0 0,10 0 0 0 0,1-3 0 0 0,-4-4 0 0 0,-3-3 10 0 0,2-5 33 0 0,7-3-33 0 0,10-3-10 0 0,-3-8 0 0 0,-11-5 0 0 0,-10-1 0 0 0,-8-1 0 0 0,-6 2 0 0 0,-4 3 0 0 0,7 6 0 0 0,-3 2 0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7:59.36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37 1 24 0 0,'-4'0'0'0'0,"0"0"0"0"0,1 0 0 0 0,-1 0 0 0 0,0 0 0 0 0,0 0 0 0 0,1 1 0 0 0,-7 1 0 0 0,9-1 10 0 0,12 2 33 0 0,32 6-22 0 0,-41-9-15 0 0,1 1 0 0 0,0-1 0 0 0,-1 1 1 0 0,1 0-1 0 0,-1 0 0 0 0,4 2 0 0 0,9 4-1 0 0,20 14 0 0 0,-25-13-5 0 0,0 0 0 0 0,-1 0 0 0 0,15 17 0 0 0,-15-14 0 0 0,0 1 0 0 0,12 21 0 0 0,-17-25 0 0 0,-1 0 0 0 0,1 0 0 0 0,2 12 0 0 0,-4-13 0 0 0,-1 0 0 0 0,1 0 0 0 0,-2 0 0 0 0,1 0 0 0 0,-1 1 0 0 0,0-1 0 0 0,0 0 0 0 0,-1 0 0 0 0,0 0 0 0 0,0 0 0 0 0,-1 0 0 0 0,0 0 0 0 0,0 0 0 0 0,-1 0 0 0 0,1 0 0 0 0,-8 10 0 0 0,1-3 0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00.29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107 8 24 0 0,'-5'4'0'0'0,"0"-1"0"0"0,1 1 0 0 0,-1 1 0 0 0,1-1 0 0 0,0 1 0 0 0,0-1 0 0 0,1 1 0 0 0,-5 8 0 0 0,0-1 0 0 0,-2 1 8 0 0,1 0-1 0 0,1 1 1 0 0,-10 24 0 0 0,16-33-5 0 0,0 0-1 0 0,0 0 0 0 0,1 0 0 0 0,-1 0 0 0 0,1 0 0 0 0,1 1 0 0 0,-1-1 1 0 0,1 0-1 0 0,0 1 0 0 0,0-1 0 0 0,0 0 0 0 0,1 0 0 0 0,0 1 0 0 0,2 9 0 0 0,8 0-2 0 0,-5-7 0 0 0,1-1 0 0 0,16 13 0 0 0,-19-17 0 0 0,1 0 0 0 0,0 1 0 0 0,0-2 0 0 0,0 1 0 0 0,0-1 0 0 0,1 1 0 0 0,-1-2 0 0 0,11 4 0 0 0,-10-5 0 0 0,1 1 0 0 0,-1-1 0 0 0,1 0 0 0 0,-1 0 0 0 0,1 0 0 0 0,-1-1 0 0 0,1 0 0 0 0,6-3 0 0 0,-6 2 0 0 0,0-1 0 0 0,0 0 0 0 0,0-1 0 0 0,0 0 0 0 0,-1 0 0 0 0,0 0 0 0 0,0-1 0 0 0,0 0 0 0 0,0 0 0 0 0,-1 0 0 0 0,0-1 0 0 0,0 0 0 0 0,0 0 0 0 0,5-9 0 0 0,-7 9 0 0 0,0 1 0 0 0,0-1 0 0 0,0 0 0 0 0,0 0 0 0 0,-1 0 0 0 0,0 0 0 0 0,-1 0 0 0 0,1-1 0 0 0,-1 1 0 0 0,0 0 0 0 0,-1-1 0 0 0,0 1 0 0 0,0-1 0 0 0,0 1 0 0 0,-1 0 0 0 0,-2-13 0 0 0,0 12 0 0 0,0-1 0 0 0,0 1 0 0 0,-1 0 0 0 0,0 0 0 0 0,0 0 0 0 0,0 0 0 0 0,-1 0 0 0 0,0 1 0 0 0,-1 0 0 0 0,0 0 0 0 0,1 1 0 0 0,-9-6 0 0 0,11 9 0 0 0,1 0 0 0 0,-1 0 0 0 0,0 0 0 0 0,0 0 0 0 0,0 1 0 0 0,0 0 0 0 0,0-1 0 0 0,0 1 0 0 0,0 0 0 0 0,-1 1 0 0 0,1-1 0 0 0,0 0 0 0 0,-1 1 0 0 0,1 0 0 0 0,0 0 0 0 0,-1 0 0 0 0,1 0 0 0 0,0 0 0 0 0,-1 1 0 0 0,1 0 0 0 0,0-1 0 0 0,0 1 0 0 0,0 0 0 0 0,-1 1 0 0 0,1-1 0 0 0,0 0 0 0 0,1 1 0 0 0,-1 0 0 0 0,0-1 0 0 0,0 1 0 0 0,1 1 0 0 0,-3 1 0 0 0,2-1 0 0 0,0 0 0 0 0,0-1 0 0 0,1 1 0 0 0,0 0 0 0 0,-1 0 0 0 0,1 1 0 0 0,1-1 0 0 0,-1 0 0 0 0,0 1 0 0 0,1 0 0 0 0,-1-1 0 0 0,1 1 0 0 0,0-1 0 0 0,1 1 0 0 0,-1 0 0 0 0,0 0 0 0 0,1 0 0 0 0,0-1 0 0 0,0 1 0 0 0,1 8 0 0 0,1 0 0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00.49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43 3 55 0 0,'0'-1'0'0'0,"0"1"0"0"0,-1 0 0 0 0,1 0 0 0 0,0 0 0 0 0,0 0 0 0 0,-1 0 0 0 0,1-1 0 0 0,0 1 0 0 0,0 0 0 0 0,-1 0 0 0 0,1 0 0 0 0,0 0 0 0 0,0 0 0 0 0,0 0 0 0 0,-1 0 0 0 0,1 0 0 0 0,0 0 0 0 0,-1 0 0 0 0,1 0 0 0 0,0 0 0 0 0,0 0 0 0 0,-1 0 0 0 0,1 0 0 0 0,0 0 0 0 0,0 0 0 0 0,0 0 0 0 0,-1 1 0 0 0,1-1 0 0 0,0 0 0 0 0,0 0 0 0 0,-1 0 0 0 0,1 0 0 0 0,0 0 0 0 0,0 1 0 0 0,0-1 0 0 0,0 0 0 0 0,-1 0 0 0 0,1 0 0 0 0,0 1 0 0 0,0-1 0 0 0,0 0 0 0 0,0 0 0 0 0,0 0 0 0 0,-1 1 0 0 0,1-1 0 0 0,0 0 0 0 0,0 0 0 0 0,0 1 0 0 0,0-1 0 0 0,0 0 0 0 0,-6 18 0 0 0,5-15 0 0 0,-6 25 22 0 0,2-1-1 0 0,-4 47 0 0 0,4 57 43 0 0,14 13-64 0 0,-7-129 0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01.47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174 0 24 0 0,'-2'1'-1'0'0,"-1"-1"1"0"0,1 0 0 0 0,0 1 0 0 0,-1 0 0 0 0,1-1 0 0 0,0 1 0 0 0,0 0 0 0 0,0 0 0 0 0,0 0 0 0 0,0 1 0 0 0,0-1 0 0 0,0 0 0 0 0,0 1 0 0 0,-1 1 0 0 0,-27 29 1 0 0,14-14-1 0 0,6-8 0 0 0,-3 1 0 0 0,1 1 0 0 0,1 1 0 0 0,0 0 0 0 0,1 0 0 0 0,-17 30 0 0 0,27-41-1 0 0,4-3 1 0 0,12-8 0 0 0,4-2 1 0 0,-17 10-1 0 0,-1 1 0 0 0,0-1 0 0 0,0 1 0 0 0,1-1 0 0 0,-1 1 0 0 0,0 0 0 0 0,0 0 0 0 0,1 0 0 0 0,-1 1 0 0 0,0-1 0 0 0,0 0 0 0 0,1 1 0 0 0,-1-1 0 0 0,0 1 0 0 0,0 0 0 0 0,3 1 0 0 0,2 2 0 0 0,0 0 0 0 0,0 1 0 0 0,8 7 0 0 0,-11-9 0 0 0,1 1 0 0 0,-1 0 0 0 0,1-1 0 0 0,0 0 0 0 0,0 0 0 0 0,0-1 0 0 0,8 4 0 0 0,-12-6 0 0 0,0 0 0 0 0,-1 0 0 0 0,1 0 0 0 0,0 0 0 0 0,-1-1 0 0 0,1 1 0 0 0,0 0 0 0 0,-1 0 0 0 0,1 0 0 0 0,-1-1 0 0 0,1 1 0 0 0,-1 0-1 0 0,1-1 1 0 0,0 1 0 0 0,-1 0 0 0 0,1-1 0 0 0,-1 1 0 0 0,0-1 0 0 0,1 1 0 0 0,-1-1 0 0 0,1 1 0 0 0,-1-1 0 0 0,0 1 0 0 0,1-1 0 0 0,-1 0 0 0 0,1 0 0 0 0,8-19 1 0 0,-8 17-1 0 0,31-65 0 0 0,-27 57 0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01.85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 1 7 0 0,'-1'68'1'0'0,"-1"-37"-1"0"0,1-1 0 0 0,2 0 0 0 0,8 52 0 0 0,-9-80 0 0 0,1 0 0 0 0,0 0 0 0 0,-1 0 0 0 0,1 0 0 0 0,0 0 0 0 0,0 0 0 0 0,0 0-1 0 0,2 2 1 0 0,-3-3 0 0 0,0-1 0 0 0,0 0 0 0 0,0 0 0 0 0,1 0 1 0 0,-1 0-1 0 0,0 1 0 0 0,0-1 0 0 0,0 0 0 0 0,0 0 0 0 0,1 0 0 0 0,-1 0 0 0 0,0 0 0 0 0,0 0 0 0 0,0 1 0 0 0,1-1 0 0 0,-1 0 0 0 0,0 0 0 0 0,0 0 0 0 0,1 0 0 0 0,-1 0 0 0 0,0 0 0 0 0,0 0 0 0 0,1 0 0 0 0,-1 0 0 0 0,0 0 0 0 0,0 0 0 0 0,0 0 0 0 0,1 0 0 0 0,-1 0 0 0 0,1-1 0 0 0,-1 1 0 0 0,1-1 0 0 0,0 0 0 0 0,-1 1 0 0 0,1-1 0 0 0,-1 1 0 0 0,0-1 0 0 0,1 0 0 0 0,-1 1 0 0 0,1-1 0 0 0,-1 0 0 0 0,0 1 0 0 0,1-1 0 0 0,-1-1 0 0 0,2-2 0 0 0,-1 0 0 0 0,1-1 0 0 0,-1 1 0 0 0,0-1 0 0 0,0 1 0 0 0,-1-1 0 0 0,1 1 0 0 0,-1-1 0 0 0,0 1 0 0 0,0-1 0 0 0,0 0 0 0 0,-1 1 0 0 0,0-1 0 0 0,0 1 0 0 0,0-1 0 0 0,0 1 0 0 0,-1 0 0 0 0,-2-6 0 0 0,4 10 0 0 0,0 0 0 0 0,0-1 0 0 0,-1 1 0 0 0,1 0 0 0 0,0 0 0 0 0,0-1 0 0 0,0 1 0 0 0,-1 0 0 0 0,1 0 0 0 0,0-1 0 0 0,-1 1 0 0 0,1 0 0 0 0,0 0 0 0 0,0 0 0 0 0,-1 0 0 0 0,1-1 0 0 0,0 1 0 0 0,-1 0 0 0 0,1 0 0 0 0,0 0 0 0 0,-1 0 0 0 0,1 0 0 0 0,0 0 0 0 0,-1 0 0 0 0,1 0 0 0 0,0 0 0 0 0,-1 0 0 0 0,1 0 0 0 0,0 0 0 0 0,-1 0 0 0 0,1 0 0 0 0,0 0 0 0 0,-1 1 0 0 0,1-1 0 0 0,0 0 0 0 0,0 0 0 0 0,-1 0 0 0 0,1 0 0 0 0,0 1 0 0 0,-1-1 0 0 0,1 0 0 0 0,0 1 0 0 0,-1-1 0 0 0,1 0 0 0 0,0 0 0 0 0,0 1 0 0 0,0-1 0 0 0,0 0 0 0 0,-1 1 0 0 0,1-1 0 0 0,0 0 0 0 0,0 1 0 0 0,0-1 0 0 0,0 0 0 0 0,0 1 0 0 0,0-1 0 0 0,0 0 0 0 0,0 1 0 0 0,0-1 0 0 0,0 0 0 0 0,0 1 0 0 0,0-1 0 0 0,0 0 0 0 0,0 1 0 0 0,1-1 0 0 0,-1 0 0 0 0,0 0 0 0 0,0 1 0 0 0,0-1 0 0 0,0 0 0 0 0,0 1 0 0 0,1-1 0 0 0,-1 0 0 0 0,0 0 0 0 0,0 1 0 0 0,1-1 0 0 0,-1 0 0 0 0,0 0 0 0 0,0 1 0 0 0,1-1 0 0 0,-1 0 0 0 0,0 0 0 0 0,1 0 0 0 0,-1 0 0 0 0,0 0 0 0 0,0 1 0 0 0,1-1 0 0 0,-1 0 0 0 0,0 0 0 0 0,1 0 0 0 0,0 0 0 0 0,2 1 3 0 0,0 0 1 0 0,0-1 0 0 0,0 1-1 0 0,0-1 1 0 0,0 1 0 0 0,0-1-1 0 0,0 0 1 0 0,0 0 0 0 0,0 0-1 0 0,0-1 1 0 0,5-1 0 0 0,20 0 15 0 0,-39 20-19 0 0,-8 1 0 0 0,8-10 0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02.20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16 101 55 0 0,'-11'19'0'0'0,"10"-14"6"0"0,0 1-1 0 0,0 0 0 0 0,0 0 1 0 0,1 0-1 0 0,0-1 0 0 0,0 1 1 0 0,0 0-1 0 0,1 0 0 0 0,0 0 1 0 0,0-1-1 0 0,3 12 0 0 0,-3-14-2 0 0,0 0 0 0 0,0 0 0 0 0,0 0 0 0 0,1 0 0 0 0,0 0 0 0 0,-1 0 0 0 0,1 0 0 0 0,0 0 0 0 0,0 0 0 0 0,0-1-1 0 0,1 1 1 0 0,-1-1 0 0 0,0 0 0 0 0,1 1 0 0 0,0-1 0 0 0,-1 0 0 0 0,1-1 0 0 0,0 1 0 0 0,0 0 0 0 0,0-1 0 0 0,6 2-1 0 0,-8-3-2 0 0,0 1 0 0 0,0-1 0 0 0,0 0 0 0 0,0-1 0 0 0,0 1 0 0 0,0 0 0 0 0,0 0 0 0 0,0 0 0 0 0,0-1 0 0 0,0 1 0 0 0,0 0 0 0 0,0-1 0 0 0,0 1 0 0 0,1-1 0 0 0,33-20 0 0 0,-32 19 0 0 0,1-1 0 0 0,-1 1 0 0 0,-1-1 0 0 0,1 0 0 0 0,0 0 0 0 0,-1 0 0 0 0,1-1 0 0 0,-1 1 0 0 0,0-1 0 0 0,0 1 0 0 0,-1-1 0 0 0,2-4 0 0 0,-1 4 0 0 0,4-9 0 0 0,-2 0 0 0 0,0-1 0 0 0,3-14 0 0 0,-6 20 0 0 0,0 0 0 0 0,0 0 0 0 0,0 0 0 0 0,-1 0 0 0 0,0-1 0 0 0,-3-12 0 0 0,3 19 0 0 0,0 0 0 0 0,-1 0 0 0 0,1 0 0 0 0,-1 0 0 0 0,0 0 0 0 0,0 0 0 0 0,0 0 0 0 0,0 0 0 0 0,0 0 0 0 0,0 0 0 0 0,0 1 0 0 0,-1-1 0 0 0,1 0 0 0 0,-1 1 0 0 0,1-1 0 0 0,-1 1 0 0 0,1-1 0 0 0,-1 1 0 0 0,0 0 0 0 0,0 0 0 0 0,0 0 0 0 0,0 0 0 0 0,0 0 0 0 0,0 0 0 0 0,0 0 0 0 0,0 1 0 0 0,0-1 0 0 0,0 1 0 0 0,0-1 0 0 0,0 1 0 0 0,0 0 0 0 0,-1 0 0 0 0,-2 0 0 0 0,1 1 0 0 0,1-1 0 0 0,-1 1 0 0 0,1 0 0 0 0,0 0 0 0 0,-1 0 0 0 0,1 0 0 0 0,0 1 0 0 0,0-1 0 0 0,-1 1 0 0 0,1 0 0 0 0,0 0 0 0 0,1 0 0 0 0,-1 0 0 0 0,0 0 0 0 0,1 1 0 0 0,-1-1 0 0 0,1 1 0 0 0,0 0 0 0 0,-4 5 0 0 0,4-4-6 0 0,0 0-1 0 0,0 1 1 0 0,0-1-1 0 0,0 1 1 0 0,1-1-1 0 0,0 1 1 0 0,0-1-1 0 0,0 1 1 0 0,0 0-1 0 0,1 9 0 0 0,1 0 7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02.80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27 33 24 0 0,'0'0'1'0'0,"-1"0"0"0"0,0 0 1 0 0,1 0-1 0 0,-1 0 0 0 0,0 0 1 0 0,0 0-1 0 0,1 0 1 0 0,-1 0-1 0 0,0 0 0 0 0,1 1 1 0 0,-1-1-1 0 0,0 0 1 0 0,1 0-1 0 0,-1 1 0 0 0,0-1 1 0 0,1 0-1 0 0,-1 1 1 0 0,1-1-1 0 0,-1 1 0 0 0,1-1 1 0 0,-1 1-1 0 0,0 0 0 0 0,4 2 21 0 0,7-2-12 0 0,-7-1 2 0 0,3-1 13 0 0,16-5-8 0 0,33-9 4 0 0,11 0 22 0 0,-12 9-33 0 0,-40 8-10 0 0,-14-2 0 0 0,0 0 0 0 0,0 0 0 0 0,0 0 0 0 0,1 0 0 0 0,-1 0 0 0 0,0 0 0 0 0,0 0 0 0 0,0 0 0 0 0,0 1 0 0 0,0-1 0 0 0,1 0 0 0 0,-1 0 0 0 0,0 0 0 0 0,0 0 0 0 0,0 0 0 0 0,0 1 0 0 0,0-1 0 0 0,0 0 0 0 0,0 0 0 0 0,0 0 0 0 0,0 0 0 0 0,0 1 0 0 0,0-1 0 0 0,0 0 0 0 0,0 0 0 0 0,0 0 0 0 0,0 1 0 0 0,0-1 0 0 0,0 0 0 0 0,0 0 0 0 0,0 0 0 0 0,0 1 0 0 0,-9 12 0 0 0,6-10 0 0 0,-33 41 0 0 0,-1-2 0 0 0,-2-2 0 0 0,-62 49 0 0 0,79-69-10 0 0,36-33-29 0 0,1 0 0 0 0,31-20-1 0 0,-44 32 40 0 0,-1 1 0 0 0,1-1 0 0 0,-1 0 0 0 0,1 1 0 0 0,0-1 0 0 0,-1 1 0 0 0,1-1 0 0 0,-1 1 0 0 0,1 0 0 0 0,3-1 0 0 0,0 1 0 0 0,0 0 0 0 0,-1 0 0 0 0,1 0 0 0 0,0 1 0 0 0,0 0 0 0 0,-1-1 0 0 0,1 2 0 0 0,7 1 0 0 0,-9-1 0 0 0,-1 0 0 0 0,1-1 0 0 0,0 1 0 0 0,0 0 0 0 0,-1 1 0 0 0,1-1 0 0 0,-1 0 0 0 0,0 1 0 0 0,1-1 0 0 0,2 6 0 0 0,17 35 0 0 0,-21-42 0 0 0,11 23 0 0 0,-8-14 0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03.01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28 55 0 0,'9'-1'8'0'0,"-1"0"0"0"0,0 0 0 0 0,1-1 0 0 0,12-4 0 0 0,18-3 16 0 0,-23 3-24 0 0,-12 4 0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03.23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21 1 55 0 0,'0'15'0'0'0,"-5"22"0"0"0,0-1 0 0 0,1 0 0 0 0,2-9 0 0 0,0-1 0 0 0,3 45 0 0 0,0-67 0 0 0,-1-4 0 0 0,0 0 0 0 0,0 0 0 0 0,1 1 0 0 0,-1-1 0 0 0,0 0 0 0 0,0 0 0 0 0,0 1 0 0 0,0-1 0 0 0,0 0 0 0 0,0 0 0 0 0,1 1 0 0 0,-1-1 0 0 0,0 0 0 0 0,0 0 0 0 0,0 1 0 0 0,0-1 0 0 0,0 0 0 0 0,0 0 0 0 0,0 1 0 0 0,0-1 0 0 0,0 0 0 0 0,0 0 0 0 0,0 1 0 0 0,-1-1 0 0 0,1 0 0 0 0,0 0 0 0 0,0 1 0 0 0,0-1 0 0 0,0 0 0 0 0,0 0 0 0 0,0 1 0 0 0,0-1 0 0 0,-1 0 0 0 0,1 0 0 0 0,0 0 0 0 0,0 1 0 0 0,0-1 0 0 0,-1 0 0 0 0,1 0 0 0 0,0 0 0 0 0,-1 1 0 0 0,-1-1 0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03.47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66 24 0 0,'3'0'0'0'0,"4"-3"0"0"0,8-7 0 0 0,25-15 0 0 0,1 1 10 0 0,-40 24-8 0 0,-1 0 0 0 0,1-1 0 0 0,-1 1 0 0 0,1 0-1 0 0,0-1 1 0 0,-1 1 0 0 0,1 0 0 0 0,0 0 0 0 0,-1-1 0 0 0,1 1-1 0 0,0 0 1 0 0,-1 0 0 0 0,1 0 0 0 0,0 0 0 0 0,-1 0 0 0 0,1 0-1 0 0,0 0 1 0 0,0 0 0 0 0,-1 0 0 0 0,1 0 0 0 0,0 1 0 0 0,-1-1-1 0 0,1 0 1 0 0,0 0 0 0 0,-1 1 0 0 0,1-1 0 0 0,-1 0 0 0 0,2 1-1 0 0,42 18 53 0 0,-43-18-54 0 0,1 0 1 0 0,-1 0-1 0 0,0 0 0 0 0,0 0 1 0 0,0 0-1 0 0,0 1 0 0 0,0-1 1 0 0,0 0-1 0 0,0 1 0 0 0,0-1 1 0 0,0 1-1 0 0,0-1 0 0 0,-1 1 1 0 0,1-1-1 0 0,-1 1 0 0 0,1 0 1 0 0,-1-1-1 0 0,0 1 0 0 0,1 0 1 0 0,-1-1-1 0 0,0 1 0 0 0,0 0 1 0 0,0-1-1 0 0,0 1 0 0 0,-1 0 1 0 0,1-1-1 0 0,0 1 0 0 0,-2 3 1 0 0,1 1-1 0 0,-1 13-2 0 0,-2 0 0 0 0,0-1-1 0 0,-1 0 1 0 0,-13 32-1 0 0,14-42-57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04.31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50 81 24 0 0,'-5'7'0'0'0,"0"0"0"0"0,0 0 0 0 0,1 0 0 0 0,0 1 0 0 0,1-1 0 0 0,-1 1 0 0 0,-2 12 0 0 0,3-11 0 0 0,0-4 0 0 0,2 1 1 0 0,-1 0 0 0 0,1 0 0 0 0,0 0 0 0 0,0 0-1 0 0,0 11 1 0 0,1-14 4 0 0,1 1-1 0 0,-1-1 0 0 0,1 1 0 0 0,0-1 1 0 0,-1 1-1 0 0,2-1 0 0 0,-1 0 1 0 0,0 0-1 0 0,1 1 0 0 0,-1-1 1 0 0,1 0-1 0 0,0 0 0 0 0,0-1 1 0 0,0 1-1 0 0,5 4 0 0 0,5-4 39 0 0,-12-3-43 0 0,10 1 2 0 0,0 0 1 0 0,-1 0 0 0 0,15-2-1 0 0,-19 0 1 0 0,0 0-1 0 0,0-1 1 0 0,0 0-1 0 0,-1 0 0 0 0,1 0 1 0 0,0-1-1 0 0,-1 0 0 0 0,0 1 1 0 0,1-1-1 0 0,-1-1 1 0 0,0 1-1 0 0,-1-1 0 0 0,1 1 1 0 0,-1-1-1 0 0,1 0 0 0 0,2-6 1 0 0,3-3 3 0 0,0-1 0 0 0,-2 0 0 0 0,12-27-1 0 0,-17 36-1 0 0,-1 0 0 0 0,1 0 0 0 0,-1 0 0 0 0,0 0 0 0 0,-1-1 0 0 0,1 1-1 0 0,-1 0 1 0 0,0 0 0 0 0,0 0 0 0 0,-1-1 0 0 0,0 1 0 0 0,1 0 0 0 0,-2 0-1 0 0,1 0 1 0 0,-1 0 0 0 0,1 0 0 0 0,-4-5 0 0 0,3 7-4 0 0,1 0 0 0 0,-1 0-1 0 0,0 1 1 0 0,0-1 0 0 0,0 1 0 0 0,0 0 0 0 0,0-1-1 0 0,-1 1 1 0 0,1 0 0 0 0,-1 0 0 0 0,1 0 0 0 0,-1 1 0 0 0,0-1-1 0 0,0 1 1 0 0,0-1 0 0 0,1 1 0 0 0,-1 0 0 0 0,-1 0-1 0 0,1 0 1 0 0,0 1 0 0 0,0-1 0 0 0,0 1 0 0 0,0-1 0 0 0,0 1-1 0 0,-1 0 1 0 0,1 0 0 0 0,0 1 0 0 0,0-1 0 0 0,-4 1-1 0 0,3 1-2 0 0,-1-1-1 0 0,0 1 0 0 0,1 0 0 0 0,-1 0 0 0 0,1 1 0 0 0,0-1 0 0 0,0 1 0 0 0,0 0 0 0 0,0 0 0 0 0,0 0 0 0 0,1 0 0 0 0,-1 1 0 0 0,1-1 0 0 0,-5 8 0 0 0,4-6-3 0 0,1 0 1 0 0,0 1 0 0 0,0-1-1 0 0,0 0 1 0 0,1 1 0 0 0,0 0-1 0 0,0-1 1 0 0,0 1 0 0 0,1 0-1 0 0,0 0 1 0 0,-1 11-1 0 0,2-5 7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04.54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 0 55 0 0,'0'2'1'0'0,"-1"1"-1"0"0,0-1 0 0 0,1 1 0 0 0,-1-1 0 0 0,1 1 0 0 0,0-1 0 0 0,0 3 0 0 0,-1 1 10 0 0,-3 33 3 0 0,2-1 1 0 0,2 1-1 0 0,5 45 0 0 0,-6-74-13 0 0,-1-5 0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04.78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 1 79 0 0,'-1'2'0'0'0,"0"0"0"0"0,0 0 0 0 0,1 1 0 0 0,-1-1 0 0 0,1 0 0 0 0,-1 0 0 0 0,1 1 0 0 0,0-1 0 0 0,0 4 0 0 0,-1 4 0 0 0,0-6 5 0 0,0 0 0 0 0,1 0 0 0 0,0 0 0 0 0,0 0 0 0 0,0 0 0 0 0,1 0 0 0 0,-1 0 0 0 0,1 0 0 0 0,0 0 0 0 0,0 0 0 0 0,0 0 0 0 0,3 5-1 0 0,-3-8-2 0 0,0 1 0 0 0,0-1 0 0 0,0 1 0 0 0,0-1 0 0 0,0 0 0 0 0,0 1 0 0 0,0-1 0 0 0,0 0 0 0 0,1 0 0 0 0,-1 0 0 0 0,0 0 0 0 0,1 0 0 0 0,-1 0 0 0 0,1 0 0 0 0,-1 0 0 0 0,1-1 0 0 0,-1 1 0 0 0,1 0 0 0 0,0-1 0 0 0,-1 0 0 0 0,1 1 0 0 0,0-1 0 0 0,-1 0 0 0 0,1 0 0 0 0,0 0 0 0 0,-1 0 0 0 0,1 0 0 0 0,0 0 0 0 0,-1 0 0 0 0,1-1 0 0 0,3 0 0 0 0,13-7-2 0 0,22-15 0 0 0,-18 9 0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05.26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48 71 24 0 0,'0'0'0'0'0,"0"0"0"0"0,0 1 0 0 0,0-1 0 0 0,1 0 0 0 0,-1 0 0 0 0,0 1 0 0 0,0-1 0 0 0,1 0 0 0 0,-1 1 0 0 0,0-1 0 0 0,1 0 0 0 0,-1 0 0 0 0,0 0 0 0 0,1 1 0 0 0,-1-1 0 0 0,0 0 0 0 0,1 0 0 0 0,-1 0 0 0 0,0 0 0 0 0,1 0 0 0 0,-1 1 0 0 0,0-1 0 0 0,1 0 0 0 0,-1 0 0 0 0,1 0 0 0 0,-1 0 0 0 0,0 0 0 0 0,1 0 0 0 0,-1 0 0 0 0,1-1 0 0 0,-1 1 0 0 0,0 0 0 0 0,1 0 0 0 0,0 0 0 0 0,2 0 0 0 0,15-3 10 0 0,36-9 43 0 0,-2-2 1 0 0,-34 7-33 0 0,6-6 35 0 0,-17 10-57 0 0,0-1 1 0 0,0 0-1 0 0,8-6 0 0 0,-15 10 3 0 0,0 0-1 0 0,0 0 0 0 0,0 0 0 0 0,0 0 0 0 0,1 0 0 0 0,-1 0 0 0 0,0 0 0 0 0,0 0 1 0 0,0 0-1 0 0,0 0 0 0 0,0 0 0 0 0,0 0 0 0 0,0 0 0 0 0,0 0 0 0 0,0 0 0 0 0,0-1 0 0 0,0 1 1 0 0,0 0-1 0 0,0 0 0 0 0,1 0 0 0 0,-1 0 0 0 0,0 0 0 0 0,0 0 0 0 0,0 0 0 0 0,0 0 0 0 0,0 0 1 0 0,0 0-1 0 0,0 0 0 0 0,0 0 0 0 0,0-1 0 0 0,0 1 0 0 0,0 0 0 0 0,0 0 0 0 0,0 0 1 0 0,0 0-1 0 0,0 0 0 0 0,0 0 0 0 0,0 0 0 0 0,0 0 0 0 0,0 0 0 0 0,0 0 0 0 0,0-1 0 0 0,0 1 1 0 0,0 0-1 0 0,0 0 0 0 0,0 0 0 0 0,0 0 0 0 0,0 0 0 0 0,0 0 0 0 0,-1 0 0 0 0,1 0 0 0 0,0 0 1 0 0,0 0-1 0 0,-6-1 8 0 0,-8 2-15 0 0,-1 4 6 0 0,1 1 0 0 0,-1 1 0 0 0,1 0 0 0 0,1 1 0 0 0,-22 16 0 0 0,10-5 0 0 0,-41 43 0 0 0,59-54 0 0 0,0 0 0 0 0,0 0 0 0 0,0 1 0 0 0,-5 10 0 0 0,11-17 0 0 0,0 0 0 0 0,0 0 0 0 0,0 0 0 0 0,0 0 0 0 0,0 0 0 0 0,0 1 0 0 0,1-1 0 0 0,-1 0 0 0 0,1 0 0 0 0,-1 1 0 0 0,1-1 0 0 0,0 0 0 0 0,0 1 0 0 0,0-1 0 0 0,1 0 0 0 0,-1 1 0 0 0,0-1 0 0 0,1 0 0 0 0,-1 1 0 0 0,1-1 0 0 0,0 0 0 0 0,0 0 0 0 0,0 0 0 0 0,2 4 0 0 0,5 4 0 0 0,-7-9 0 0 0,1 1 0 0 0,-1-1 0 0 0,1 1 0 0 0,0-1 0 0 0,0 0 0 0 0,0 0 0 0 0,0 1 0 0 0,2-1 0 0 0,39 19-10 0 0,-41-19 7 0 0,-1 0 0 0 0,0-1 0 0 0,0 1 0 0 0,1-1 1 0 0,-1 1-1 0 0,0-1 0 0 0,1 0 0 0 0,-1 0 0 0 0,0 1 0 0 0,1-1 1 0 0,-1 0-1 0 0,0 0 0 0 0,1 0 0 0 0,1-1 0 0 0,12 0-2 0 0,23-4-1 0 0,-32 3 4 0 0,-1 1-4 0 0,1 0 0 0 0,-1 0 1 0 0,0-1-1 0 0,0 0 0 0 0,0 0 0 0 0,0 0 1 0 0,0-1-1 0 0,0 0 0 0 0,7-6 0 0 0,-2 1-6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05.48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22 24 0 0,'0'0'-1'0'0,"0"0"1"0"0,0 0 0 0 0,0 0 0 0 0,0 0 0 0 0,0 0 0 0 0,0 0 0 0 0,-1 0 0 0 0,1 0 0 0 0,0 0 0 0 0,0 0 0 0 0,0 0 0 0 0,0 0 0 0 0,0 0 0 0 0,0 0 0 0 0,0 0 0 0 0,0 0 0 0 0,0 0 0 0 0,0 0 0 0 0,0 0 0 0 0,0 0 0 0 0,0 0 0 0 0,0 0 0 0 0,0 0 0 0 0,-1 0 0 0 0,1 0 0 0 0,0 0 0 0 0,0 1 0 0 0,0-1 0 0 0,0 0 0 0 0,0 0 0 0 0,0 0 0 0 0,0 0 0 0 0,0 0 0 0 0,0 0 0 0 0,0 0 0 0 0,0 0 0 0 0,0 0 0 0 0,0 0 0 0 0,0 0 0 0 0,0 0 0 0 0,0 0 0 0 0,0 0 0 0 0,0 1 0 0 0,0-1 0 0 0,0 0 0 0 0,0 0 0 0 0,0 0 0 0 0,0 0 0 0 0,0 0 0 0 0,0 0 0 0 0,0 0 0 0 0,0 0 0 0 0,0 0 0 0 0,0 0 0 0 0,0 0 0 0 0,0 0 0 0 0,0 0 0 0 0,0 0 0 0 0,0 0 0 0 0,0 0 0 0 0,1 1 0 0 0,-1-1 0 0 0,0 0 0 0 0,0 0 0 0 0,0 0 0 0 0,0 0 0 0 0,4 4 1 0 0,-4-4-1 0 0,2 1 1 0 0,0 0 1 0 0,0 0 0 0 0,0-1-1 0 0,0 1 1 0 0,0-1 0 0 0,0 1-1 0 0,1-1 1 0 0,-1 0 0 0 0,0 1-1 0 0,0-1 1 0 0,0 0 0 0 0,0-1-1 0 0,1 1 1 0 0,-1 0 0 0 0,0-1-1 0 0,0 1 1 0 0,0-1 0 0 0,4-1-1 0 0,-1 0 4 0 0,0-1 0 0 0,0 1-1 0 0,0-1 1 0 0,0 0-1 0 0,0-1 1 0 0,4-3-1 0 0,-3 1-4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05.68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23 0 24 0 0,'-1'17'0'0'0,"0"-1"0"0"0,-5 20 0 0 0,-2 19 0 0 0,5-21-1 0 0,0 2 2 0 0,2 62-1 0 0,3-86 0 0 0,-1-6 0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05.96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82 24 0 0,'31'-25'53'0'0,"-12"13"-32"0"0,23-12 22 0 0,1 6-33 0 0,-42 18-10 0 0,-1 0 0 0 0,1-1 0 0 0,0 1 0 0 0,0 0 0 0 0,0-1 0 0 0,0 1 0 0 0,0 0 0 0 0,0 0 0 0 0,0 0 0 0 0,0 0 0 0 0,0 0 0 0 0,0 0 0 0 0,0 0 0 0 0,0 0 0 0 0,0 0 0 0 0,0 0 0 0 0,0 1 0 0 0,-1-1 0 0 0,1 0 0 0 0,0 1 0 0 0,0-1 0 0 0,0 0 0 0 0,0 1 0 0 0,0-1 0 0 0,-1 1 0 0 0,1 0 0 0 0,0-1 0 0 0,0 1 0 0 0,-1 0 0 0 0,1-1 0 0 0,0 1 0 0 0,-1 0 0 0 0,1 0 0 0 0,-1-1 0 0 0,1 1 0 0 0,-1 0 0 0 0,0 0 0 0 0,1 0 0 0 0,-1 0 0 0 0,0 0 0 0 0,1 0 0 0 0,-1 0 0 0 0,0 1 0 0 0,1 3 0 0 0,-1 0 0 0 0,1 0 0 0 0,-1 0 0 0 0,-1 0 0 0 0,0 8 0 0 0,-3 4 0 0 0,0 0 0 0 0,-9 23 0 0 0,9-31 0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06.56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14 3 24 0 0,'1'-1'1'0'0,"1"0"-6"0"0,23 4 62 0 0,40 7-47 0 0,3-3-10 0 0,-7-6 11 0 0,-60 0-6 0 0,0-1 1 0 0,0 0-1 0 0,0 0 0 0 0,0 0 0 0 0,0 0 0 0 0,0 0 1 0 0,0 0-1 0 0,0 0 0 0 0,1-1 0 0 0,-1 1 1 0 0,0 0-1 0 0,0-1 0 0 0,0 1 0 0 0,0 0 0 0 0,0-1 1 0 0,1 0-1 0 0,-2-1 13 0 0,-5 4-16 0 0,-1 0-1 0 0,1 0 1 0 0,0 0 0 0 0,0 0-1 0 0,-7 5 1 0 0,10-6-2 0 0,-21 12 0 0 0,1 1 0 0 0,0 1 0 0 0,2 1 0 0 0,-1 0 0 0 0,2 2 0 0 0,0 1 0 0 0,-26 33 0 0 0,42-48 0 0 0,0 0 0 0 0,1 0 0 0 0,-1 0 0 0 0,1 1 0 0 0,0-1 0 0 0,0 1 0 0 0,0 0 0 0 0,1-1 0 0 0,0 1 0 0 0,-1 6 0 0 0,2-8 0 0 0,-1-1 0 0 0,1 1 0 0 0,1 0 0 0 0,-1-1 0 0 0,0 1 0 0 0,1 0 0 0 0,-1-1 0 0 0,1 1 0 0 0,0-1 0 0 0,0 1 0 0 0,0-1 0 0 0,0 1 0 0 0,0-1 0 0 0,1 1 0 0 0,-1-1 0 0 0,1 0 0 0 0,0 0 0 0 0,-1 0 0 0 0,5 4 0 0 0,11 3 0 0 0,-8-5 0 0 0,0-1 0 0 0,-1-1 0 0 0,1 0 0 0 0,9 1 0 0 0,-11-2 0 0 0,-1-1 0 0 0,1 0 0 0 0,-1-1 0 0 0,0 1 0 0 0,1-1 0 0 0,-1-1 0 0 0,8-2 0 0 0,-1 0 0 0 0,-1-1 0 0 0,18-9 0 0 0,11-12 0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06.79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14 23 0 0,'0'0'0'0'0,"1"0"0"0"0,0 0 0 0 0,1 0 0 0 0,-1-1 0 0 0,1 1 0 0 0,0-1 0 0 0,4 1 0 0 0,1-2 0 0 0,54-7 0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06.98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 0 0,'59'2'0'0'0,"-54"-2"0"0"0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07.16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49 0 24 0 0,'0'1'0'0'0,"0"-1"0"0"0,0 0 0 0 0,0 0 0 0 0,0 0 1 0 0,0 0-1 0 0,0 0 0 0 0,0 1 0 0 0,0-1 1 0 0,0 0-1 0 0,0 0 0 0 0,0 0 0 0 0,0 0 1 0 0,0 0-1 0 0,0 1 0 0 0,0-1 0 0 0,0 0 1 0 0,0 0-1 0 0,0 0 0 0 0,0 0 0 0 0,0 0 1 0 0,0 1-1 0 0,0-1 0 0 0,0 0 0 0 0,0 0 1 0 0,0 0-1 0 0,0 0 0 0 0,-1 0 0 0 0,1 0 1 0 0,0 1-1 0 0,0-1 0 0 0,0 0 0 0 0,0 0 1 0 0,0 0-1 0 0,0 0 0 0 0,0 0 0 0 0,-1 0 1 0 0,1 0-1 0 0,0 0 0 0 0,0 0 0 0 0,0 0 1 0 0,0 0-1 0 0,0 0 0 0 0,-1 0 0 0 0,1 0 1 0 0,0 1-1 0 0,0-1 0 0 0,0 0 0 0 0,0 0 1 0 0,0-1-1 0 0,-1 1 0 0 0,1 0 0 0 0,0 0 1 0 0,0 0-1 0 0,0 0 0 0 0,0 0 0 0 0,0 0 1 0 0,-1 0-1 0 0,1 0 0 0 0,0 0 0 0 0,0 0 1 0 0,0 0-1 0 0,0 0 0 0 0,0 0 0 0 0,0 0 1 0 0,-1-1-1 0 0,1 11 50 0 0,-18 87 74 0 0,10-62-83 0 0,-6 67-1 0 0,12-73-52 0 0,2-17-48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07.95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45 2 24 0 0,'-1'-1'0'0'0,"1"1"0"0"0,-11 13 0 0 0,5 2 25 0 0,0 1 1 0 0,1-1-1 0 0,0 1 1 0 0,-4 30-1 0 0,9-45-25 0 0,0 0 0 0 0,-1 0 0 0 0,1 0 0 0 0,0 0 0 0 0,0 0 0 0 0,0 0 0 0 0,0 0 0 0 0,0 0 0 0 0,0 0 0 0 0,0 1 0 0 0,0-1 0 0 0,0 0 0 0 0,0 0 0 0 0,1 0 0 0 0,-1 0 0 0 0,0 0 0 0 0,1 0 0 0 0,-1-1 0 0 0,1 1 0 0 0,-1 0 0 0 0,1 0 0 0 0,0 0 0 0 0,-1 0 0 0 0,1 0 0 0 0,0-1 0 0 0,-1 1 0 0 0,1 0 0 0 0,0-1 0 0 0,0 1 0 0 0,0 0 0 0 0,-1-1 0 0 0,1 1 0 0 0,0-1 0 0 0,0 1 0 0 0,0-1 0 0 0,0 0 0 0 0,0 1 0 0 0,0-1 0 0 0,0 0 0 0 0,0 0 0 0 0,2 0 0 0 0,1 1 0 0 0,1-2 0 0 0,0 1 0 0 0,0 0 0 0 0,-1-1 0 0 0,1 0 0 0 0,0 0 0 0 0,7-3 0 0 0,5-3 11 0 0,31-9 32 0 0,-1 4-33 0 0,-25 11-13 0 0,-22 1 3 0 0,0 0 0 0 0,0 0 1 0 0,0 0-1 0 0,0 0 0 0 0,1 0 0 0 0,-1 0 0 0 0,0 0 0 0 0,0 0 1 0 0,0 0-1 0 0,0 0 0 0 0,0 0 0 0 0,1 0 0 0 0,-1 1 0 0 0,0-1 1 0 0,0 0-1 0 0,0 0 0 0 0,0 0 0 0 0,0 0 0 0 0,0 0 0 0 0,1 0 1 0 0,-1 1-1 0 0,0-1 0 0 0,0 0 0 0 0,0 0 0 0 0,0 0 0 0 0,0 0 1 0 0,0 1-1 0 0,0-1 0 0 0,0 0 0 0 0,0 0 0 0 0,0 0 0 0 0,0 0 1 0 0,0 1-1 0 0,0-1 0 0 0,0 0 0 0 0,0 0 0 0 0,0 0 0 0 0,0 0 1 0 0,0 1-1 0 0,0-1 0 0 0,0 0 0 0 0,0 0 0 0 0,0 0 0 0 0,0 0 1 0 0,0 1-1 0 0,-2 1-8 0 0,0 1 1 0 0,0-1-1 0 0,0 1 1 0 0,-1-1-1 0 0,-4 4 1 0 0,6-5-6 0 0,-4 3 2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08.17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 0 0,'0'1'0'0'0,"2"1"4"0"0,-2-2-10 0 0,2-1 11 0 0,0 1 0 0 0,-1-1 0 0 0,1 1 0 0 0,0-1 0 0 0,0 1 0 0 0,-1 0 0 0 0,1 0 0 0 0,0 0 0 0 0,0 0 0 0 0,3 0 0 0 0,8 0 3 0 0,39 1 48 0 0,6 2-46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08.42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41 0 24 0 0,'-8'19'7'0'0,"1"-3"31"0"0,0 0 0 0 0,-8 33 0 0 0,14-45-33 0 0,0 1 1 0 0,0 0-1 0 0,1 0 1 0 0,0 0-1 0 0,-1-1 0 0 0,2 1 1 0 0,-1 0-1 0 0,1 0 1 0 0,-1 0-1 0 0,1-1 0 0 0,1 1 1 0 0,-1 0-1 0 0,1-1 1 0 0,-1 1-1 0 0,4 5 0 0 0,-4-8-4 0 0,0-1 1 0 0,0 0 0 0 0,0 1 1 0 0,0-1-1 0 0,0 0 1 0 0,0 1-1 0 0,0-1 0 0 0,0 0 1 0 0,0 0-1 0 0,0 0 0 0 0,0 0 1 0 0,1 0-1 0 0,-1 0 0 0 0,1 0 1 0 0,-1 0-1 0 0,0-1 1 0 0,1 1-1 0 0,-1 0 0 0 0,1-1 1 0 0,-1 0-1 0 0,1 1 0 0 0,0-1 1 0 0,-1 0-1 0 0,1 1 0 0 0,-1-1 1 0 0,1 0-1 0 0,3-1 0 0 0,9 2 25 0 0,24-4 0 0 0,-31 2-26 0 0,0-1 0 0 0,0 0 0 0 0,0 0 0 0 0,-1-1 0 0 0,1 0 0 0 0,-1 0 0 0 0,0 0 0 0 0,1-1 0 0 0,-1 0 0 0 0,9-8-1 0 0,5-6-73 0 0,-12 13 58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09.10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48 52 24 0 0,'-16'28'-1'0'0,"11"-22"1"0"0,1 1 1 0 0,0-1-1 0 0,1 1 0 0 0,-4 10 0 0 0,5-12 0 0 0,0 1 1 0 0,1-1 0 0 0,0 0 0 0 0,0 1 0 0 0,0-1 0 0 0,1 1 0 0 0,0-1 0 0 0,0 1 0 0 0,1 6 0 0 0,0-10 1 0 0,-1 1 1 0 0,1-1 0 0 0,0 1 0 0 0,0-1-1 0 0,0 1 1 0 0,0-1 0 0 0,1 0 0 0 0,-1 0-1 0 0,1 1 1 0 0,-1-1 0 0 0,1 0-1 0 0,0 0 1 0 0,0-1 0 0 0,0 1 0 0 0,0 0-1 0 0,0-1 1 0 0,0 1 0 0 0,0-1 0 0 0,0 1-1 0 0,1-1 1 0 0,-1 0 0 0 0,1 0-1 0 0,4 1 1 0 0,3-4 40 0 0,29-8-21 0 0,-33 7-13 0 0,0 0 0 0 0,-1 0 0 0 0,1 0 0 0 0,-1 0 0 0 0,0-1 0 0 0,1 0 0 0 0,-2 0 0 0 0,1 0 0 0 0,0-1 0 0 0,-1 0 0 0 0,0 0 0 0 0,0 0 0 0 0,0 0 0 0 0,-1-1 0 0 0,4-6 0 0 0,-7 11-9 0 0,7-10 29 0 0,0-1 0 0 0,-2 0-1 0 0,6-15 1 0 0,-9 23-24 0 0,-1 0 0 0 0,0 1 0 0 0,0-1 0 0 0,0 0 1 0 0,-1 1-1 0 0,1-1 0 0 0,-1 0 0 0 0,0 0 0 0 0,0 0 0 0 0,0 0 0 0 0,-1 1 0 0 0,1-1 0 0 0,-1 0 0 0 0,0 0 0 0 0,-2-5 0 0 0,2 8-5 0 0,1 0 0 0 0,-1 0 0 0 0,1 0-1 0 0,-1 0 1 0 0,0 0 0 0 0,1 0-1 0 0,-1 1 1 0 0,0-1 0 0 0,0 0-1 0 0,1 1 1 0 0,-1-1 0 0 0,0 0-1 0 0,0 1 1 0 0,0-1 0 0 0,0 1-1 0 0,0-1 1 0 0,0 1 0 0 0,0 0-1 0 0,0-1 1 0 0,0 1 0 0 0,0 0-1 0 0,0 0 1 0 0,0-1 0 0 0,0 1 0 0 0,0 0-1 0 0,-2 0 1 0 0,1 1-7 0 0,0-1-1 0 0,0 0 1 0 0,0 1 0 0 0,0 0-1 0 0,0-1 1 0 0,0 1 0 0 0,0 0-1 0 0,0 0 1 0 0,1 0 0 0 0,-1 0-1 0 0,0 0 1 0 0,-2 3-1 0 0,-6 7-72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09.37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 71 24 0 0,'-1'0'-1'0'0,"1"1"1"0"0,0-1 0 0 0,0 0 0 0 0,0 0 0 0 0,0 0 0 0 0,0 0 0 0 0,0 1 0 0 0,-1-1 0 0 0,1 0 0 0 0,0 0 0 0 0,0 0 0 0 0,0 1 0 0 0,0-1 0 0 0,0 0 0 0 0,0 0 0 0 0,0 0 0 0 0,0 1 0 0 0,0-1 0 0 0,0 0 0 0 0,0 0 0 0 0,0 0 0 0 0,0 1 0 0 0,0-1 0 0 0,0 0 0 0 0,0 0 0 0 0,0 0 0 0 0,0 1 0 0 0,0-1 0 0 0,0 0 0 0 0,0 0 0 0 0,1 0 0 0 0,-1 1 0 0 0,10-1 2 0 0,1 0 7 0 0,3-2 46 0 0,42-12 15 0 0,-10-1 1 0 0,-15 2-4 0 0,5 1-5 0 0,21-7 2 0 0,-55 18-68 0 0,5-1-128 0 0,-11 6 10 0 0,2-2 68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09.50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 1 23 0 0,'0'2'0'0'0,"-1"4"0"0"0,0 1 0 0 0,-1-2 0 0 0,2 1 0 0 0,0-2 0 0 0,0 0 0 0 0,-1 4 0 0 0,1 4 0 0 0,0 5 0 0 0,0-1 0 0 0,1-2 0 0 0,1-2 0 0 0,-1-4 0 0 0,2-1 0 0 0,-2-3 0 0 0,3-1 0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09.66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77 24 0 0,'10'-11'2'0'0,"2"-1"15"0"0,22-17 1 0 0,-30 26-16 0 0,0 0 1 0 0,0 0-1 0 0,0 1 1 0 0,0 0-1 0 0,1 0 0 0 0,-1 0 1 0 0,1 0-1 0 0,-1 1 1 0 0,1 0-1 0 0,6-1 0 0 0,-4 1-2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09.86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32 1 24 0 0,'-1'23'23'0'0,"-7"38"1"0"0,2-20-8 0 0,-11 176-16 0 0,17-206 0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10.14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55 0 0,'0'4'0'0'0,"0"0"0"0"0,0 0 0 0 0,1 0 0 0 0,-1 0 0 0 0,1 0 0 0 0,0 0 0 0 0,1 0 0 0 0,-1 0 0 0 0,0 0 0 0 0,1-1 0 0 0,0 1 0 0 0,0 0 0 0 0,0-1 0 0 0,4 6 0 0 0,-4-8 0 0 0,-1 0 0 0 0,1 1 0 0 0,-1-1 0 0 0,1 0 0 0 0,0 0 0 0 0,-1 0 0 0 0,1 0 0 0 0,0 0 0 0 0,0 0 0 0 0,-1 0 0 0 0,1-1 0 0 0,0 1 0 0 0,0-1 0 0 0,0 1 0 0 0,0-1 0 0 0,0 0 0 0 0,0 0 0 0 0,0 0 0 0 0,0 0 0 0 0,0 0 0 0 0,0 0 0 0 0,0 0 0 0 0,0-1 0 0 0,0 1 0 0 0,0-1 0 0 0,0 1 0 0 0,0-1 0 0 0,-1 0 0 0 0,1 0 0 0 0,3-2 0 0 0,2-1 0 0 0,1-1 0 0 0,-1-1 0 0 0,7-6 0 0 0,-10 9 0 0 0,6-6 0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10.79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34 38 24 0 0,'6'-1'0'0'0,"1"0"0"0"0,0-1 0 0 0,-1 0 0 0 0,0 0 0 0 0,10-6 0 0 0,-8 5 0 0 0,38-15 53 0 0,-46 18-53 0 0,18 0 10 0 0,26 9-10 0 0,-42-9 0 0 0,-1 1 0 0 0,1 0 0 0 0,0-1 0 0 0,-1 1 0 0 0,1 0 0 0 0,-1 0 0 0 0,1 0 0 0 0,-1 0 0 0 0,0 0 0 0 0,1 0 0 0 0,-1 0 0 0 0,0 1 0 0 0,0-1 0 0 0,0 0 0 0 0,0 1 0 0 0,0-1 0 0 0,0 1 0 0 0,0-1 0 0 0,0 1 0 0 0,-1 0 0 0 0,1-1 0 0 0,-1 1 0 0 0,1 0 0 0 0,-1-1 0 0 0,1 4 0 0 0,0 1 0 0 0,1 1 0 0 0,0 0 0 0 0,-1 0 0 0 0,1 14 0 0 0,-2-18 0 0 0,0 0 0 0 0,0 0 0 0 0,0 0 0 0 0,-1 0 0 0 0,1 0 0 0 0,-1 0 0 0 0,0 0 0 0 0,0-1 0 0 0,0 1 0 0 0,0 0 0 0 0,0 0 0 0 0,-3 3 0 0 0,4-5 0 0 0,-1-1 0 0 0,0 1 0 0 0,0 0 0 0 0,0-1 0 0 0,1 1 0 0 0,-1-1 0 0 0,0 1 0 0 0,0-1 0 0 0,0 0 0 0 0,0 1 0 0 0,0-1 0 0 0,0 0 0 0 0,0 0 0 0 0,0 1 0 0 0,0-1 0 0 0,0 0 0 0 0,0 0 0 0 0,0 0 0 0 0,0 0 0 0 0,-2-1 0 0 0,-25-4 0 0 0,14 1 0 0 0,6 3 0 0 0,0 0 0 0 0,0 1 0 0 0,0 0 0 0 0,0 0 0 0 0,0 1 0 0 0,0 0 0 0 0,0 0 0 0 0,-7 2 0 0 0,11-1 0 0 0,-1-1 0 0 0,1 1 0 0 0,0 0 0 0 0,0 0 0 0 0,0 1 0 0 0,1-1 0 0 0,-1 1 0 0 0,0 0 0 0 0,1 0 0 0 0,0 0 0 0 0,0 0 0 0 0,0 0 0 0 0,0 1 0 0 0,0-1 0 0 0,-3 8 0 0 0,2-5 0 0 0,1 1 0 0 0,0 0 0 0 0,1 0 0 0 0,0 0 0 0 0,-3 14 0 0 0,4-17 0 0 0,1 0 0 0 0,-1 0 0 0 0,1 0 0 0 0,0 0 0 0 0,0 0 0 0 0,0 0 0 0 0,1 0 0 0 0,0 0 0 0 0,-1-1 0 0 0,1 1 0 0 0,0 0 0 0 0,3 6 0 0 0,-3-9 0 0 0,0 1 0 0 0,1-1 0 0 0,-1 0 0 0 0,0 1 0 0 0,0-1 0 0 0,1 0 0 0 0,-1 0 0 0 0,1 0 0 0 0,-1 0 0 0 0,1 0 0 0 0,-1 0 0 0 0,1 0 0 0 0,-1-1 0 0 0,1 1 0 0 0,0-1 0 0 0,0 1 0 0 0,-1-1 0 0 0,1 0 0 0 0,2 1 0 0 0,14-1 0 0 0,-3-2 0 0 0,24-4 0 0 0,-31 4 0 0 0,0 0 0 0 0,0 0 0 0 0,-1-1 0 0 0,1 0 0 0 0,0 0 0 0 0,-1-1 0 0 0,0 0 0 0 0,9-6 0 0 0,-7 2 0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11.03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25 1 55 0 0,'-1'22'0'0'0,"-7"37"0"0"0,1-12 0 0 0,-2 97 64 0 0,10-135-64 0 0,1-4 0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11.21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0 121 24 0 0,'3'0'0'0'0,"0"-1"0"0"0,0 1 0 0 0,0-1 0 0 0,0 0 0 0 0,-1 0 0 0 0,1 0 0 0 0,0 0 0 0 0,-1 0 0 0 0,1 0 0 0 0,0-1 0 0 0,-1 1 0 0 0,0-1 0 0 0,1 0 0 0 0,-1 0 0 0 0,3-3 0 0 0,4-4 0 0 0,-1 0 0 0 0,8-14 0 0 0,-13 19 0 0 0,13-27 0 0 0,-8 15 0 0 0,-5 9 0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11.41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21 1 24 0 0,'-10'128'55'0'0,"4"-85"-19"0"0,1 73 0 0 0,7-98-35 0 0,1-1-1 0 0,8 31 0 0 0,-1-6-13 0 0,-8-35-47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12.62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275 6 24 0 0,'-1'-1'0'0'0,"1"1"0"0"0,0 0 0 0 0,0-1 0 0 0,0 1 0 0 0,-1 0 0 0 0,1-1 0 0 0,0 1 0 0 0,0 0 0 0 0,-1 0 0 0 0,1-1 0 0 0,0 1 0 0 0,-1 0 0 0 0,1 0 0 0 0,0-1 0 0 0,-1 1 0 0 0,1 0 0 0 0,-1 0 0 0 0,1 0 0 0 0,0 0 0 0 0,-1-1 0 0 0,1 1 0 0 0,0 0 0 0 0,-1 0 0 0 0,1 0 0 0 0,-1 0 0 0 0,1 0 0 0 0,-1 0 0 0 0,-13 6-1 0 0,-8 12 55 0 0,-67 87 27 0 0,52-58-88 0 0,13-16 7 0 0,1 1 0 0 0,-24 44 0 0 0,45-72-7 0 0,1-3 2 0 0,0 0-1 0 0,1 0 1 0 0,-1 1-1 0 0,0-1 1 0 0,1 0 0 0 0,-1 1-1 0 0,1-1 1 0 0,0 1 0 0 0,-1-1-1 0 0,1 1 1 0 0,0 1-1 0 0,14-19 6 0 0,-8 8 0 0 0,42-50 0 0 0,-42 52 0 0 0,0 0 0 0 0,0 1 0 0 0,1 0 0 0 0,-1 0 0 0 0,1 0 0 0 0,15-6 0 0 0,-19 10 0 0 0,0 0 0 0 0,0 1 0 0 0,0-1 0 0 0,-1 1 0 0 0,1 0 0 0 0,6 0 0 0 0,8 0 0 0 0,-13 0 0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12.90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 0 0,'1'5'0'0'0,"0"-1"0"0"0,0 1 0 0 0,1 0 0 0 0,-1-1 0 0 0,1 1 0 0 0,0-1 0 0 0,0 0 0 0 0,4 6 0 0 0,3 6 10 0 0,-6-9-6 0 0,1 1-1 0 0,0-1 1 0 0,0 0-1 0 0,0 0 1 0 0,1 0-1 0 0,0-1 1 0 0,1 0 0 0 0,0 0-1 0 0,-1 0 1 0 0,2-1-1 0 0,-1 1 1 0 0,1-2-1 0 0,0 1 1 0 0,12 6-1 0 0,-18-11-3 0 0,-1 0 0 0 0,1 1 0 0 0,-1-1 0 0 0,1 0 0 0 0,-1 0 0 0 0,1 0 0 0 0,-1 0 0 0 0,1 0 0 0 0,-1 0 0 0 0,1 0 0 0 0,-1 0 0 0 0,1 0 0 0 0,-1 0 0 0 0,1-1 0 0 0,-1 1 0 0 0,1 0 0 0 0,-1 0 0 0 0,1 0 0 0 0,-1-1 0 0 0,1 1 0 0 0,-1 0 0 0 0,1 0 0 0 0,-1-1 0 0 0,0 1 0 0 0,1 0 0 0 0,-1-1 0 0 0,0 1 0 0 0,1-1 0 0 0,-1 1 0 0 0,3-4 0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13.15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22 0 55 0 0,'-1'8'0'0'0,"0"0"0"0"0,0 1 0 0 0,-3 6 0 0 0,0 7 0 0 0,0-5 0 0 0,-2 15 0 0 0,6-30 0 0 0,0 0 0 0 0,-1 0 0 0 0,2 0 0 0 0,-1 0 0 0 0,0 0 0 0 0,0 0 0 0 0,1 0 0 0 0,-1 0 0 0 0,1 0 0 0 0,-1 0 0 0 0,1 0 0 0 0,0 0 0 0 0,1 1 0 0 0,-1 0 0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13.38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49 24 0 0,'1'1'0'0'0,"0"-1"0"0"0,0 0 0 0 0,0 0 0 0 0,0 0 0 0 0,0 0 0 0 0,0 0 0 0 0,0 0 0 0 0,0 0 0 0 0,0 0 0 0 0,0 0 0 0 0,0 0 0 0 0,0 0 0 0 0,0 0 0 0 0,0-1 0 0 0,-1 1 0 0 0,1 0 0 0 0,0-1 0 0 0,0 1 0 0 0,0-1 0 0 0,1 0 0 0 0,3-1 0 0 0,19-10 24 0 0,-16 8-7 0 0,0 1 0 0 0,0-1 1 0 0,0 1-1 0 0,0 1 0 0 0,9-3 0 0 0,-10 4-4 0 0,3-2-4 0 0,1 1-1 0 0,-1 0 1 0 0,0 0-1 0 0,1 2 1 0 0,15-1-1 0 0,-15 4-8 0 0,-7-3 0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13.62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 1 24 0 0,'-3'30'11'0'0,"2"-20"0"0"0,0 0 0 0 0,0 16 0 0 0,1-23-10 0 0,1-1 0 0 0,-1 0 0 0 0,0 0 1 0 0,1 1-1 0 0,-1-1 0 0 0,1 0 0 0 0,0 0 0 0 0,-1 0 0 0 0,1 0 0 0 0,0 0 1 0 0,0 0-1 0 0,1 0 0 0 0,-1 0 0 0 0,0 0 0 0 0,1 0 0 0 0,2 2 0 0 0,-3-3-1 0 0,1 0 0 0 0,-1 0 0 0 0,0-1 0 0 0,0 1 0 0 0,1-1 0 0 0,-1 1 0 0 0,0-1 0 0 0,1 1 0 0 0,-1-1 0 0 0,1 0 0 0 0,-1 0 0 0 0,0 0 0 0 0,1 1 0 0 0,-1-1 0 0 0,1-1 0 0 0,-1 1 0 0 0,1 0 0 0 0,1-1 0 0 0,14-5 0 0 0,25-15 0 0 0,-34 17 0 0 0,0-1 0 0 0,0 0 0 0 0,-1-1 0 0 0,8-6 0 0 0,-3 0 0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14.06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174 1 24 0 0,'-1'0'-1'0'0,"0"0"1"0"0,0 0 0 0 0,0 0 0 0 0,0 0 0 0 0,0 0 0 0 0,0 0 0 0 0,0 0 0 0 0,0 0 0 0 0,0 1 0 0 0,0-1 0 0 0,0 1 0 0 0,0-1 0 0 0,0 0 0 0 0,0 1 0 0 0,0 0 0 0 0,1-1 0 0 0,-1 1 0 0 0,0-1 0 0 0,0 1 0 0 0,0 0 0 0 0,1 0 0 0 0,-1 0 0 0 0,0-1 0 0 0,0 2 0 0 0,-21 27 4 0 0,17-23 3 0 0,-118 158 46 0 0,129-171-53 0 0,0 1 0 0 0,0-1 0 0 0,1 1 0 0 0,10-7 0 0 0,-13 10 0 0 0,0 1 0 0 0,0 0 0 0 0,0 0 0 0 0,0 0 0 0 0,0 0 0 0 0,6-1 0 0 0,-9 3 0 0 0,1-1 0 0 0,0 1 0 0 0,0 0 0 0 0,0 0 0 0 0,0-1 0 0 0,0 1 0 0 0,0 1 0 0 0,0-1 0 0 0,0 0 0 0 0,0 0 0 0 0,0 1 0 0 0,0-1 0 0 0,0 1 0 0 0,0 0 0 0 0,2 1 0 0 0,5 2 0 0 0,-1 2 0 0 0,1-2 0 0 0,0 1 0 0 0,16 5 0 0 0,-22-9 0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14.32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 1 24 0 0,'1'1'0'0'0,"-1"0"0"0"0,0 0 0 0 0,1 0 0 0 0,-1 0 0 0 0,0 0 0 0 0,1 0 0 0 0,-1 0 0 0 0,0 1 0 0 0,0-1 0 0 0,0 0 0 0 0,0 0 0 0 0,0 0 0 0 0,-1 0 0 0 0,1 2 0 0 0,0 2 0 0 0,-7 95 0 0 0,4-70 0 0 0,1 0 0 0 0,1 1 0 0 0,4 35 0 0 0,1-47-1 0 0,-4-18 1 0 0,0-1 0 0 0,0 1 0 0 0,0 0 0 0 0,0 0 0 0 0,1-1 0 0 0,-1 1 0 0 0,0 0 0 0 0,0-1 0 0 0,1 1 0 0 0,-1 0 0 0 0,1-1 0 0 0,-1 1 1 0 0,0-1-1 0 0,1 1 0 0 0,-1 0 0 0 0,1-1 0 0 0,-1 1 0 0 0,1-1 0 0 0,0 1 0 0 0,-1-1 0 0 0,1 0 0 0 0,1 1 0 0 0,-2-1 0 0 0,0 0 0 0 0,0 0 0 0 0,0 0 0 0 0,0 0 0 0 0,1 0 0 0 0,-1 0 0 0 0,0 0 0 0 0,0 0 0 0 0,0 0 0 0 0,0 0 0 0 0,0-1 0 0 0,0 1 0 0 0,1 0 0 0 0,-1 0 0 0 0,0 0 0 0 0,0 0 0 0 0,0 0 0 0 0,0 0 0 0 0,0-1 0 0 0,0 1 0 0 0,0 0 0 0 0,0 0 0 0 0,0 0 0 0 0,0 0 0 0 0,0 0 0 0 0,1-1 0 0 0,-1 1 0 0 0,0 0 0 0 0,0 0 0 0 0,0 0 0 0 0,0 0 0 0 0,0-1 0 0 0,0 1 0 0 0,0 0 0 0 0,-1 0 0 0 0,1 0 0 0 0,0 0 0 0 0,0-1 0 0 0,0 1 0 0 0,-1-2 0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14.83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 48 7 0 0,'1'-2'0'0'0,"0"0"0"0"0,0 1 1 0 0,0-1-1 0 0,0 1 0 0 0,1 0 0 0 0,-1-1 0 0 0,0 1 0 0 0,0 0 0 0 0,3-2 0 0 0,0-1 0 0 0,0 1 2 0 0,-1 0 1 0 0,0 0 0 0 0,1 0 0 0 0,-1 0-1 0 0,1 1 1 0 0,0-1 0 0 0,4-1 0 0 0,-5 3 4 0 0,-1 0 0 0 0,0 1 0 0 0,0-1 0 0 0,1 1 0 0 0,-1 0 0 0 0,1-1 0 0 0,-1 1 0 0 0,0 0 0 0 0,1 0 0 0 0,-1 0 0 0 0,0 1 0 0 0,1-1 0 0 0,-1 1 0 0 0,5 1 0 0 0,-7-2-7 0 0,4 1 0 0 0,0 0 0 0 0,-1 0 0 0 0,1 1 0 0 0,0-1 0 0 0,-1 1 0 0 0,0 0 0 0 0,6 4 0 0 0,-8-5 0 0 0,0 0 0 0 0,0 0 0 0 0,-1 0 0 0 0,1 1 0 0 0,0-1 0 0 0,-1 0 0 0 0,1 0 0 0 0,-1 1 0 0 0,1-1 0 0 0,-1 0 0 0 0,0 1 0 0 0,1-1 0 0 0,-1 0 0 0 0,0 1 0 0 0,0-1 0 0 0,0 1 0 0 0,0-1 0 0 0,0 0 0 0 0,0 1 0 0 0,-1-1 0 0 0,1 0 0 0 0,0 1 0 0 0,-1-1 0 0 0,1 0 0 0 0,-2 3 0 0 0,2-2 0 0 0,-1 0 0 0 0,0 0 0 0 0,0 1 0 0 0,0-1 0 0 0,0 0 0 0 0,-1 0 0 0 0,1 0 0 0 0,0 0 0 0 0,-1-1 0 0 0,1 1 0 0 0,-1 0 0 0 0,0-1 0 0 0,0 1 0 0 0,1-1 0 0 0,-1 1 0 0 0,0-1 0 0 0,0 0 0 0 0,-1 0 0 0 0,-1 1 0 0 0,-2 0 0 0 0,1 0 0 0 0,-1-1 0 0 0,0 0 0 0 0,0 0 0 0 0,0-1 0 0 0,-9 0 0 0 0,12 0 0 0 0,0 0 0 0 0,0 1 0 0 0,0-1 0 0 0,0 1 0 0 0,0-1 0 0 0,1 1 0 0 0,-1 0 0 0 0,0 0 0 0 0,0 0 0 0 0,1 0 0 0 0,-1 1 0 0 0,1-1 0 0 0,-1 1 0 0 0,1 0 0 0 0,-1-1 0 0 0,1 1 0 0 0,0 0 0 0 0,0 0 0 0 0,-4 5 0 0 0,5-5 0 0 0,0 0 0 0 0,0-1 0 0 0,1 1 0 0 0,-1 0 0 0 0,0 0 0 0 0,1-1 0 0 0,-1 1 0 0 0,1 0 0 0 0,0 0 0 0 0,-1 0 0 0 0,1 0 0 0 0,0 0 0 0 0,0 0 0 0 0,0 0 0 0 0,0-1 0 0 0,1 1 0 0 0,-1 0 0 0 0,0 0 0 0 0,1 0 0 0 0,0 0 0 0 0,-1 0 0 0 0,1-1 0 0 0,0 1 0 0 0,0 0 0 0 0,0-1 0 0 0,0 1 0 0 0,0 0 0 0 0,0-1 0 0 0,0 1 0 0 0,1-1 0 0 0,1 2 0 0 0,-1-1 0 0 0,0 0 0 0 0,0-1 0 0 0,-1 0 0 0 0,1 1 0 0 0,0-1 0 0 0,0 0 0 0 0,0 0 0 0 0,0 0 0 0 0,1 0 0 0 0,-1-1 0 0 0,0 1 0 0 0,3 0 0 0 0,13-3 0 0 0,28-8 0 0 0,-25 2 0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15.22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 0 24 0 0,'-1'2'1'0'0,"0"-1"1"0"0,0 0 0 0 0,0 0 0 0 0,0 1 0 0 0,0-1 0 0 0,0 1 0 0 0,0-1 0 0 0,0 1 0 0 0,1-1 0 0 0,-1 1-1 0 0,1-1 1 0 0,-1 1 0 0 0,1 0 0 0 0,0-1 0 0 0,-1 1 0 0 0,1 0 0 0 0,0-1 0 0 0,0 1 0 0 0,0 0 0 0 0,0-1-1 0 0,0 1 1 0 0,1 0 0 0 0,-1-1 0 0 0,1 1 0 0 0,-1 0 0 0 0,1-1 0 0 0,0 3 0 0 0,0 0 6 0 0,1 1 0 0 0,0-1-1 0 0,0 0 1 0 0,0 0 0 0 0,0 0 0 0 0,0 0 0 0 0,1 0 0 0 0,4 5-1 0 0,-2-1 3 0 0,19 24 52 0 0,5 2-50 0 0,10 16 42 0 0,-33-42-47 0 0,0 1-6 0 0,0 0 0 0 0,1 0 0 0 0,12 13-1 0 0,-18-21-6 0 0,0 0-1 0 0,0 0 1 0 0,1-1-1 0 0,-1 1 1 0 0,0 0-1 0 0,0 0 1 0 0,0-1-1 0 0,1 1 0 0 0,-1-1 1 0 0,0 1-1 0 0,3 0 1 0 0,-1-2-68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48:15.46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211 0 55 0 0,'-14'17'29'0'0,"0"0"0"0"0,1 1 0 0 0,-13 23 0 0 0,14-21-11 0 0,-112 201 184 0 0,123-219-202 0 0,0-1-7 0 0,0 1-1 0 0,0 0 1 0 0,0 0-1 0 0,1 1 1 0 0,-1-1-1 0 0,0 0 1 0 0,0 3-1 0 0,1-4-4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50:55.40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38 101 24 0 0,'-4'7'-1'0'0,"0"-1"1"0"0,1 1 0 0 0,0-1 0 0 0,1 1 0 0 0,-1 0 0 0 0,1 0 0 0 0,-1 8 0 0 0,-4 53 3 0 0,5-41 5 0 0,-1 15 13 0 0,1 1 1 0 0,7 71-1 0 0,4-68 22 0 0,6 3-22 0 0,-15-47-18 0 0,0-1 0 0 0,1 0 0 0 0,-1 1 0 0 0,1-1-1 0 0,0 0 1 0 0,-1 1 0 0 0,1-1 0 0 0,0 0 0 0 0,-1 0 0 0 0,1 0-1 0 0,0 0 1 0 0,0 0 0 0 0,0 0 0 0 0,1 1 0 0 0,3 3-1 0 0,0 0-1 0 0,1 0 1 0 0,-1-1 0 0 0,1 0 0 0 0,11 7-1 0 0,-12-10 1 0 0,-1 1-1 0 0,1-1 1 0 0,-1 0-1 0 0,1 0 1 0 0,0 0-1 0 0,0 0 1 0 0,-1-1-1 0 0,1 0 1 0 0,0 0-1 0 0,0 0 1 0 0,-1-1-1 0 0,1 0 1 0 0,0 1-1 0 0,-1-2 1 0 0,1 1-1 0 0,-1 0 1 0 0,7-4-1 0 0,0 0 9 0 0,0-1-1 0 0,0-1 1 0 0,0 0-1 0 0,-1 0 1 0 0,17-16-1 0 0,102-117 126 0 0,-89 92-79 0 0,77-70 1 0 0,-13 38-17 0 0,8-8 4 0 0,-104 82-44 0 0,8-9 0 0 0,1 1 0 0 0,22-13 0 0 0,-21 18-18 0 0,-15 7-70 0 0,6 5 4 0 0,37 9 10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50:52.94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 68 24 0 0,'-1'0'0'0'0,"1"0"0"0"0,0 0 0 0 0,-1 0 0 0 0,1 0 0 0 0,0-1 0 0 0,-1 1 0 0 0,1 0 0 0 0,0 0 0 0 0,-1-1 0 0 0,1 1 0 0 0,0 0 0 0 0,0 0 0 0 0,-1-1 0 0 0,1 1 0 0 0,0 0 0 0 0,0-1 0 0 0,-1 1 0 0 0,1 0 0 0 0,0-1 0 0 0,0 1 0 0 0,0 0 0 0 0,0-1 0 0 0,0 1 0 0 0,0 0 0 0 0,-1-1 0 0 0,1 1 0 0 0,0 0 0 0 0,0-1 0 0 0,0 1 0 0 0,0-1 0 0 0,0 1 0 0 0,0 0 0 0 0,0-1 0 0 0,1 1 0 0 0,-1 0 0 0 0,0-1 0 0 0,0 1 0 0 0,0-1 0 0 0,0 1 0 0 0,0 0 0 0 0,1-1 0 0 0,-1 1 0 0 0,0 0 0 0 0,0-1 0 0 0,0 1 0 0 0,1 0 0 0 0,-1 0 0 0 0,0-1 0 0 0,1 1 0 0 0,-1 0 0 0 0,0 0 0 0 0,0-1 0 0 0,1 1 0 0 0,16-15 0 0 0,-17 15 0 0 0,6-5 0 0 0,0 1 0 0 0,0 0 0 0 0,0 1 0 0 0,0 0 0 0 0,1 0 0 0 0,-1 0 0 0 0,1 0 0 0 0,0 1 0 0 0,-1 0 0 0 0,1 1 0 0 0,0-1 0 0 0,14 0 0 0 0,-19 2 0 0 0,9 6 10 0 0,-2 5 33 0 0,22 30-22 0 0,-29-39-16 0 0,-1 1 1 0 0,1-1-1 0 0,0 0 0 0 0,0 0 1 0 0,0 0-1 0 0,1 0 0 0 0,2 2 1 0 0,-5-4-6 0 0,16 12 10 0 0,23 14 1 0 0,-27-20 0 0 0,0-1-1 0 0,0 0 1 0 0,25 6 0 0 0,22 2 7 0 0,1-3 1 0 0,1-3 0 0 0,65-1-1 0 0,134 6-18 0 0,-17 1 0 0 0,11-6 0 0 0,90 2 0 0 0,422-11 208 0 0,-84-11-208 0 0,-311-9 4 0 0,-192 8-96 0 0,-127 11 28 0 0,-5-3 48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50:53.40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1047 0 24 0 0,'-12'3'3'0'0,"0"1"0"0"0,0 0 0 0 0,0 0 0 0 0,0 1 0 0 0,0 0 1 0 0,1 1-1 0 0,0 1 0 0 0,0 0 0 0 0,-14 12 0 0 0,-4 6 13 0 0,-48 53 0 0 0,-21 35-16 0 0,-102 104 0 0 0,71-106 0 0 0,-35 33 0 0 0,26 0 0 0 0,66-68 0 0 0,62-64 6 0 0,10-12-6 0 0,1 0 0 0 0,-1 0 1 0 0,0 0-1 0 0,0 0 0 0 0,0 0 0 0 0,0 0 0 0 0,0 0 1 0 0,0 0-1 0 0,0 0 0 0 0,0 0 0 0 0,0 0 1 0 0,0 0-1 0 0,0 0 0 0 0,0 0 0 0 0,0 0 1 0 0,0-1-1 0 0,0 1 0 0 0,0 0 0 0 0,0 0 0 0 0,1 0 1 0 0,-1 0-1 0 0,0 1 0 0 0,0-1 0 0 0,0 0 1 0 0,0 0-1 0 0,0 0 0 0 0,0 0 0 0 0,0 0 0 0 0,0 0 1 0 0,0 0-1 0 0,0 0 0 0 0,0 0 0 0 0,0 0 1 0 0,0 0-1 0 0,0 0 0 0 0,0 0 0 0 0,0 0 1 0 0,0 0-1 0 0,1 0 0 0 0,-1 0 0 0 0,0 0 0 0 0,0 0 1 0 0,0 0-1 0 0,0 0 0 0 0,0 0 0 0 0,0 0 1 0 0,0 0-1 0 0,0 0 0 0 0,0 1 0 0 0,0-1 1 0 0,0 0-1 0 0,0 0 0 0 0,0 0 0 0 0,0 0 0 0 0,0 0 1 0 0,0 0-1 0 0,0 0 0 0 0,22-16 35 0 0,50-49-25 0 0,-45 38-10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50:53.66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1179 0 79 0 0,'-40'37'28'0'0,"-67"82"-1"0"0,62-68-18 0 0,-13 17-9 0 0,-4-4 0 0 0,-82 68 0 0 0,-26-6-16 0 0,-3 4-15 0 0,12 13 14 0 0,4 18 17 0 0,156-161 0 0 0,-34 41 0 0 0,31-36 0 0 0,1-1 0 0 0,0 1 0 0 0,0 0 0 0 0,1 0 0 0 0,-1 0 0 0 0,1 0 0 0 0,-2 8 0 0 0,2 1 0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50:55.93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 0 0,'0'0'0'0'0,"0"0"0"0"0,0 0 0 0 0,1 0 0 0 0,-1 0 0 0 0,0 0 0 0 0,0 0 0 0 0,0 0 0 0 0,0 0 0 0 0,0 0 0 0 0,0 0 0 0 0,0 0 0 0 0,0 0 0 0 0,0 0 0 0 0,0 0 0 0 0,0 0 0 0 0,0 0 0 0 0,0 0 0 0 0,0 0 0 0 0,0 0 0 0 0,0 1 0 0 0,0-1 0 0 0,0 0 0 0 0,0 0 0 0 0,1 0 0 0 0,-1 0 0 0 0,0 0 0 0 0,0 0 0 0 0,0 0 0 0 0,0 0 0 0 0,0 0 0 0 0,0 0 0 0 0,0 0 0 0 0,0 0 0 0 0,0 0 0 0 0,0 0 0 0 0,0 0 0 0 0,0 0 0 0 0,0 0 0 0 0,0 0 0 0 0,0 1 0 0 0,0-1 0 0 0,0 0 0 0 0,0 0 0 0 0,0 0 0 0 0,0 0 0 0 0,0 0 0 0 0,0 0-1 0 0,0 0 1 0 0,0 0 0 0 0,0 0 0 0 0,0 0 0 0 0,-1 0 0 0 0,29 4 1 0 0,21 1-1 0 0,84 3 0 0 0,-78-6 53 0 0,114-1-21 0 0,202-2 10 0 0,-8-7-36 0 0,-143 5-78 0 0,-164 1 58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50:56.71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63 24 0 0,'-1'3'-1'0'0,"2"1"2"0"0,17 10-1 0 0,-2-1 0 0 0,20 11 0 0 0,-23-17 3 0 0,1 0 1 0 0,24 8-1 0 0,29 3 40 0 0,5-5-39 0 0,0-3 1 0 0,132 2-1 0 0,150-25-6 0 0,-262 8 1 0 0,333-34 1 0 0,-311 26 0 0 0,152-20 0 0 0,30-4 0 0 0,241-21 0 0 0,-503 53 0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50:57.43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68 32 24 0 0,'-1'-2'2'0'0,"1"0"1"0"0,-1 0 0 0 0,0 0 0 0 0,1 0 0 0 0,-1 0 0 0 0,0 0 0 0 0,-1 1 0 0 0,1-1 0 0 0,0 0 0 0 0,-3-2-1 0 0,4 3-1 0 0,0 1 0 0 0,-1-1 0 0 0,1 1-1 0 0,0-1 1 0 0,-1 1 0 0 0,1-1 0 0 0,-1 1-1 0 0,1 0 1 0 0,0-1 0 0 0,-1 1-1 0 0,1-1 1 0 0,-1 1 0 0 0,1 0 0 0 0,-1-1-1 0 0,0 1 1 0 0,1 0 0 0 0,-1 0 0 0 0,1 0-1 0 0,-1-1 1 0 0,1 1 0 0 0,-1 0-1 0 0,0 0 1 0 0,1 0 0 0 0,-1 0 0 0 0,1 0-1 0 0,-1 0 1 0 0,0 0 0 0 0,1 0 0 0 0,-1 0-1 0 0,1 0 1 0 0,-1 0 0 0 0,0 1-1 0 0,1-1 1 0 0,-1 0 0 0 0,1 0 0 0 0,-1 0-1 0 0,1 1 1 0 0,-1-1 0 0 0,1 0 0 0 0,-1 1-1 0 0,1-1 1 0 0,-1 1 0 0 0,0-1-1 0 0,-2 5 4 0 0,1 0-1 0 0,-1 0 1 0 0,0 0-1 0 0,1 1 1 0 0,0-1-1 0 0,-2 11 1 0 0,-5 35 40 0 0,7-34-29 0 0,1-4 33 0 0,0 32-24 0 0,2-31-4 0 0,0 0 0 0 0,3 14-1 0 0,-2-22-9 0 0,-1 1-1 0 0,1 0 1 0 0,0 0-1 0 0,1-1 1 0 0,0 1-1 0 0,5 9 1 0 0,-5-13-5 0 0,-1 1 1 0 0,0-1-1 0 0,1 0 1 0 0,0-1-1 0 0,-1 1 0 0 0,1 0 1 0 0,0-1-1 0 0,1 0 1 0 0,-1 1-1 0 0,0-1 1 0 0,1 0-1 0 0,4 2 0 0 0,-4-3 1 0 0,0 0 0 0 0,0-1 0 0 0,-1 1 0 0 0,1-1-1 0 0,0 1 1 0 0,0-1 0 0 0,0 0 0 0 0,0 0 0 0 0,7-2-1 0 0,-2 0 6 0 0,0 0-1 0 0,-1-1 1 0 0,16-7-1 0 0,-2-1 25 0 0,-1-1 0 0 0,26-20-1 0 0,58-51-17 0 0,47-33-342 0 0,-134 105 261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50:57.55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11 0 23 0 0,'0'2'0'0'0,"-1"-2"0"0"0,-1 0 0 0 0,1 0 0 0 0,0 0 0 0 0,-1 0 0 0 0,1 0 0 0 0,-2 0 0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50:59.45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4251 2272 55 0 0,'-288'55'0'0'0,"50"-16"0"0"0,-279 8 0 0 0,-144-59 0 0 0,3-49 0 0 0,104-15 0 0 0,10-48 0 0 0,300 40 0 0 0,188 60 0 0 0,1-2 0 0 0,-62-41 0 0 0,85 46 8 0 0,1-2 0 0 0,1-1 0 0 0,2-2 0 0 0,0-1 0 0 0,1-1 0 0 0,2-1 0 0 0,-30-45 0 0 0,46 60-3 0 0,1 0 0 0 0,0-1 0 0 0,2 0 0 0 0,-1 0 0 0 0,2-1 0 0 0,0 0 0 0 0,1 0 0 0 0,-4-30 0 0 0,6 26-2 0 0,2 0 0 0 0,0 0 0 0 0,1 0-1 0 0,1 0 1 0 0,1 0 0 0 0,10-37-1 0 0,-4 28-2 0 0,1 1 0 0 0,2 0 0 0 0,1 0 0 0 0,1 1 0 0 0,18-25 0 0 0,-9 18 0 0 0,2 2 0 0 0,1 1 0 0 0,36-33 0 0 0,4 7 0 0 0,3 2 0 0 0,140-83 0 0 0,-97 71 0 0 0,164-70 0 0 0,206-42 0 0 0,12 30 0 0 0,-280 92-5 0 0,241-31 0 0 0,315 26-53 0 0,-555 61 60 0 0,341 44 0 0 0,-444-26-2 0 0,-1 6 0 0 0,-1 5 0 0 0,187 72 0 0 0,-288-96 0 0 0,275 119 0 0 0,-230-96 0 0 0,0 3 0 0 0,-3 2 0 0 0,52 41 0 0 0,-62-39 0 0 0,-1 2 0 0 0,-2 2 0 0 0,-2 1 0 0 0,39 54 0 0 0,-55-65 0 0 0,-2 1 0 0 0,-1 0 0 0 0,-1 2 0 0 0,-1 0 0 0 0,-2 0 0 0 0,-2 1 0 0 0,14 59 0 0 0,-21-66 0 0 0,-1 0 0 0 0,-1 0 0 0 0,-1 1 0 0 0,-2-1 0 0 0,0 0 0 0 0,-2 0 0 0 0,-1 0 0 0 0,-1-1 0 0 0,-13 43 0 0 0,6-35 0 0 0,0-1 0 0 0,-3-1 0 0 0,0 0 0 0 0,-2-1 0 0 0,-1-1 0 0 0,-38 47 0 0 0,-191 168 64 0 0,189-193-48 0 0,-2-3 0 0 0,-2-2 0 0 0,-94 51 0 0 0,-297 113-16 0 0,354-171 0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50:59.60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153 78 311 0 0,'-27'-19'0'0'0,"6"7"0"0"0,3 2 0 0 0,5 4 0 0 0,6 3 0 0 0,3 0 0 0 0,-3 0 0 0 0,-6-2 0 0 0,-6-3 0 0 0,-4-1 0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51:01.12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 0 0,'24'26'0'0'0,"24"25"0"0"0,4 7 0 0 0,-13-6 10 0 0,-23-29 33 0 0,103 190-33 0 0,-85-142 1 0 0,-4 1 0 0 0,24 83-1 0 0,-44-118-5 0 0,-1-1 0 0 0,-2 2-1 0 0,-2-1 1 0 0,-2 1-1 0 0,-1 0 1 0 0,-4 54-1 0 0,-1-69-4 0 0,-1-1 0 0 0,0 0 0 0 0,-2 0 0 0 0,-1 0 0 0 0,0-1 0 0 0,-2 0 0 0 0,0-1 0 0 0,-1 0 0 0 0,-2 0 0 0 0,1-1 0 0 0,-2 0 0 0 0,-1-1 0 0 0,-29 30 0 0 0,38-43 0 0 0,0 0 0 0 0,0-1 0 0 0,-1 1 0 0 0,0-1 0 0 0,0-1 0 0 0,0 1 0 0 0,-8 3 0 0 0,3-4 0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51:01.40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97 0 24 0 0,'-2'1'0'0'0,"0"0"0"0"0,0-1 0 0 0,0 1 0 0 0,0 0 0 0 0,1 0 0 0 0,-1 0 0 0 0,0 0 0 0 0,1 0 0 0 0,-1 1 0 0 0,0-1 0 0 0,1 1 0 0 0,-1-1 0 0 0,1 1 0 0 0,0-1 0 0 0,0 1 0 0 0,-1 0 0 0 0,1-1 0 0 0,-1 4 0 0 0,-1 3 0 0 0,0 0 0 0 0,0 0 0 0 0,-2 12 0 0 0,2-5 0 0 0,-38 184 80 0 0,37-169-70 0 0,1 0-1 0 0,2-1 1 0 0,1 1-1 0 0,8 56 0 0 0,0-58-9 0 0,-7-24 0 0 0,1 0 0 0 0,0 0 0 0 0,0 0 0 0 0,0 0 0 0 0,1 0 0 0 0,-1 0 0 0 0,5 5 0 0 0,-3-6 0 0 0,-1 0 0 0 0,1 0 0 0 0,-1 0 0 0 0,1 0 0 0 0,0 0 0 0 0,0-1 0 0 0,1 1 0 0 0,-1-1 0 0 0,9 3 0 0 0,-9-4 0 0 0,0-1 0 0 0,0 1 0 0 0,0-1 0 0 0,0 0 0 0 0,0 1 0 0 0,0-2 0 0 0,1 1 0 0 0,-1-1 0 0 0,0 1 0 0 0,7-3 0 0 0,1-2 0 0 0,0 1 0 0 0,-1-2 0 0 0,0 0 0 0 0,0 0 0 0 0,0-1 0 0 0,18-15 0 0 0,-3-1 0 0 0,29-33 0 0 0,-3-8 0 0 0,-27 28 0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51:01.80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 1 7 0 0,'-2'6'1'0'0,"2"-6"-1"0"0,0 0 0 0 0,-1 1 0 0 0,1-1 0 0 0,0 1 0 0 0,0-1 0 0 0,0 0 0 0 0,-1 1 0 0 0,1-1-1 0 0,0 1 1 0 0,0-1 0 0 0,0 1 0 0 0,0-1 0 0 0,0 1 0 0 0,0-1 0 0 0,0 1 0 0 0,0-1 0 0 0,0 1 0 0 0,0-1 0 0 0,0 1 0 0 0,1 1 1 0 0,0 0 0 0 0,0 1 0 0 0,0-1 1 0 0,1 0-1 0 0,-1 0 0 0 0,1 0 1 0 0,-1-1-1 0 0,3 4 0 0 0,33 29 42 0 0,9-2-22 0 0,-22-20 22 0 0,43 15-33 0 0,1-6-10 0 0,1-3 0 0 0,9 1 0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51:02.03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90 0 55 0 0,'-1'3'0'0'0,"-1"2"0"0"0,1 1 0 0 0,0-2 0 0 0,-1 1 0 0 0,1 6 0 0 0,-3 7 0 0 0,-3 11 0 0 0,-3 12 0 0 0,-1 6 0 0 0,0 2 64 0 0,2-3-64 0 0,1-4 0 0 0,-1-7 0 0 0,2-2 0 0 0,3-7 0 0 0,3-5 0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51:02.40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44 24 0 0,'4'0'5'0'0,"2"-1"-16"0"0,21-9 83 0 0,-18 7-62 0 0,-2 0 5 0 0,1 1-1 0 0,-1 0 0 0 0,12-1 0 0 0,-6 0-6 0 0,-2 0 13 0 0,0 1 0 0 0,20-2-1 0 0,-17 3-10 0 0,40-4 46 0 0,6 3-46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51:03.33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20 5 24 0 0,'-1'0'1'0'0,"0"-1"0"0"0,-1 0 0 0 0,1 1 1 0 0,-1-1-1 0 0,1 1 0 0 0,-1 0 0 0 0,1-1 1 0 0,-1 1-1 0 0,-1 0 0 0 0,-1 1 32 0 0,15 2-4 0 0,20 6 25 0 0,22 2-1 0 0,16 2 21 0 0,-62-12-60 0 0,0 1-1 0 0,1 0 0 0 0,12 7 1 0 0,-19-9-14 0 0,0 0 1 0 0,0 1-1 0 0,0-1 1 0 0,0 1-1 0 0,0 0 1 0 0,-1-1-1 0 0,1 1 0 0 0,0 0 1 0 0,0-1-1 0 0,-1 1 1 0 0,1 0-1 0 0,0 0 1 0 0,-1 0-1 0 0,1-1 1 0 0,-1 1-1 0 0,1 0 0 0 0,-1 0 1 0 0,1 0-1 0 0,-1 1 1 0 0,0-1-1 0 0,0 0 0 0 0,0 0 0 0 0,0-1 0 0 0,0 1 1 0 0,0 0-1 0 0,-1 0 0 0 0,1-1 0 0 0,0 1 0 0 0,0 0 0 0 0,-1-1 0 0 0,1 1 0 0 0,-1 0 1 0 0,1 0-1 0 0,-1-1 0 0 0,1 1 0 0 0,-1-1 0 0 0,1 1 0 0 0,-1-1 0 0 0,0 2 1 0 0,-5 2-2 0 0,-1 0 1 0 0,1 0-1 0 0,-1 0 1 0 0,-9 3 0 0 0,1 0 0 0 0,-15 9-4 0 0,-25 14 13 0 0,50-27-19 0 0,0 0 1 0 0,1 1-1 0 0,-1 0 1 0 0,0 0-1 0 0,1 1 1 0 0,0-1-1 0 0,-6 10 0 0 0,9-13 8 0 0,0 1-1 0 0,1 0 1 0 0,-1 0-1 0 0,1 0 1 0 0,0-1-1 0 0,-1 1 1 0 0,1 0-1 0 0,0 0 0 0 0,0 0 1 0 0,0 0-1 0 0,0 0 1 0 0,1-1-1 0 0,-1 1 1 0 0,0 0-1 0 0,1 0 1 0 0,-1 0-1 0 0,1 0 0 0 0,0-1 1 0 0,0 1-1 0 0,0 0 1 0 0,-1-1-1 0 0,1 1 1 0 0,1-1-1 0 0,1 3 0 0 0,-3-3 3 0 0,1 0 0 0 0,0 0 0 0 0,1 0 0 0 0,-1 1 0 0 0,0-1 0 0 0,1 0 0 0 0,-1 0 0 0 0,1 0 0 0 0,2 1 0 0 0,8 5 0 0 0,1-1 0 0 0,17 7 0 0 0,-15-9 0 0 0,0 0 0 0 0,19 2 0 0 0,-15-3 1 0 0,2 0-6 0 0,37 2-1 0 0,-56-5-48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51:03.63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 0 0,'0'0'-1'0'0,"0"1"1"0"0,0-1 0 0 0,0 1 0 0 0,0-1 0 0 0,0 1 0 0 0,0-1 0 0 0,0 1 0 0 0,1-1 0 0 0,-1 1 0 0 0,0-1 0 0 0,0 0 0 0 0,0 1 0 0 0,1-1 0 0 0,-1 1 0 0 0,0-1 0 0 0,1 0 0 0 0,-1 1 0 0 0,0-1 0 0 0,1 0 0 0 0,-1 1 0 0 0,18 7 11 0 0,-6-6 32 0 0,4 0-38 0 0,21 0 0 0 0,2-7-5 0 0,-27 3 0 0 0,-1 0 0 0 0,16 0 0 0 0,-26 2 0 0 0,0 0 0 0 0,0 0 0 0 0,0 0 0 0 0,0 1 0 0 0,0-1 0 0 0,0 0 0 0 0,0 0 0 0 0,-1 1 0 0 0,1-1 0 0 0,0 0 0 0 0,0 1 0 0 0,0-1 0 0 0,-1 1 0 0 0,1-1 0 0 0,0 1 0 0 0,0-1 0 0 0,-1 1 0 0 0,1 0 0 0 0,0-1 0 0 0,-1 1 0 0 0,1 0 0 0 0,-1 0 0 0 0,1-1 0 0 0,-1 1 0 0 0,1 0 0 0 0,-1 0 0 0 0,0 0 0 0 0,1-1 0 0 0,-1 1 0 0 0,0 0 0 0 0,0 0 0 0 0,1 0 0 0 0,-1 0 0 0 0,0 0 0 0 0,0 1 0 0 0,0 5 0 0 0,0 0 0 0 0,0 0 0 0 0,-3 14 0 0 0,1-6 0 0 0,-4 18 0 0 0,5-27 0 0 0,-1 1 0 0 0,1 0 0 0 0,0-1 0 0 0,1 1 0 0 0,0 0 0 0 0,0 0 0 0 0,0 0 0 0 0,1 6 0 0 0,0-13 0 0 0,-1 1 0 0 0,0-1 0 0 0,0 0 0 0 0,0 1 0 0 0,0-1 0 0 0,0 0 0 0 0,0 0 0 0 0,1 1 0 0 0,-1-1 0 0 0,0 0 0 0 0,0 0 0 0 0,0 1 0 0 0,1-1 0 0 0,-1 0 0 0 0,0 0 0 0 0,0 1 0 0 0,1-1 0 0 0,-1 0 0 0 0,0 0 0 0 0,1 0 0 0 0,-1 0 0 0 0,0 0 0 0 0,0 1 0 0 0,1-1 0 0 0,-1 0 0 0 0,0 0 0 0 0,1 0 0 0 0,-1 0 0 0 0,0 0 0 0 0,1 0 0 0 0,-1 0 0 0 0,0 0 0 0 0,1 0 0 0 0,-1 0 0 0 0,0 0 0 0 0,1 0 0 0 0,-1 0 0 0 0,0 0 0 0 0,1-1 0 0 0,-1 1 0 0 0,0 0 0 0 0,0 0 0 0 0,1 0 0 0 0,-1 0 0 0 0,0-1 0 0 0,1 1 0 0 0,-1 0 0 0 0,0 0 0 0 0,0 0 0 0 0,0-1 0 0 0,1 1 0 0 0,-1 0 0 0 0,0-1 0 0 0,4-2 0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51:03.85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98 3 24 0 0,'0'0'0'0'0,"0"0"0"0"0,0-1 0 0 0,0 1 0 0 0,0 0 0 0 0,0 0 0 0 0,0 0 0 0 0,0 0 0 0 0,0 0 0 0 0,0 0 0 0 0,0 0 0 0 0,0 0 0 0 0,0 0 0 0 0,0-1 0 0 0,0 1 0 0 0,0 0 0 0 0,0 0 0 0 0,0 0 0 0 0,0 0 0 0 0,0 0 0 0 0,-1 0 0 0 0,1 0 0 0 0,0 0 0 0 0,0 0 0 0 0,0 0 0 0 0,0 0 0 0 0,0 0 0 0 0,0 0 0 0 0,0 0 0 0 0,0 0 0 0 0,-1 0 0 0 0,1 0 0 0 0,0 0 0 0 0,0 0 0 0 0,0 0 0 0 0,0 0 0 0 0,0 0 0 0 0,0 0 0 0 0,0 0 0 0 0,0 0 0 0 0,-1 0 0 0 0,1 0 0 0 0,0 0 0 0 0,0 0 0 0 0,0 0 0 0 0,0 0 0 0 0,0 0 0 0 0,0 0 0 0 0,0 0 0 0 0,0 0 0 0 0,0 0 0 0 0,-1 0 0 0 0,-3 8-1 0 0,-2 13 8 0 0,5-19-3 0 0,-3 15 16 0 0,-50 200 175 0 0,45-169-177 0 0,2 0 0 0 0,-2 77 0 0 0,9-115-18 0 0,0-1 0 0 0,1 0 0 0 0,0 0 0 0 0,4 15 0 0 0,0-10 0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51:04.39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24 24 0 0,'2'0'0'0'0,"2"0"-1"0"0,24-8 12 0 0,25-2 32 0 0,5 4-22 0 0,-34 7 22 0 0,25 4-22 0 0,-48-5-19 0 0,0 0 1 0 0,0 0-1 0 0,0 0 0 0 0,0 1 0 0 0,0-1 1 0 0,1 0-1 0 0,-1 0 0 0 0,0 1 0 0 0,0-1 1 0 0,0 1-1 0 0,0-1 0 0 0,0 1 0 0 0,0-1 1 0 0,0 1-1 0 0,-1-1 0 0 0,1 1 0 0 0,0 0 1 0 0,1 0-1 0 0,29 27 8 0 0,-30-27-10 0 0,-1-1 0 0 0,1 1 0 0 0,-1-1 0 0 0,1 1 0 0 0,-1-1 0 0 0,0 1 0 0 0,1-1 0 0 0,-1 1 0 0 0,0 0 0 0 0,1-1 0 0 0,-1 1 0 0 0,0-1 0 0 0,0 1 0 0 0,0 0 0 0 0,0-1 0 0 0,0 1 0 0 0,0 0 0 0 0,1-1 0 0 0,-1 1 0 0 0,-1 0 0 0 0,1-1 0 0 0,0 1 0 0 0,0 0 0 0 0,0-1 0 0 0,0 1 0 0 0,0 0 0 0 0,-1-1 0 0 0,1 1 0 0 0,0-1 0 0 0,0 1 0 0 0,-1 0 0 0 0,0 0 0 0 0,-14 13 0 0 0,11-10 0 0 0,-14 10 0 0 0,-1 0 0 0 0,0-1 0 0 0,-1-1 0 0 0,0-1 0 0 0,-32 13 0 0 0,2 0 0 0 0,49-24 0 0 0,0 0 0 0 0,1 0 0 0 0,-1 0 0 0 0,1 1 0 0 0,-1-1 0 0 0,0 0 0 0 0,1 0 0 0 0,-1 1 0 0 0,1-1 0 0 0,-1 0 0 0 0,1 1 0 0 0,-1-1 0 0 0,1 1 0 0 0,-1-1 0 0 0,1 1 0 0 0,-1-1 0 0 0,1 1 0 0 0,0-1 0 0 0,-1 1 0 0 0,1-1 0 0 0,0 1 0 0 0,-1 0 0 0 0,1-1 0 0 0,0 1 0 0 0,0 0 0 0 0,0-1 0 0 0,-1 1 0 0 0,1-1 0 0 0,0 1 0 0 0,0 0 0 0 0,0 0 0 0 0,1 0 0 0 0,-1 0 0 0 0,1 0 0 0 0,-1 0 0 0 0,1-1 0 0 0,0 1 0 0 0,-1 0 0 0 0,1-1 0 0 0,0 1 0 0 0,0 0 0 0 0,-1-1 0 0 0,1 1 0 0 0,0-1 0 0 0,1 1 0 0 0,25 9 0 0 0,-12-6 0 0 0,26 4 0 0 0,-23-7-5 0 0,22-1 0 0 0,-28 0-49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51:04.62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43 0 79 0 0,'-1'4'5'0'0,"0"0"-1"0"0,1-1 1 0 0,-1 1-1 0 0,0 0 1 0 0,-3 4-1 0 0,-1 8 23 0 0,-6 39-1 0 0,2 0 0 0 0,3 1-1 0 0,2-1 1 0 0,4 71 0 0 0,1-110-41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51:04.92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26 1 24 0 0,'-1'15'0'0'0,"0"1"0"0"0,-2-1 0 0 0,-5 21 0 0 0,4-23 0 0 0,2-1 0 0 0,-1 1 0 0 0,1-1 0 0 0,1 1 0 0 0,0 22 0 0 0,1-34 0 0 0,0-1 0 0 0,0 1 0 0 0,0-1 0 0 0,0 0 0 0 0,0 1 0 0 0,0-1 0 0 0,0 1 0 0 0,0-1 0 0 0,1 1 0 0 0,-1-1 0 0 0,0 1 0 0 0,0-1 0 0 0,0 0 0 0 0,0 1 0 0 0,0-1 0 0 0,1 1 0 0 0,-1-1 0 0 0,0 0 0 0 0,0 1 0 0 0,1-1 0 0 0,-1 0 0 0 0,0 1 0 0 0,1-1 0 0 0,-1 0 0 0 0,0 0 0 0 0,1 1 0 0 0,-1-1 0 0 0,0 0 0 0 0,1 1 0 0 0,0-2 0 0 0,0 1 0 0 0,-1 0 0 0 0,1 0 0 0 0,0 0 0 0 0,-1-1 0 0 0,1 1 0 0 0,0 0 0 0 0,-1-1 0 0 0,1 1 0 0 0,-1 0 0 0 0,1-1 0 0 0,-1 1 0 0 0,1-1 0 0 0,-1 1 0 0 0,1-1 0 0 0,0 0 0 0 0,19-28 0 0 0,-18 26 0 0 0,29-44 0 0 0,-19 29 0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51:05.07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 1 24 0 0,'-1'41'0'0'0,"0"-12"0"0"0,1 0 0 0 0,2 0 0 0 0,9 52 0 0 0,-10-76 0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51:05.28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55 24 0 0,'1'0'0'0'0,"1"0"0"0"0,-1 0 0 0 0,0 0 0 0 0,0 0 0 0 0,1 0 0 0 0,-1-1 0 0 0,0 1 0 0 0,0 0 0 0 0,0-1 0 0 0,3 0 0 0 0,10-5 10 0 0,-3 3 33 0 0,34-13-33 0 0,13-3-10 0 0,-9 12 0 0 0,-38 8 0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51:05.44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 8 23 0 0,'-1'6'0'0'0,"0"-3"0"0"0,1-1 0 0 0,0 0 0 0 0,1-1 0 0 0,0 1 0 0 0,2-2 0 0 0,2 1 0 0 0,4-1 0 0 0,2 0 0 0 0,1-3 64 0 0,50-19-64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51:05.86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102 0 24 0 0,'-18'20'0'0'0,"8"-8"12"0"0,0 1 0 0 0,0 0 0 0 0,1 0 0 0 0,1 1 0 0 0,-10 24 0 0 0,14-30-7 0 0,1 0 1 0 0,0 0-1 0 0,1 0 1 0 0,0 0-1 0 0,0 1 1 0 0,1-1-1 0 0,0 1 1 0 0,1-1-1 0 0,-1 0 1 0 0,2 1-1 0 0,-1-1 1 0 0,3 12-1 0 0,-3-17-5 0 0,1 0 0 0 0,0-1 0 0 0,0 1 0 0 0,0-1 0 0 0,0 1 0 0 0,0-1 0 0 0,0 0 0 0 0,1 1 0 0 0,-1-1 0 0 0,1 0 0 0 0,2 3 0 0 0,-3-5 0 0 0,0 1 0 0 0,0 0 0 0 0,0-1 0 0 0,0 0 0 0 0,0 1 0 0 0,0-1 0 0 0,0 1 0 0 0,0-1 0 0 0,0 0 0 0 0,0 0 0 0 0,0 0 0 0 0,0 0 0 0 0,0 0 0 0 0,0 0 0 0 0,0 0 0 0 0,0 0 0 0 0,1 0 0 0 0,49-4 0 0 0,-48 3 2 0 0,0 1 0 0 0,0-1-1 0 0,0 0 1 0 0,0 0-1 0 0,0 0 1 0 0,-1-1 0 0 0,1 1-1 0 0,0-1 1 0 0,-1 1-1 0 0,1-1 1 0 0,-1 0 0 0 0,1 0-1 0 0,-1 0 1 0 0,0 0-1 0 0,3-4 1 0 0,3-2 26 0 0,1 0-24 0 0,8-9 1 0 0,18-20-1 0 0,-32 32-4 0 0,1 0 0 0 0,-1 1-1 0 0,1-1 1 0 0,-1-1 0 0 0,-1 1 0 0 0,1 0-1 0 0,-1-1 1 0 0,0 1 0 0 0,0-1 0 0 0,1-6-1 0 0,-3 10-2 0 0,1 1 0 0 0,-1 0 0 0 0,0-1 0 0 0,0 1 0 0 0,0 0 0 0 0,0 0 0 0 0,0-1 0 0 0,0 1 0 0 0,0 0 0 0 0,0-1 0 0 0,-1 1 0 0 0,1 0 0 0 0,0 0 0 0 0,-1-1 0 0 0,1 1 0 0 0,-1 0 0 0 0,0 0 0 0 0,1 0 0 0 0,-1 0 0 0 0,0 0 0 0 0,0 0 0 0 0,1 0 0 0 0,-1 0 0 0 0,0 0 0 0 0,0 0 0 0 0,0 0 0 0 0,0 0 0 0 0,-2 0-1 0 0,-5-2 4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51:05.98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39 23 0 0,'2'0'0'0'0,"-1"-1"0"0"0,0 1 0 0 0,1 0 0 0 0,-1-2 0 0 0,2 2 0 0 0,4-2 0 0 0,2-1 0 0 0,5-3 0 0 0,35-6 0 0 0,-34 9 0 0 0,0 0 0 0 0,-1 1 0 0 0,0 0 0 0 0,0 1 0 0 0,-3 0 0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51:06.16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45 1 24 0 0,'0'0'-1'0'0,"-1"1"1"0"0,0-1 0 0 0,0 0 0 0 0,1 1 0 0 0,-1-1 0 0 0,1 0 0 0 0,-1 1 0 0 0,0-1 0 0 0,1 1 0 0 0,-1 0 0 0 0,1-1 0 0 0,-1 1 0 0 0,1-1 0 0 0,-1 1 0 0 0,1 0 0 0 0,0-1 0 0 0,-1 1 0 0 0,1 0 0 0 0,0-1 0 0 0,-1 1 0 0 0,1 0 0 0 0,0 0 0 0 0,0 0 0 0 0,-7 25 1 0 0,6-19-1 0 0,-8 36 32 0 0,2-1 1 0 0,2 1 0 0 0,1 47 0 0 0,14 130-21 0 0,-9-207-12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51:06.95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 0 0,'-1'2'1'0'0,"1"-1"0"0"0,0 0 0 0 0,0 0 0 0 0,0 0 0 0 0,0 1 0 0 0,0-1 0 0 0,1 0 0 0 0,-1 0 0 0 0,0 0 0 0 0,0 1 0 0 0,1-1 0 0 0,-1 0 0 0 0,1 0 0 0 0,-1 0 0 0 0,1 0 0 0 0,-1 0 0 0 0,1 0 0 0 0,0 0 0 0 0,0 0 0 0 0,-1 0 0 0 0,1 0 0 0 0,0 0 0 0 0,0-1 0 0 0,0 1 0 0 0,0 0 0 0 0,0 0 0 0 0,0-1 0 0 0,0 1 0 0 0,0-1 0 0 0,0 1 0 0 0,0-1 0 0 0,0 1 0 0 0,1-1 0 0 0,-1 0 0 0 0,0 1 0 0 0,0-1 0 0 0,0 0 0 0 0,2 0 0 0 0,3 0 13 0 0,0-1 0 0 0,0 1 1 0 0,0-1-1 0 0,0-1 1 0 0,11-3-1 0 0,-16 5-12 0 0,10-4 9 0 0,0 1 32 0 0,32-7-33 0 0,-37 8-10 0 0,-1 1 0 0 0,0 0 0 0 0,0 1 0 0 0,0-1 0 0 0,0 1 0 0 0,0 0 0 0 0,0 1 0 0 0,10 1 0 0 0,-13-2 0 0 0,0 1 0 0 0,-1 0 0 0 0,1 0 0 0 0,0 0 0 0 0,-1 0 0 0 0,1 0 0 0 0,-1 0 0 0 0,1 0 0 0 0,-1 1 0 0 0,0-1 0 0 0,1 1 0 0 0,-1-1 0 0 0,0 1 0 0 0,0-1 0 0 0,0 1 0 0 0,0-1 0 0 0,0 1 0 0 0,0 2 0 0 0,0-3 0 0 0,-1 0 0 0 0,0-1 0 0 0,0 1 0 0 0,0 0 0 0 0,0 0 0 0 0,0-1 0 0 0,0 1 0 0 0,0 0 0 0 0,0 0 0 0 0,0 0 0 0 0,-1-1 0 0 0,1 1 0 0 0,0 0 0 0 0,0 0 0 0 0,-1-1 0 0 0,1 1 0 0 0,-1 0 0 0 0,1-1 0 0 0,0 1 0 0 0,-1 0 0 0 0,1-1 0 0 0,-1 2 0 0 0,-15 11 0 0 0,11-9 0 0 0,-51 40-9 0 0,36-30-22 0 0,-31 28-1 0 0,50-41 32 0 0,0-1-1 0 0,1 1 0 0 0,-1 0 0 0 0,0-1 0 0 0,1 1 0 0 0,-1 0 0 0 0,1-1 1 0 0,-1 1-1 0 0,1 0 0 0 0,-1 0 0 0 0,1 0 0 0 0,-1-1 0 0 0,1 1 0 0 0,0 0 1 0 0,-1 0-1 0 0,1 0 0 0 0,0 0 0 0 0,0 0 0 0 0,0 0 0 0 0,0 0 0 0 0,0 0 0 0 0,0-1 1 0 0,0 1-1 0 0,0 0 0 0 0,0 0 0 0 0,0 0 0 0 0,0 0 0 0 0,0 0 0 0 0,1 0 1 0 0,-1 0-1 0 0,0-1 0 0 0,1 1 0 0 0,-1 0 0 0 0,1 0 0 0 0,-1 0 0 0 0,2 0 0 0 0,-1 1 0 0 0,0-1-1 0 0,1 0 0 0 0,-1-1 0 0 0,0 1 0 0 0,1 0 0 0 0,-1 0 1 0 0,1-1-1 0 0,0 1 0 0 0,-1 0 0 0 0,1-1 0 0 0,2 1 0 0 0,1 0 1 0 0,0-1-1 0 0,0 0 0 0 0,1 0 1 0 0,-1 0-1 0 0,5-1 0 0 0,11-1 2 0 0,0-2 0 0 0,31-9 0 0 0,-12-2 0 0 0,-28 8 0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51:07.13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35 1 24 0 0,'-1'2'2'0'0,"-1"0"0"0"0,0 1 1 0 0,0-1-1 0 0,1 1 0 0 0,0 0 1 0 0,-1 0-1 0 0,1-1 0 0 0,0 1 1 0 0,-1 5-1 0 0,-5 31 33 0 0,5-25-30 0 0,-3 20 17 0 0,1-1-1 0 0,2 66 0 0 0,3-85-21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51:07.37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60 0 24 0 0,'-4'4'0'0'0,"0"1"0"0"0,0-1 0 0 0,0 1 0 0 0,0 0 0 0 0,0 0 0 0 0,1 1 0 0 0,0-1 0 0 0,0 1 0 0 0,-3 9 0 0 0,1 0 9 0 0,2-7 5 0 0,0 0-1 0 0,0 0 0 0 0,1 1 1 0 0,1-1-1 0 0,-1 1 1 0 0,1-1-1 0 0,0 1 1 0 0,1-1-1 0 0,1 11 0 0 0,-1-17-11 0 0,0-1-1 0 0,1 0 0 0 0,-1 0 1 0 0,0 0-1 0 0,1 0 0 0 0,-1 1 1 0 0,1-1-1 0 0,-1 0 0 0 0,1 0 0 0 0,-1 0 1 0 0,1 0-1 0 0,1 1 0 0 0,-1-1 3 0 0,0 0 0 0 0,1-1-1 0 0,-1 1 1 0 0,0 0-1 0 0,1-1 1 0 0,-1 1 0 0 0,1 0-1 0 0,-1-1 1 0 0,0 0-1 0 0,1 1 1 0 0,-1-1 0 0 0,1 0-1 0 0,0 0 1 0 0,-1 0 0 0 0,3 0-1 0 0,9-3 40 0 0,40-15-33 0 0,-3-6-10 0 0,-4-2 0 0 0,-14 7 0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51:07.78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15 15 0 0,'19'-6'144'0'0,"10"-2"-78"0"0,-16 8-8 0 0,-5-1-55 0 0,0 2-1 0 0,1-1 1 0 0,-1 1-1 0 0,11 2 0 0 0,-10 0-2 0 0,0 0 0 0 0,0 1 0 0 0,0 0 0 0 0,11 7 0 0 0,-18-10 0 0 0,0 1 0 0 0,0-1 0 0 0,0 1 0 0 0,0-1 0 0 0,0 1 0 0 0,0 0 0 0 0,0 0 0 0 0,-1 0 0 0 0,1 0 0 0 0,-1 0 0 0 0,0 0 0 0 0,1 0 0 0 0,-1 1 0 0 0,0-1 0 0 0,0 0 0 0 0,-1 1 0 0 0,1-1 0 0 0,0 1 0 0 0,0 2 0 0 0,-1 1 0 0 0,0-1 0 0 0,0 0 0 0 0,0 1 0 0 0,-1-1 0 0 0,0 0 0 0 0,-1 7 0 0 0,-5 9 0 0 0,-1-1 0 0 0,0-1 0 0 0,-2 0 0 0 0,0 0 0 0 0,-18 25 0 0 0,17-28 0 0 0,4-7-1 0 0,6-11-61 0 0,8-16-11 0 0,-1 7 73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51:07.94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30 55 0 0,'0'0'1'0'0,"0"1"-1"0"0,0-1 1 0 0,0 0-1 0 0,0 0 0 0 0,1 0 1 0 0,-1 1-1 0 0,0-1 1 0 0,0 0-1 0 0,0 0 0 0 0,0 0 1 0 0,1 0-1 0 0,-1 1 1 0 0,0-1-1 0 0,0 0 0 0 0,0 0 1 0 0,1 0-1 0 0,-1 0 1 0 0,0 0-1 0 0,0 0 0 0 0,0 0 1 0 0,1 0-1 0 0,-1 0 1 0 0,0 0-1 0 0,0 0 0 0 0,1 0 1 0 0,-1 0-1 0 0,0 0 1 0 0,0 0-1 0 0,1 0 0 0 0,-1 0 1 0 0,0 0-1 0 0,0 0 1 0 0,0 0-1 0 0,1 0 0 0 0,-1 0 1 0 0,11-2 28 0 0,-9 1-19 0 0,12-1 8 0 0,14-2 1 0 0,-2-2 0 0 0,35-10-1 0 0,-55 14-18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51:08.13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48 0 24 0 0,'-2'3'3'0'0,"0"-1"1"0"0,1 1 0 0 0,-1-1 0 0 0,1 1-1 0 0,0 0 1 0 0,0-1 0 0 0,0 1 0 0 0,1 0-1 0 0,-1 0 1 0 0,0 0 0 0 0,1 0 0 0 0,0 0-1 0 0,0-1 1 0 0,0 5 0 0 0,-1 7 23 0 0,-6 36 95 0 0,5-24-97 0 0,-2 0 0 0 0,-11 36-1 0 0,10-46-24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09:51:08.48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163 1 24 0 0,'-3'1'3'0'0,"0"0"0"0"0,0 0 0 0 0,0 1 1 0 0,0-1-1 0 0,1 1 0 0 0,-1 0 0 0 0,0 0 1 0 0,1 0-1 0 0,-4 4 0 0 0,-22 25 89 0 0,18-18-77 0 0,-13 13 41 0 0,-47 53-65 0 0,71-80 4 0 0,-1 0 0 0 0,1 1 1 0 0,0-1-1 0 0,0 0 0 0 0,0 1 0 0 0,1-1 0 0 0,-1 0 0 0 0,0 1 1 0 0,0 0-1 0 0,0-1 0 0 0,0 1 0 0 0,0 0 0 0 0,1-1 0 0 0,-1 1 1 0 0,0 0-1 0 0,0 0 0 0 0,1 0 0 0 0,-1 0 0 0 0,0 0 0 0 0,0 0 1 0 0,0 0-1 0 0,1 1 0 0 0,-1-1 0 0 0,0 0 0 0 0,0 1 0 0 0,2 0 0 0 0,0 1 7 0 0,2 1 11 0 0,0 0 1 0 0,0 0-1 0 0,0-1 1 0 0,1 0 0 0 0,10 3-1 0 0,-14-5 40 0 0,7 0 1 0 0,31-4-33 0 0,-22 0 22 0 0,23-9-33 0 0,-36 11-10 0 0,5-2 0 0 0,0-1 0 0 0,0 1 0 0 0,15-12 0 0 0,-13 8 0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14:19.87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216 411 24 0 0,'0'12'0'0'0,"-2"0"0"0"0,0 0 0 0 0,-4 13 0 0 0,0 6 0 0 0,0-3 14 0 0,3 0 0 0 0,0 0 0 0 0,2 1 0 0 0,0-1 1 0 0,2 0-1 0 0,2 1 0 0 0,0-1 0 0 0,14 50 0 0 0,-5-44 11 0 0,2-1 0 0 0,31 56 0 0 0,-32-70 18 0 0,31 37-33 0 0,4-4 1 0 0,-28-34 32 0 0,32 20-33 0 0,-33-26-10 0 0,27 14 0 0 0,-25-17 0 0 0,32 10 0 0 0,-26-11 0 0 0,34 4 0 0 0,-30-8 0 0 0,-1-1 0 0 0,1-2 0 0 0,0-1 0 0 0,0-1 0 0 0,0-2 0 0 0,-1-1 0 0 0,1-2 0 0 0,40-12 0 0 0,-42 7 0 0 0,-1-1 0 0 0,0-2 0 0 0,-1 0 0 0 0,-1-2 0 0 0,0-1 0 0 0,44-38 0 0 0,-31 19 0 0 0,-2-1 0 0 0,-2-3 0 0 0,36-49 0 0 0,-60 74 3 0 0,-1 0 0 0 0,0-1-1 0 0,-2-1 1 0 0,1 1 0 0 0,-2-1-1 0 0,11-36 1 0 0,-15 40 2 0 0,-1-1 0 0 0,0 1 0 0 0,-1-1 0 0 0,0 0 0 0 0,-1 1 1 0 0,-1-1-1 0 0,0 0 0 0 0,-1 1 0 0 0,-1-1 0 0 0,-3-13 0 0 0,-4-2 3 0 0,0 1 1 0 0,-2 0-1 0 0,-1 1 0 0 0,-1 0 1 0 0,-1 1-1 0 0,-23-29 0 0 0,11 20-9 0 0,-1 2 0 0 0,-2 2 0 0 0,-58-50-1 0 0,65 64 7 0 0,0 1 0 0 0,-1 1-1 0 0,-1 1 1 0 0,0 1-1 0 0,-1 1 1 0 0,-41-13-1 0 0,27 14 4 0 0,-1 1 0 0 0,0 2 0 0 0,-74-5 0 0 0,83 13-8 0 0,0 1 0 0 0,0 1 0 0 0,1 2 0 0 0,-1 1 0 0 0,1 1 0 0 0,-35 12 0 0 0,-4 7 0 0 0,-98 48 0 0 0,141-60-4 0 0,0 2-1 0 0,0 1 1 0 0,-42 34-1 0 0,58-42 0 0 0,1 2 1 0 0,0-1-1 0 0,1 1 0 0 0,0 1 0 0 0,1 0 1 0 0,0 0-1 0 0,1 0 0 0 0,0 1 0 0 0,1 0 1 0 0,-9 25-1 0 0,8-10-61 0 0,6-4 2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14:20.33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 0 0,'0'1'3'0'0,"1"-1"0"0"0,-1 0 0 0 0,0 1 0 0 0,1-1 0 0 0,-1 0 0 0 0,1 0 0 0 0,-1 1 0 0 0,1-1 0 0 0,-1 0 0 0 0,1 0 0 0 0,-1 0 0 0 0,1 0 0 0 0,-1 0 0 0 0,1 0 0 0 0,-1 1 0 0 0,1-1 0 0 0,-1 0 0 0 0,1-1 0 0 0,-1 1 0 0 0,1 0 0 0 0,0 0 0 0 0,11 0 72 0 0,32-1-9 0 0,-22 1-12 0 0,35 1-33 0 0,3 1 22 0 0,8 1 27 0 0,-11 0-75 0 0,-5-1-75 0 0,-39-2 20 0 0,-11 0 49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14:20.55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 1 24 0 0,'0'3'0'0'0,"-1"0"0"0"0,0 0 0 0 0,1 1 0 0 0,0-1 0 0 0,0 0 0 0 0,0 0 0 0 0,0 1 0 0 0,1 3 0 0 0,-1 2 0 0 0,18 146 154 0 0,-13-124-111 0 0,5 12-22 0 0,1-1 22 0 0,0-5-33 0 0,4 2-10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14:20.88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 9 24 0 0,'-6'6'-23'0'0,"6"-6"24"0"0,0 0-1 0 0,0 0 1 0 0,0 0 0 0 0,0 1 0 0 0,0-1 0 0 0,0 0 0 0 0,0 0 0 0 0,0 0 0 0 0,0 0 0 0 0,0 0 0 0 0,0 0 0 0 0,0 0 0 0 0,0 1 0 0 0,0-1 0 0 0,0 0 0 0 0,0 0 0 0 0,0 0-1 0 0,0 0 1 0 0,0 0 0 0 0,0 0 0 0 0,0 0 0 0 0,0 1 0 0 0,0-1 0 0 0,0 0 0 0 0,1 0 0 0 0,-1 0 0 0 0,0 0 0 0 0,0 0 0 0 0,0 0 0 0 0,0 0 0 0 0,0 0 0 0 0,0 0 0 0 0,0 0-1 0 0,0 0 1 0 0,0 0 0 0 0,1 0 0 0 0,-1 0 0 0 0,0 0 0 0 0,0 1 0 0 0,0-1 0 0 0,14 0 245 0 0,33-2-225 0 0,-24-1 22 0 0,31-5-33 0 0,8 4-10 0 0,-6 3 0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14:21.4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70 0 24 0 0,'-1'3'8'0'0,"-1"1"1"0"0,1-1-1 0 0,0 0 1 0 0,-1 0-1 0 0,2 0 1 0 0,-2 6-1 0 0,-6 46 48 0 0,2 0-1 0 0,3 100 0 0 0,3-111-54 0 0,-9 355 52 0 0,-3-237-66 0 0,-11 251-46 0 0,25-388 31 0 0,1-34-20 0 0,-3 7 42 0 0,2-9-48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14:21.72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38 55 0 0,'2'47'0'0'0,"3"1"0"0"0,14 63 0 0 0,-14-85 0 0 0,3 17 22 0 0,2-1-1 0 0,23 67 0 0 0,-14-72-21 0 0,-15-29 0 0 0,1-1 0 0 0,0 0 0 0 0,0 0 0 0 0,8 7 0 0 0,-10-11 0 0 0,1 0 0 0 0,-1 0 0 0 0,1 0 0 0 0,0 0 0 0 0,0-1 0 0 0,0 0 0 0 0,0 0 0 0 0,0 0 0 0 0,0 0 0 0 0,8 1 0 0 0,-8-2 0 0 0,0 0 0 0 0,0-1 0 0 0,1 0 0 0 0,-1 0 0 0 0,0 0 0 0 0,1 0 0 0 0,-1-1 0 0 0,0 0 0 0 0,0 0 0 0 0,1 0 0 0 0,5-2 0 0 0,-4-1 3 0 0,0 1 0 0 0,0-1 0 0 0,0 0 0 0 0,-1 0-1 0 0,0-1 1 0 0,0 1 0 0 0,0-1 0 0 0,0-1 0 0 0,-1 1-1 0 0,0 0 1 0 0,0-1 0 0 0,0 0 0 0 0,-1 0 0 0 0,3-7-1 0 0,7-15 13 0 0,15-54 0 0 0,-25 71-23 0 0,71-283 8 0 0,-60 223 0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14:22.55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16 562 24 0 0,'0'0'0'0'0,"-1"0"0"0"0,0 0 0 0 0,0-1 0 0 0,1 1 0 0 0,-1 0 0 0 0,0 0 0 0 0,0-1 0 0 0,1 1 0 0 0,-1 0 0 0 0,0-1 0 0 0,1 1 0 0 0,-1 0 0 0 0,0-1 0 0 0,1 1 0 0 0,-1-1 0 0 0,1 1 0 0 0,-1-1 0 0 0,1 1 0 0 0,-1-1 0 0 0,1 0 0 0 0,-1 1 0 0 0,1-1 0 0 0,0 1 0 0 0,-1-1 0 0 0,1-1 0 0 0,-1 0 0 0 0,1 0 0 0 0,0-1 0 0 0,0 1 0 0 0,0 0 0 0 0,0 0 0 0 0,1-1 0 0 0,0-2 0 0 0,0-1 0 0 0,23-92 165 0 0,-8 40-40 0 0,-2 0-32 0 0,3 1-1 0 0,29-66 0 0 0,-16 48-92 0 0,-31 61 0 0 0,10 11 0 0 0,29-11 11 0 0,-2 0 42 0 0,-20 9 1 0 0,30 1-44 0 0,-26 5-10 0 0,20 4 0 0 0,26 4 0 0 0,-11-1-10 0 0,-34-5-45 0 0,19 2-18 0 0,-30-4-9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14:23.96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 61 55 0 0,'0'0'1'0'0,"0"0"0"0"0,0 0-1 0 0,-1 0 1 0 0,1 0-1 0 0,0 0 1 0 0,0 0 0 0 0,-1-1-1 0 0,1 1 1 0 0,0 0-1 0 0,0 0 1 0 0,0 0 0 0 0,0 0-1 0 0,-1 0 1 0 0,1 0-1 0 0,0 0 1 0 0,0-1 0 0 0,0 1-1 0 0,0 0 1 0 0,-1 0-1 0 0,1 0 1 0 0,0-1 0 0 0,0 1-1 0 0,0 0 1 0 0,0 0-1 0 0,0 0 1 0 0,0 0-1 0 0,0-1 1 0 0,0 1 0 0 0,0 0-1 0 0,0 0 1 0 0,0-1-1 0 0,0 1 1 0 0,0 0 0 0 0,0 0-1 0 0,0 0 1 0 0,0-1-1 0 0,0 1 1 0 0,0 0 0 0 0,0 0-1 0 0,0 0 1 0 0,0-1-1 0 0,0 1 1 0 0,0 0 0 0 0,0 0-1 0 0,0 0 1 0 0,0-1-1 0 0,0 1 1 0 0,1 0 0 0 0,-1 0-1 0 0,0 0 1 0 0,0-1-1 0 0,0 1 1 0 0,1 0-1 0 0,5-10 32 0 0,-1 6-27 0 0,0 0 0 0 0,0 1 0 0 0,0-1 0 0 0,1 1 0 0 0,-1 0 0 0 0,1 1 0 0 0,-1-1 0 0 0,1 1 0 0 0,0 1 0 0 0,0-1 0 0 0,0 1 0 0 0,10-2-1 0 0,-14 3-4 0 0,-1 1 0 0 0,0-1 0 0 0,1 0 0 0 0,-1 0 0 0 0,0 0 0 0 0,0 1 0 0 0,0-1 0 0 0,1 0 0 0 0,-1 1 0 0 0,0-1 0 0 0,0 1 0 0 0,0 0 0 0 0,0-1 0 0 0,0 1 0 0 0,0 0 0 0 0,0 0 0 0 0,0-1 0 0 0,0 1 0 0 0,0 0 0 0 0,0 0 0 0 0,0 0 0 0 0,-1 0 0 0 0,1 0 0 0 0,0 0 0 0 0,-1 1 0 0 0,1-1 0 0 0,-1 0 0 0 0,1 0 0 0 0,-1 0 0 0 0,1 2 0 0 0,1 4 11 0 0,-1 1 0 0 0,0-1-1 0 0,-1 1 1 0 0,1 9 0 0 0,0 10 10 0 0,0-19 16 0 0,4 17-19 0 0,-5-24-18 0 0,0 0 0 0 0,0 0 0 0 0,1 0 0 0 0,-1 0 0 0 0,0 0 0 0 0,1 0 0 0 0,-1 0-1 0 0,0-1 1 0 0,1 1 0 0 0,-1 0 0 0 0,1 0 0 0 0,0 0 0 0 0,-1-1 0 0 0,1 1 0 0 0,0 0 0 0 0,-1-1 0 0 0,1 1 0 0 0,0-1 0 0 0,-1 1 0 0 0,3 0-1 0 0,-2-1 3 0 0,0 0-1 0 0,-1 0 0 0 0,1 0 0 0 0,0 0 0 0 0,0 0 0 0 0,0-1 0 0 0,0 1 1 0 0,-1 0-1 0 0,1 0 0 0 0,0-1 0 0 0,0 1 0 0 0,-1-1 0 0 0,1 1 0 0 0,0 0 1 0 0,0-1-1 0 0,-1 0 0 0 0,1 1 0 0 0,0-1 0 0 0,0-1 0 0 0,14-15 34 0 0,-10 11-29 0 0,-4 4-6 0 0,82-88 0 0 0,-66 80 0 0 0,-14 8 0 0 0,0 1 0 0 0,-1 0 0 0 0,1 1 0 0 0,0-1 0 0 0,0 0 0 0 0,0 1 0 0 0,0-1 0 0 0,0 1 0 0 0,-1 0 0 0 0,1 0 0 0 0,0 0 0 0 0,4 1 0 0 0,-3 1 0 0 0,0-1 0 0 0,-1 1 0 0 0,1 0 0 0 0,0 0 0 0 0,-1 0 0 0 0,1 1 0 0 0,-1-1 0 0 0,0 1 0 0 0,0 0 0 0 0,5 5 0 0 0,22 29 11 0 0,-18-22 32 0 0,-8-11-42 0 0,0-1 1 0 0,0 1-1 0 0,0-1 1 0 0,1 0-1 0 0,-1 0 1 0 0,10 5-1 0 0,-9-7-1 0 0,-1 0 0 0 0,1 0 0 0 0,0 0 0 0 0,-1 0 0 0 0,1-1 0 0 0,0 1 0 0 0,0-1 0 0 0,-1 0 0 0 0,1-1 0 0 0,5 0 0 0 0,-5 0 0 0 0,-1 0 0 0 0,1-1 0 0 0,-1 0 0 0 0,1 1 0 0 0,-1-2 0 0 0,0 1 0 0 0,5-3 0 0 0,21-16 0 0 0,-5 4 0 0 0,13-10 0 0 0,7 2 0 0 0,-35 21 4 0 0,-1 0-1 0 0,1 0 0 0 0,-1 1 0 0 0,12-1 0 0 0,-11 2 28 0 0,0 1-1 0 0,0 1 1 0 0,-1-1-1 0 0,17 3 0 0 0,-26-2-30 0 0,11 7 60 0 0,30 21-62 0 0,-39-27-5 0 0,-1 0 1 0 0,1 1-1 0 0,-1-1 1 0 0,1 0-1 0 0,-1 0 1 0 0,1 1-1 0 0,-1-1 1 0 0,2 3-1 0 0,24 31-8 0 0,-1 0 2 0 0,-21-28-56 0 0,-3-10-78 0 0,5-9 119 0 0,-5 1-59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14:24.31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55 1 15 0 0,'-1'22'23'0'0,"-1"-1"-1"0"0,-7 29 1 0 0,2-10 47 0 0,5-33-66 0 0,-12 83 69 0 0,-4 135 0 0 0,16-206-83 0 0,2-28-104 0 0,2 0 102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14:24.69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5 24 0 0,'4'-2'1'0'0,"2"-1"-6"0"0,15 11 62 0 0,17 9-36 0 0,-35-16-15 0 0,0 0 0 0 0,-1 1 0 0 0,1-1 1 0 0,-1 1-1 0 0,1 0 0 0 0,1 1 0 0 0,37 29 15 0 0,-23-15 22 0 0,19 28-33 0 0,-30-35-10 0 0,0 1 0 0 0,-1 0 0 0 0,5 11 0 0 0,-7-14 0 0 0,-1 1 0 0 0,-1-1 0 0 0,2 10 0 0 0,-3-16 0 0 0,-1 1 0 0 0,0-1 0 0 0,0 1 0 0 0,0-1 0 0 0,0 1 0 0 0,0-1 0 0 0,0 0 0 0 0,0 1 0 0 0,-1-1 0 0 0,0 1 0 0 0,1-1 0 0 0,-1 0 0 0 0,0 0 0 0 0,0 1 0 0 0,0-1 0 0 0,0 0 0 0 0,-1 0 0 0 0,1 0 0 0 0,0 0 0 0 0,-1 0 0 0 0,0 0 0 0 0,1-1 0 0 0,-1 1 0 0 0,0 0 0 0 0,0-1 0 0 0,0 1 0 0 0,0-1 0 0 0,0 0 0 0 0,0 0 0 0 0,0 0 0 0 0,-1 0 0 0 0,-2 1 0 0 0,-1 0 0 0 0,0 0 0 0 0,0 0 0 0 0,-1-1 0 0 0,1 0 0 0 0,0 0 0 0 0,-1 0 0 0 0,1-1 0 0 0,-1 0 0 0 0,1-1 0 0 0,-9 0 0 0 0,-5-4 0 0 0,13 2 0 0 0,0 2 0 0 0,0-1 0 0 0,1 1 0 0 0,-1 0 0 0 0,0 0 0 0 0,-11 1 0 0 0,17 0 0 0 0,0 1 0 0 0,0-1 0 0 0,0 0 0 0 0,1 1 0 0 0,-1-1 0 0 0,0 1 0 0 0,0-1 0 0 0,1 1 0 0 0,-1-1 0 0 0,0 1 0 0 0,1-1 0 0 0,-1 1 0 0 0,0 0 0 0 0,1-1 0 0 0,-1 1 0 0 0,1 0 0 0 0,-1 0 0 0 0,1 0 0 0 0,0-1 0 0 0,-1 1 0 0 0,1 0 0 0 0,0 0 0 0 0,-1 0 0 0 0,1 0 0 0 0,0-1 0 0 0,0 1 0 0 0,0 0 0 0 0,0 1 0 0 0,-1 29 0 0 0,2-27 0 0 0,-1 4 0 0 0,1 0 0 0 0,0 0 0 0 0,3 10 0 0 0,5 1 0 0 0,-4-10 0 0 0,1 0 0 0 0,0-1 0 0 0,8 9 0 0 0,0-3 0 0 0,23 17 0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14:25.08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189 60 24 0 0,'-2'-6'0'0'0,"-1"1"1"0"0,0 0 0 0 0,-1 0 0 0 0,1 0 0 0 0,-1 0-1 0 0,0 0 1 0 0,-5-4 0 0 0,7 7 2 0 0,0 1 1 0 0,0-1-1 0 0,0 1 0 0 0,0 0 1 0 0,-1 0-1 0 0,1 0 0 0 0,0 0 0 0 0,0 0 1 0 0,-1 0-1 0 0,1 0 0 0 0,-1 1 1 0 0,1-1-1 0 0,-1 1 0 0 0,1 0 1 0 0,-1 0-1 0 0,1 0 0 0 0,-1 0 1 0 0,1 0-1 0 0,-1 1 0 0 0,-3 0 0 0 0,0 1 9 0 0,1 0 0 0 0,0 0-1 0 0,-1 1 1 0 0,1-1 0 0 0,0 1-1 0 0,0 1 1 0 0,0-1-1 0 0,1 1 1 0 0,-1-1 0 0 0,1 1-1 0 0,-6 7 1 0 0,8-8-9 0 0,-1 0-1 0 0,1-1 1 0 0,0 1 0 0 0,0 0 0 0 0,0 0 0 0 0,0 1 0 0 0,0-1-1 0 0,1 0 1 0 0,0 1 0 0 0,-1-1 0 0 0,1 1 0 0 0,1-1 0 0 0,-1 1-1 0 0,0-1 1 0 0,1 1 0 0 0,0 0 0 0 0,0-1 0 0 0,0 1 0 0 0,1 6-1 0 0,-1-9-2 0 0,1 1 0 0 0,-1-1 0 0 0,1 0 0 0 0,0 0 0 0 0,-1 1 0 0 0,1-1 0 0 0,0 0 0 0 0,0 0 0 0 0,0 0 0 0 0,0 0 0 0 0,1 2 0 0 0,39 31 0 0 0,10 4 0 0 0,-44-31 0 0 0,0-1 0 0 0,0 1 0 0 0,-1 0 0 0 0,7 10 0 0 0,-8-9 0 0 0,0 0 0 0 0,0 1 0 0 0,5 14 0 0 0,-8-18 0 0 0,-1-1 0 0 0,1 1 0 0 0,-1-1 0 0 0,0 1 0 0 0,-1 0 0 0 0,1 0 0 0 0,-1 0 0 0 0,0-1 0 0 0,0 1 0 0 0,0 0 0 0 0,-1 0 0 0 0,1 0 0 0 0,-1-1 0 0 0,0 1 0 0 0,-1 0 0 0 0,-3 7 0 0 0,3-7 0 0 0,-1-1 0 0 0,0 1 0 0 0,0-1 0 0 0,-1 0 0 0 0,1 0 0 0 0,-1 0 0 0 0,0 0 0 0 0,0-1 0 0 0,0 0 0 0 0,0 1 0 0 0,-1-2 0 0 0,1 1 0 0 0,-11 4 0 0 0,7-3 1 0 0,1-1-1 0 0,-2-1 0 0 0,1 1 1 0 0,-16 2-1 0 0,21-5-1 0 0,0 1 0 0 0,0-1 0 0 0,0 0 0 0 0,0 0 0 0 0,0 0 0 0 0,0-1 1 0 0,0 1-1 0 0,0-1 0 0 0,0 1 0 0 0,0-1 0 0 0,0 0 0 0 0,0 0 0 0 0,1 0 0 0 0,-1-1 0 0 0,0 1 1 0 0,1-1-1 0 0,-5-2 0 0 0,0-4-73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14:25.51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89 1 24 0 0,'-7'21'0'0'0,"1"0"0"0"0,1 1 0 0 0,-3 29 0 0 0,2-13 10 0 0,-40 277 93 0 0,38-225-96 0 0,6 139 0 0 0,4-193-7 0 0,0-3 0 0 0,2 10 0 0 0,-1-9-12 0 0,-3-18-48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14:26.05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1 368 24 0 0,'8'-2'0'0'0,"18"-6"0"0"0,11 0 0 0 0,22-3 10 0 0,9 0 1 0 0,314-60 31 0 0,278-70-42 0 0,96 30 0 0 0,-691 107 0 0 0,15 3 0 0 0,-72 1 0 0 0,0 1 0 0 0,-1-1 0 0 0,1 1 0 0 0,0 1 0 0 0,-1-1 0 0 0,10 4 0 0 0,-12-2 0 0 0,0-1 0 0 0,0 1 0 0 0,0 0 0 0 0,0 0 0 0 0,0 1 0 0 0,8 7 0 0 0,-13-10 0 0 0,1-1 0 0 0,-1 1 0 0 0,1 0 0 0 0,-1 0 0 0 0,1 0 0 0 0,-1 0 0 0 0,0 0 0 0 0,1 0 0 0 0,-1 1 0 0 0,0-1 0 0 0,0 0 0 0 0,0 0 0 0 0,0 0 0 0 0,0 0 0 0 0,0 0 0 0 0,0 0 0 0 0,0 0 0 0 0,0 0 0 0 0,0 0 0 0 0,-1 0 0 0 0,1 0 0 0 0,0 1 0 0 0,-1-1 0 0 0,1 0 0 0 0,-1-1 0 0 0,1 1 0 0 0,-1 0 0 0 0,0 0 0 0 0,1 0 0 0 0,-1 0 0 0 0,0 0 0 0 0,1-1 0 0 0,-1 1 0 0 0,-1 1 0 0 0,-1 1 0 0 0,-50 61 47 0 0,36-45-16 0 0,0 1 0 0 0,-18 30-1 0 0,2 11 9 0 0,3 1 0 0 0,-24 72 0 0 0,40-95-38 0 0,3 1 0 0 0,-8 44 0 0 0,-5 85-16 0 0,13-88-45 0 0,-1 1-4 0 0,11-74 64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14:26.59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56 24 0 0,'18'2'0'0'0,"29"1"0"0"0,10 0 0 0 0,18-1 0 0 0,245-11 0 0 0,-63-10 18 0 0,213-13 27 0 0,-350 29-45 0 0,-59 2 0 0 0,18 0 0 0 0,-10 0 0 0 0,-6 1 0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14:27.24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 0 0,'0'1'0'0'0,"15"2"0"0"0,37 14 0 0 0,2 0 10 0 0,-31-10 33 0 0,32 6-22 0 0,9-2 22 0 0,-8-8-33 0 0,-40-2-10 0 0,-9-1-2 0 0,0 0-1 0 0,0 0 1 0 0,0 0 0 0 0,12-3-1 0 0,-18 2-57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14:28.16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24 24 0 0,'60'0'0'0'0,"1"0"0"0"0,6-2 0 0 0,-4 0 0 0 0,0-2 0 0 0,-19-2 0 0 0,-44 6 0 0 0,0 0 0 0 0,1 0 0 0 0,-1 0 0 0 0,0 0 0 0 0,0 0 0 0 0,1 0 0 0 0,-1 0 0 0 0,0 0 0 0 0,0 0 0 0 0,1 0 0 0 0,-1 0 0 0 0,0-1 0 0 0,0 1 0 0 0,0 0 0 0 0,1 0 0 0 0,-1 0 0 0 0,0 0 0 0 0,0 0 0 0 0,0-1 0 0 0,0 1 0 0 0,1 0 0 0 0,-1 0 0 0 0,0 0 0 0 0,0-1 0 0 0,0 1 0 0 0,0 0 0 0 0,0 0 0 0 0,0-1 0 0 0,0 1 0 0 0,0 0 0 0 0,0 0 0 0 0,0-1 0 0 0,1 1 0 0 0,-1 0 0 0 0,0 0 0 0 0,0-1 0 0 0,0 1 0 0 0,-1 0 0 0 0,1 0 0 0 0,0-1 0 0 0,0 1 0 0 0,0 0 0 0 0,0 0 0 0 0,0-1 0 0 0,0 1 0 0 0,0 0 0 0 0,0 0 0 0 0,0 0 0 0 0,-1-1 0 0 0,1 1 0 0 0,0 0 0 0 0,0 0 0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14:28.53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213 1 55 0 0,'-1'8'0'0'0,"0"1"0"0"0,-3 13 0 0 0,-1 6 0 0 0,-4 164 23 0 0,5-46 5 0 0,1-108-21 0 0,-14 68-1 0 0,-10 4 61 0 0,-20 93-70 0 0,21-86 27 0 0,-10 53 16 0 0,36-165-40 0 0,-4 16 0 0 0,0 0 0 0 0,-2 0 0 0 0,-7 22 0 0 0,9-38-66 0 0,2-6 52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14:28.79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77 7 0 0,'7'32'1'0'0,"1"0"-1"0"0,-5-20 1 0 0,0-4 12 0 0,-1 0 0 0 0,1 0 0 0 0,5 8 0 0 0,13 27-3 0 0,1-7 1 0 0,-21-35-8 0 0,0 0 0 0 0,-1 0 0 0 0,1 0 0 0 0,0 0 0 0 0,0-1 0 0 0,0 1 0 0 0,-1 0 1 0 0,1 0-1 0 0,0 0 0 0 0,0-1 0 0 0,0 1 0 0 0,0-1 0 0 0,3 2 0 0 0,34 19 18 0 0,-38-21-19 0 0,1 1 0 0 0,0-1-1 0 0,-1 1 1 0 0,1-1 0 0 0,-1 0 0 0 0,1 1 0 0 0,0-1-1 0 0,-1 0 1 0 0,1 0 0 0 0,0 1 0 0 0,-1-1-1 0 0,1 0 1 0 0,0 0 0 0 0,0 0 0 0 0,-1 0 0 0 0,1 0-1 0 0,0 0 1 0 0,-1 0 0 0 0,1 0 0 0 0,0 0-1 0 0,0 0 1 0 0,-1 0 0 0 0,2-1 0 0 0,33-10 8 0 0,-29 8-6 0 0,0 0-1 0 0,0-1 0 0 0,0 0 0 0 0,-1 0 0 0 0,0 0 0 0 0,9-10 0 0 0,27-35 32 0 0,-22 24-28 0 0,-3 5-9 0 0,0-1 0 0 0,-1-1-1 0 0,-2 0 1 0 0,0-1-1 0 0,10-28 1 0 0,-11 23-72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14:29.62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 0 0,'14'6'0'0'0,"35"14"0"0"0,14-4 0 0 0,-4-4 0 0 0,7 1 0 0 0,3 2 0 0 0,0-2 0 0 0,5 0 0 0 0,169 9 47 0 0,2-16-18 0 0,-192-6-31 0 0,344-7 55 0 0,-348 5-53 0 0,19 1 0 0 0,-1 1 0 0 0,-7 1 0 0 0,-9 1 0 0 0,-6 0 0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14:50.36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244 13 24 0 0,'6'-11'-1'0'0,"-6"11"1"0"0,1 0 0 0 0,-1-1 0 0 0,0 1 0 0 0,0 0 0 0 0,0 0 0 0 0,0 0 0 0 0,0 0 0 0 0,1 0 0 0 0,-1 0 0 0 0,0 0 0 0 0,0-1 0 0 0,0 1 0 0 0,0 0 0 0 0,1 0 0 0 0,-1 0 0 0 0,0 0 0 0 0,0 0 0 0 0,0 0 0 0 0,0 0 0 0 0,1 0 0 0 0,-1 0 0 0 0,0 0 1 0 0,0 0-1 0 0,0 0 0 0 0,1 0 0 0 0,-1 0 0 0 0,0 0 0 0 0,0 0 0 0 0,0 0 0 0 0,1 0 0 0 0,-1 0 0 0 0,0 1 0 0 0,0-1 0 0 0,0 0 0 0 0,0 0 0 0 0,1 0 0 0 0,-1 1 1 0 0,1 0 0 0 0,0 0 0 0 0,-1 0-1 0 0,1 0 1 0 0,0 0 0 0 0,-1 1 0 0 0,1-1 0 0 0,-1 0 0 0 0,0 0-1 0 0,1 0 1 0 0,-1 2 0 0 0,6 34 42 0 0,-5-8-18 0 0,-2 0 1 0 0,0 0-1 0 0,-11 56 1 0 0,0-7 10 0 0,8-42 10 0 0,-22 150-28 0 0,23-176-18 0 0,0 0 0 0 0,0 0 0 0 0,-1 0 0 0 0,-1 0 0 0 0,0-1 0 0 0,0 0 0 0 0,-9 12 0 0 0,-4 3 0 0 0,-28 25 0 0 0,22-23 0 0 0,18-20 0 0 0,1-1 0 0 0,0 1 0 0 0,0-1 0 0 0,1 1 0 0 0,-1 0 0 0 0,1 0 0 0 0,-3 7 0 0 0,7-12 0 0 0,0-1 0 0 0,-1 0 0 0 0,1 1 0 0 0,0-1 0 0 0,0 0 0 0 0,0 1 0 0 0,0-1 0 0 0,0 1 0 0 0,0-1 0 0 0,0 0 0 0 0,0 1 0 0 0,0-1 0 0 0,0 0 0 0 0,0 1 0 0 0,0-1 0 0 0,0 0 0 0 0,0 1 0 0 0,0-1 0 0 0,0 0 0 0 0,0 1 0 0 0,0-1 0 0 0,0 1 0 0 0,1-1 0 0 0,0 1 0 0 0,0-1 0 0 0,0 0 0 0 0,0 1 0 0 0,-1-1 0 0 0,1 0 0 0 0,0 0 0 0 0,0 1 0 0 0,0-1 0 0 0,0 0 0 0 0,0 0 0 0 0,0 0 0 0 0,0 0 0 0 0,0 0 0 0 0,0 0 0 0 0,0 0 0 0 0,-1-1 0 0 0,1 1 0 0 0,0 0 0 0 0,1-1 0 0 0,36-6 0 0 0,5-2 0 0 0,-3 3-10 0 0,-24 4-33 0 0,30 1 32 0 0,16 3 11 0 0,2 5 0 0 0,-60-7 0 0 0,1 1 0 0 0,-1 0 0 0 0,0-1 0 0 0,0 1 0 0 0,0 1 0 0 0,0-1 0 0 0,0 1 0 0 0,0-1 0 0 0,7 5 0 0 0,-10-5 0 0 0,-1-1 0 0 0,1 1 0 0 0,0-1 0 0 0,-1 1 0 0 0,1 0 0 0 0,0-1 0 0 0,-1 1 0 0 0,1 0 0 0 0,-1 0 0 0 0,1-1 0 0 0,-1 1 0 0 0,0 0 0 0 0,1 0 0 0 0,-1 0 0 0 0,0 0 0 0 0,1-1 0 0 0,-1 1 0 0 0,0 0 0 0 0,0 0 0 0 0,0 0 0 0 0,0 0 0 0 0,0 0 0 0 0,0 0 0 0 0,0 0 0 0 0,0 0 0 0 0,0-1 0 0 0,0 1 0 0 0,0 0 0 0 0,-1 0 0 0 0,1 0 0 0 0,0 0 0 0 0,-2 1 0 0 0,1 0 0 0 0,-1 1 0 0 0,0-1 0 0 0,0 0 0 0 0,0-1 0 0 0,0 1 0 0 0,0 0 0 0 0,0 0 0 0 0,-1-1 0 0 0,1 0 0 0 0,0 1 0 0 0,-4 0 0 0 0,-98 44 11 0 0,39-19 48 0 0,-108 63-1 0 0,164-85-58 0 0,2 0 0 0 0,-12 11 0 0 0,17-15 0 0 0,0 1 0 0 0,0 0 0 0 0,1 0 0 0 0,-1 0 0 0 0,1 0 0 0 0,0 0 0 0 0,-1 0 0 0 0,1 0 0 0 0,0 0 0 0 0,0 0 0 0 0,0 1 0 0 0,1-1 0 0 0,-1 0 0 0 0,0 5 0 0 0,1-6 0 0 0,0 0 0 0 0,0 0 0 0 0,0 0 0 0 0,0-1 0 0 0,0 1 0 0 0,1 0 0 0 0,-1 0 0 0 0,0-1 0 0 0,1 1 0 0 0,-1 0 0 0 0,1 0 0 0 0,-1-1 0 0 0,0 1 0 0 0,1 0 0 0 0,0-1 0 0 0,-1 1 0 0 0,1-1 0 0 0,-1 1 0 0 0,1-1 0 0 0,0 1 0 0 0,0 0 0 0 0,9 8 0 0 0,1 0 0 0 0,18 11 0 0 0,-17-13 0 0 0,0-1 0 0 0,24 9 0 0 0,22 4 0 0 0,6 4 0 0 0,2 7 0 0 0,-58-26 0 0 0,0 1 0 0 0,0 0 0 0 0,-1 1 0 0 0,0-1 0 0 0,7 8 0 0 0,-10-9 0 0 0,0 1 0 0 0,0 0 0 0 0,-1 0 0 0 0,1 0 0 0 0,-1 1 0 0 0,2 5 0 0 0,-4-10 0 0 0,-1 0 0 0 0,0 0 0 0 0,1 1 0 0 0,-1-1 0 0 0,0 0 0 0 0,0 0 0 0 0,1 1 0 0 0,-1-1 0 0 0,0 0 0 0 0,0 0 0 0 0,-1 1 0 0 0,1-1 0 0 0,0 0 0 0 0,0 1 0 0 0,-1-1 0 0 0,1 0 0 0 0,0 0 0 0 0,-1 0 0 0 0,1 1 0 0 0,-2 1 0 0 0,0-1 0 0 0,0 1 0 0 0,0 0 0 0 0,-1-1 0 0 0,1 1 0 0 0,-4 2 0 0 0,1-1 0 0 0,-6 5 0 0 0,-1 0 0 0 0,0 0 0 0 0,0-1 0 0 0,-1-1 0 0 0,-23 11 0 0 0,-71 20 0 0 0,104-37 0 0 0,-127 42 0 0 0,129-43 0 0 0,-2 1 0 0 0,8-2 0 0 0,32-3 0 0 0,-33 4 0 0 0,1 0 0 0 0,-1 1 0 0 0,0-1 0 0 0,1 1 0 0 0,-1 0 0 0 0,0 0 0 0 0,0 1 0 0 0,0-1 0 0 0,7 4 0 0 0,-6-2 0 0 0,0 1 0 0 0,0 0 0 0 0,0 0 0 0 0,-1 0 0 0 0,1 0 0 0 0,-1 0 0 0 0,6 9 0 0 0,-7-8 0 0 0,0 0 0 0 0,0 1 0 0 0,0-1 0 0 0,-1 0 0 0 0,1 1 0 0 0,1 8 0 0 0,-3-8 0 0 0,0 0 0 0 0,0 1 0 0 0,0-1 0 0 0,-1 10 0 0 0,-4 29 0 0 0,-2-1 0 0 0,-18 65 0 0 0,17-78 0 0 0,-29 109 0 0 0,-19 99 0 0 0,50-211 0 0 0,0 15 0 0 0,1-2 0 0 0,3-4 0 0 0,6 3 0 0 0,5-4-10 0 0,-8-28-46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14:50.78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8 7 24 0 0,'-3'-6'0'0'0,"1"8"0"0"0,0 11 0 0 0,1 26 0 0 0,3 14 10 0 0,4 6 33 0 0,5 0-33 0 0,-9-48-10 0 0,1-1 0 0 0,1 0 0 0 0,6 15 0 0 0,-7-19 0 0 0,1 0 0 0 0,-1 0 0 0 0,1 0 0 0 0,0-1 0 0 0,1 0 0 0 0,-1 0 0 0 0,8 6 0 0 0,-8-8 0 0 0,0 0 0 0 0,0 0 0 0 0,1 0 0 0 0,-1-1 0 0 0,1 0 0 0 0,-1 0 0 0 0,1 0 0 0 0,0-1 0 0 0,7 2 0 0 0,-8-2 0 0 0,2-1 0 0 0,-1 1 0 0 0,0-1 0 0 0,0 0 0 0 0,0-1 0 0 0,0 1 0 0 0,9-3 0 0 0,3-2 0 0 0,0 0 0 0 0,-1-2 0 0 0,0 0 0 0 0,0-1 0 0 0,0 0 0 0 0,-1-2 0 0 0,0 0 0 0 0,-1 0 0 0 0,14-14 0 0 0,0-2 0 0 0,-1-2 0 0 0,-1 0 0 0 0,25-38 0 0 0,-12 6 0 0 0,-22 31 0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14:57.52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 0 0,'181'0'0'0'0,"173"0"0"0"0,490 18 0 0 0,-449-14 0 0 0,-299-3 0 0 0,166-5 37 0 0,-53 0-11 0 0,459-4 28 0 0,-495 6-43 0 0,200 5-12 0 0,-227 3 1 0 0,-50-3 0 0 0,150 23 0 0 0,-197-18 0 0 0,-22-4-4 0 0,0 1 0 0 0,33 10 0 0 0,-52-12-56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15:18.77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77 143 0 0,'33'-9'0'0'0,"1"2"0"0"0,0 1 0 0 0,68-3 0 0 0,-79 7 0 0 0,118-5 54 0 0,137-6-46 0 0,334-10 58 0 0,384 44-2 0 0,-557 10-106 0 0,231 14-60 0 0,-464-31 102 0 0,68 2 0 0 0,-23-3 0 0 0,100 4 0 0 0,-267-14 0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17:41.41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4 24 0 0,'3'-1'0'0'0,"0"1"0"0"0,-1-1 0 0 0,1 0 0 0 0,0 1 0 0 0,0 0 0 0 0,0-1 0 0 0,-1 1 0 0 0,4 1 0 0 0,-4-1 0 0 0,-1 1 0 0 0,1-1 0 0 0,-1 1 0 0 0,1-1 0 0 0,-1 1 0 0 0,1 0 0 0 0,-1 0 0 0 0,0 0 0 0 0,0 0 0 0 0,1 0 0 0 0,0 1 0 0 0,5 4 0 0 0,0 1 0 0 0,-1-1 0 0 0,0 1 0 0 0,10 13 0 0 0,-13-14 1 0 0,0 0 1 0 0,-1 0 0 0 0,1 0 0 0 0,-1 0-1 0 0,2 12 1 0 0,-1 6 41 0 0,0 149-22 0 0,-43 198 95 0 0,12-153-115 0 0,16-87-1 0 0,9-91 0 0 0,2 22 0 0 0,2 3 0 0 0,1-16-12 0 0,-1-39-48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17:42.15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7 0 0,'1'1'0'0'0,"1"-1"0"0"0,-1 1 0 0 0,1-1 0 0 0,0 0 1 0 0,-1 1-1 0 0,1-1 0 0 0,0 0 0 0 0,0 0 0 0 0,-1 0 0 0 0,4-1 0 0 0,5 1 0 0 0,65 5 0 0 0,83 6 0 0 0,161 8 0 0 0,-249-16 1 0 0,699 36 61 0 0,-685-33-62 0 0,248 23 0 0 0,-292-24 0 0 0,5 3 0 0 0,-42-8 0 0 0,0 1 0 0 0,0-1 0 0 0,0 1 0 0 0,-1 0 0 0 0,1 0 0 0 0,0 0 0 0 0,0 0 0 0 0,-1 1 0 0 0,1-1 0 0 0,0 1 0 0 0,-1-1 0 0 0,4 4 0 0 0,-6-4 0 0 0,1 1 0 0 0,0-1 0 0 0,-1 1 0 0 0,1 0 0 0 0,-1-1 0 0 0,1 1 0 0 0,-1 0 0 0 0,0-1 0 0 0,0 1 0 0 0,1 0 0 0 0,-1-1 0 0 0,0 1 0 0 0,-1 0 0 0 0,1-1 0 0 0,0 1 0 0 0,0 0 0 0 0,-1-1 0 0 0,0 3 0 0 0,0-2 4 0 0,0 1 0 0 0,0-1-1 0 0,-1 0 1 0 0,1 0-1 0 0,0 0 1 0 0,-1 0-1 0 0,0 0 1 0 0,0 0-1 0 0,1 0 1 0 0,-1 0 0 0 0,0 0-1 0 0,0-1 1 0 0,-1 1-1 0 0,-2 1 1 0 0,-6 5 6 0 0,9-7-10 0 0,-94 84 0 0 0,80-69 0 0 0,0 1 0 0 0,2 1 0 0 0,-21 32 0 0 0,23-31 0 0 0,2 0 0 0 0,0 1 0 0 0,-13 41 0 0 0,15-29 0 0 0,-2 17 11 0 0,2 14 32 0 0,-4 366-33 0 0,12-371-10 0 0,0 46 14 0 0,-2 148 36 0 0,-1-203-50 0 0,-1 20 0 0 0,-1 7 0 0 0,-3 0 0 0 0,6-52-10 0 0,-6 34-40 0 0,0-11 38 0 0,-3 4 0 0 0,3-21-48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17:42.91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39 0 24 0 0,'1'1'-1'0'0,"-1"0"1"0"0,0 0 0 0 0,1 0 0 0 0,-1 1 0 0 0,0-1 0 0 0,0 0 0 0 0,0 0 0 0 0,0 0 0 0 0,0 0 0 0 0,0 1 0 0 0,0-1 0 0 0,0 0 0 0 0,-1 2 0 0 0,-2 19 1 0 0,-25 392 24 0 0,21 8 10 0 0,6-291-32 0 0,24 615-3 0 0,-23-738 0 0 0,7 96 0 0 0,0-47 0 0 0,3 23 0 0 0,2-3 0 0 0,0-13 0 0 0,2-5 0 0 0,3 5 0 0 0,-16-59 0 0 0,0 1 0 0 0,1-1 0 0 0,0 0 0 0 0,0 0 0 0 0,0 0 0 0 0,1 0 0 0 0,-1 0 0 0 0,5 5 0 0 0,-6-9 0 0 0,0 0 0 0 0,0 0 0 0 0,0-1 0 0 0,1 1 0 0 0,-1 0 0 0 0,0 0 0 0 0,0-1 0 0 0,1 1 0 0 0,-1-1 0 0 0,1 1 0 0 0,-1-1 0 0 0,0 0 0 0 0,1 0 0 0 0,-1 1 0 0 0,1-1 0 0 0,-1 0 0 0 0,1 0 0 0 0,-1 0 0 0 0,1-1 0 0 0,1 1 0 0 0,-2-1 0 0 0,0 1 0 0 0,0-1 0 0 0,0 0 0 0 0,0 1 0 0 0,0-1 0 0 0,0 0 0 0 0,0 0 0 0 0,0 0 0 0 0,-1 0 0 0 0,1 0 0 0 0,0 0 0 0 0,0 0 0 0 0,-1 0 0 0 0,1 0 0 0 0,-1 0 0 0 0,1 0 0 0 0,-1 0 0 0 0,1 0 0 0 0,-1-1 0 0 0,0 1 0 0 0,0 0 0 0 0,1 0 0 0 0,-1-3 0 0 0,1 0 0 0 0,2-5 0 0 0,2-14 0 0 0,-5 17 0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17:43.55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171 1 24 0 0,'1'9'0'0'0,"-5"28"0"0"0,3-28 0 0 0,-8 31 0 0 0,-1 3 0 0 0,3-12 0 0 0,-7 18 0 0 0,6-18 0 0 0,-1 2 0 0 0,1 3 0 0 0,0 5 0 0 0,0-10 0 0 0,1 1 0 0 0,0-5 0 0 0,7-27 0 0 0,-1 1 0 0 0,1 0 0 0 0,0-1 0 0 0,-1 1 0 0 0,1-1 0 0 0,0 1 0 0 0,-1-1 0 0 0,1 1 0 0 0,-1-1 0 0 0,1 1 0 0 0,-1-1 0 0 0,1 1 0 0 0,-1-1 0 0 0,1 0 0 0 0,-1 1 0 0 0,0-1 0 0 0,1 0 0 0 0,-1 1 0 0 0,0-1 0 0 0,1 0 0 0 0,-1 0 0 0 0,1 0 0 0 0,-1 1 0 0 0,0-1 0 0 0,0 0 0 0 0,1 0 0 0 0,-1 0 0 0 0,0 0 0 0 0,1 0 0 0 0,-1 0 0 0 0,0-1 0 0 0,1 1 0 0 0,-1 0 0 0 0,0 0 0 0 0,1 0 0 0 0,-1-1-1 0 0,0 1 2 0 0,-4-1-1 0 0,-17-4 0 0 0,-1-1 0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17:44.00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0 108 7 0 0,'34'-2'1'0'0,"947"-74"-1"0"0,-847 57 0 0 0,-83 9-1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17:45.64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2285 0 7 0 0,'-124'11'1'0'0,"47"-6"-1"0"0,-107 10-1 0 0,-349 36 2 0 0,-232 72 62 0 0,604-92-63 0 0,-4 1 0 0 0,117-20 0 0 0,-65 24 0 0 0,101-32 0 0 0,0 1 0 0 0,0 0 0 0 0,1 1 0 0 0,-1 1 0 0 0,2 0 0 0 0,-1 0 0 0 0,-14 13 0 0 0,24-19 0 0 0,0 0 0 0 0,0 0 0 0 0,1 0 0 0 0,-1 0 0 0 0,0 1 0 0 0,0-1 0 0 0,1 0 0 0 0,-1 1 0 0 0,1-1 0 0 0,-1 0 0 0 0,1 1 0 0 0,0-1 0 0 0,-1 0 0 0 0,1 3 0 0 0,0 1 0 0 0,-1-1 0 0 0,1 1 0 0 0,0-1 0 0 0,0 1 0 0 0,1-1 0 0 0,0 0 0 0 0,-1 1 0 0 0,1-1 0 0 0,3 6 0 0 0,-2-6 0 0 0,0 0 0 0 0,0-1 0 0 0,1 1 0 0 0,-1 0 0 0 0,1-1 0 0 0,0 0 0 0 0,0 1 0 0 0,1-1 0 0 0,-1 0 0 0 0,8 4 0 0 0,0 0 0 0 0,-1-1 0 0 0,2 0 0 0 0,14 6 0 0 0,18 3 0 0 0,1-1 0 0 0,66 10 0 0 0,94 5 0 0 0,-197-28 0 0 0,352 14 0 0 0,-275-15 0 0 0,613-3 0 0 0,-182 0 0 0 0,-223 10 0 0 0,-184-4 0 0 0,-70-1 0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17:46.55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42 7 0 0,'-1'0'1'0'0,"2"0"-1"0"0,55 6 63 0 0,55-6-63 0 0,-1-5 0 0 0,170-30 0 0 0,-269 32 0 0 0,-17 0 0 0 0,-16 1 0 0 0,-70 10 0 0 0,65-5 0 0 0,21-3 0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17:47.50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772 73 24 0 0,'-4'-1'0'0'0,"0"-1"0"0"0,0 0 0 0 0,0 1 0 0 0,-5-5 0 0 0,5 4 0 0 0,-13-7 19 0 0,-1 2 0 0 0,-1-1 1 0 0,1 2-1 0 0,-1 1 1 0 0,-32-6-1 0 0,1 5-13 0 0,-51-1-1 0 0,-89 11-5 0 0,-53-3 0 0 0,228-4 0 0 0,14 3 0 0 0,9 1 0 0 0,1-1 0 0 0,-4 1 0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17:48.768"/>
    </inkml:context>
    <inkml:brush xml:id="br0">
      <inkml:brushProperty name="width" value="0.2" units="cm"/>
      <inkml:brushProperty name="height" value="0.2" units="cm"/>
    </inkml:brush>
  </inkml:definitions>
  <inkml:trace contextRef="#ctx0" brushRef="#br0">2605 0 7 0 0,'-2'3'0'0'0,"0"-1"0"0"0,0 0 0 0 0,0 0 1 0 0,-1 0-1 0 0,1 0 0 0 0,0 0 0 0 0,-1 0 0 0 0,1-1 0 0 0,-1 1 0 0 0,-3 0 0 0 0,6-2 0 0 0,-15 7 0 0 0,0-1 0 0 0,-1 0 0 0 0,0-1 0 0 0,-19 3 0 0 0,-1 0 0 0 0,-130 32 0 0 0,-230 26 0 0 0,-273 13 63 0 0,455-52-16 0 0,-99 9 34 0 0,-117 36-76 0 0,378-61 1 0 0,32-7 1 0 0,-71 18 24 0 0,80-19-29 0 0,0 1 0 0 0,1 1 1 0 0,-1-1-1 0 0,1 1 0 0 0,0 1 0 0 0,-10 8 0 0 0,11-4-2 0 0,9-10 0 0 0,0 1 0 0 0,0-1 0 0 0,0 1 0 0 0,0-1 0 0 0,0 0 0 0 0,0 1 0 0 0,1-1 0 0 0,-1 0 0 0 0,0 1 0 0 0,0-1 0 0 0,0 1 0 0 0,0-1 0 0 0,0 0 0 0 0,1 1 0 0 0,-1-1 0 0 0,0 0 0 0 0,0 1 0 0 0,1-1 0 0 0,-1 0 0 0 0,0 0 0 0 0,1 1 0 0 0,-1-1 0 0 0,0 0 0 0 0,1 0 0 0 0,-1 0 0 0 0,0 1 0 0 0,1-1 0 0 0,-1 0 0 0 0,1 0 0 0 0,35 25 0 0 0,-26-20 0 0 0,-1 0 0 0 0,16 4 0 0 0,20 4 0 0 0,23 2 0 0 0,1-2 0 0 0,138 5 0 0 0,141-20 0 0 0,-190-3 0 0 0,729-2 0 0 0,-449 16 0 0 0,-269 17-71 0 0,-165-26 70 0 0,22 6-11 0 0,8 3-48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17:49.35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1693 8 7 0 0,'23'-5'0'0'0,"-16"2"0"0"0,-18 6 1 0 0,-622 128 62 0 0,447-100-63 0 0,-66 8 0 0 0,217-35 0 0 0,-215 24 0 0 0,1-15 0 0 0,235-13 0 0 0,1 0 0 0 0,0-1 0 0 0,-1 0 0 0 0,1-1 0 0 0,-22-6 0 0 0,35 8 0 0 0,0 0 0 0 0,-1 0 0 0 0,1 0 0 0 0,0 0 0 0 0,0 0 0 0 0,0 0 0 0 0,-1 0 0 0 0,1 0 0 0 0,0 0 0 0 0,0-1 0 0 0,0 1 0 0 0,-1 0 0 0 0,1 0 0 0 0,0 0 0 0 0,0 0 0 0 0,0 0 0 0 0,0 0 0 0 0,0 0 0 0 0,-1 0 0 0 0,1-1 0 0 0,0 1 0 0 0,0 0 0 0 0,0 0 0 0 0,0 0 0 0 0,0 0 0 0 0,0-1 0 0 0,0 1 0 0 0,-1 0 0 0 0,1 0 0 0 0,0 0 0 0 0,0 0 0 0 0,0-1 0 0 0,0 1 0 0 0,0 0 0 0 0,0 0 0 0 0,0 0 0 0 0,0-1 0 0 0,0 1 0 0 0,0 0 0 0 0,0 0 0 0 0,0 0 0 0 0,0 0 0 0 0,0-1 0 0 0,0 1 0 0 0,0 0 0 0 0,0 0 0 0 0,1-1 0 0 0,2-6 0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21:10.67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39 1 24 0 0,'-2'4'0'0'0,"0"0"0"0"0,1 0 0 0 0,-1 1 0 0 0,1-1 0 0 0,0 1 0 0 0,0-1 0 0 0,1 1 0 0 0,-1-1 0 0 0,1 7 0 0 0,-1 7 0 0 0,-19 294 16 0 0,17 4 15 0 0,0 5-15 0 0,3 508 139 0 0,7-617-122 0 0,11 291 140 0 0,19-3-62 0 0,-36-485-110 0 0,3 28-9 0 0,18 77-1 0 0,-21-118-6 0 0,3 12-32 0 0,-4-14 44 0 0,0 0-1 0 0,0 1 1 0 0,1-1-1 0 0,-1 0 0 0 0,0 1 1 0 0,0-1-1 0 0,0 1 0 0 0,1-1 1 0 0,-1 0-1 0 0,0 0 1 0 0,1 1-1 0 0,-1-1 0 0 0,0 0 1 0 0,0 1-1 0 0,1-1 0 0 0,-1 0 1 0 0,0 0-1 0 0,1 0 1 0 0,-1 1-1 0 0,1-1 0 0 0,-1 0 1 0 0,0 0-1 0 0,1 0 0 0 0,-1 0 1 0 0,0 0-1 0 0,2 0 0 0 0,3-2-12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21:11.54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121 0 24 0 0,'1'0'-1'0'0,"0"0"1"0"0,1 1 0 0 0,-1-1 0 0 0,1 1 0 0 0,-1-1 0 0 0,0 1 0 0 0,1-1 0 0 0,-1 1 0 0 0,0 0 0 0 0,0-1 0 0 0,0 1 0 0 0,1 0 0 0 0,-1 0 0 0 0,0 0 0 0 0,0 0 0 0 0,0 0 0 0 0,0 0 0 0 0,0 0 0 0 0,-1 0 0 0 0,1 1 0 0 0,0-1 0 0 0,-1 0 0 0 0,1 0 0 0 0,0 1 0 0 0,0 2 0 0 0,2 4 0 0 0,-1 0 0 0 0,0 1 1 0 0,2 8-1 0 0,-4-13 0 0 0,7 50 25 0 0,-3-1 1 0 0,-4 85-1 0 0,-1-89-26 0 0,-42 710 133 0 0,-17-216-99 0 0,1-20-2 0 0,54-456-49 0 0,3 1 0 0 0,2-1-1 0 0,11 71 1 0 0,-8-119 3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21:13.99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5 1141 7 0 0,'0'-2'0'0'0,"0"-1"0"0"0,0 1 1 0 0,0 0-1 0 0,0-1 0 0 0,0 1 0 0 0,-1 0 0 0 0,0-5 0 0 0,-1-3 0 0 0,2-20 10 0 0,2 1 1 0 0,0-1-1 0 0,2 0 1 0 0,2 1 0 0 0,8-30-1 0 0,-2 22 6 0 0,0 0 0 0 0,2 1 0 0 0,31-55 0 0 0,-15 39 16 0 0,60-76 0 0 0,-35 57 0 0 0,100-98 0 0 0,-126 142-32 0 0,22-12 0 0 0,6 1 0 0 0,6 3 0 0 0,8 4 0 0 0,1 6 0 0 0,-4 4 0 0 0,-2 3 0 0 0,3 1 0 0 0,13 1 0 0 0,-8 7 0 0 0,1 6 0 0 0,2 3 0 0 0,-4 3 0 0 0,-5 2 0 0 0,-1 3 0 0 0,8 6 0 0 0,1 9 0 0 0,0 10 0 0 0,-2 8 0 0 0,-5 3 0 0 0,-52-33 0 0 0,16 17 0 0 0,7 13 0 0 0,-5 4 0 0 0,-4 2 0 0 0,14 27 0 0 0,43 111 0 0 0,-41-81 0 0 0,0 0 0 0 0,-14-30 0 0 0,46 77 0 0 0,-59-121 0 0 0,13 14 0 0 0,4 1 0 0 0,2-4 0 0 0,0-2 0 0 0,0-3 0 0 0,2 0 0 0 0,11 3 0 0 0,5-5 0 0 0,-40-25 0 0 0,32 11 0 0 0,-33-15 0 0 0,-1-1 0 0 0,32 4 0 0 0,-27-6 0 0 0,0-2 0 0 0,27-2 0 0 0,36-10 0 0 0,-21-5 0 0 0,-8-2 0 0 0,-4-3 0 0 0,-1-1 0 0 0,9-9 0 0 0,9-6 0 0 0,11 1 0 0 0,-8 8 11 0 0,-41 17 32 0 0,40-13-33 0 0,3-3-10 0 0,-2-2 0 0 0,-1 0 0 0 0,5-4 0 0 0,-43 19-4 0 0,136-67 14 0 0,-137 66-26 0 0,-1-2-1 0 0,-2-1 1 0 0,39-34-1 0 0,-38 27-3 0 0,-2-1 0 0 0,38-49 0 0 0,-55 63 11 0 0,0 0 1 0 0,-1-1-1 0 0,-1 0 0 0 0,0 0 0 0 0,-1-1 0 0 0,0 0 0 0 0,-1 0 0 0 0,5-30 0 0 0,-9 40-1 0 0,-1 0-1 0 0,0-1 0 0 0,0 1 1 0 0,-1-8-1 0 0,-1-2 0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21:14.846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0 309 7 0 0,'4'1'1'0'0,"22"-1"-1"0"0,33-5 0 0 0,14-1 0 0 0,-6 1 0 0 0,7-2 0 0 0,7-2 0 0 0,5-5 0 0 0,174-40 0 0 0,139-35 0 0 0,-104 28 0 0 0,-209 44 0 0 0,-24 6 0 0 0,20-4 0 0 0,-7 3 0 0 0,-9 8 0 0 0,-6 4-1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21:16.40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168 0 15 0 0,'-1'16'11'0'0,"-1"0"-1"0"0,0-1 0 0 0,-6 21 1 0 0,-4 20 11 0 0,-3 243 139 0 0,14-196-119 0 0,-1 254 60 0 0,1-17-33 0 0,-3-119-58 0 0,-9 284-12 0 0,-50 86 1 0 0,46-467 0 0 0,11-82-4 0 0,-12 112 12 0 0,16-121-35 0 0,2-1 1 0 0,5 58-1 0 0,1-64-21 0 0,-5-16 38 0 0,0-6 0 0 0,0-1 1 0 0,0 1-1 0 0,0-1 1 0 0,0 0-1 0 0,0 0 1 0 0,0 1-1 0 0,1-1 1 0 0,2 4-1 0 0,15 27-58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21:17.52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146 1 24 0 0,'-3'7'-1'0'0,"1"0"1"0"0,0 0 0 0 0,0 0 0 0 0,1 0 0 0 0,-1 12 0 0 0,-1 7 1 0 0,-30 183 30 0 0,-5 219 1 0 0,30-244-32 0 0,22 238 0 0 0,-3-273 0 0 0,-7 1 0 0 0,-19 192 0 0 0,-18-131 0 0 0,10-81 0 0 0,15-69 0 0 0,7-45 0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21:19.607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 0 0,'12'0'0'0'0,"-1"1"1"0"0,19 3 0 0 0,-15-1 7 0 0,-3 1 35 0 0,42 20-33 0 0,-5 7 1 0 0,-33-17 32 0 0,19 25-33 0 0,-25-25-10 0 0,14 25 0 0 0,-3 7 0 0 0,-2-4 0 0 0,2 3 0 0 0,7 13 0 0 0,2 1 0 0 0,1-3 0 0 0,-4-2 0 0 0,-7-10 0 0 0,-2-1 0 0 0,-1 4 0 0 0,1 3 0 0 0,0 1 0 0 0,0 1 0 0 0,1-3 0 0 0,1-4 0 0 0,1-1 0 0 0,3 1 0 0 0,3 6 0 0 0,-3-5 0 0 0,0 2 0 0 0,0 5 0 0 0,-1 3 0 0 0,-1 1 0 0 0,0-3 0 0 0,0-4 0 0 0,-1-3 0 0 0,3-2 0 0 0,9 10 0 0 0,3 1 0 0 0,0 1 0 0 0,-4 0 0 0 0,-8-9 0 0 0,-1-1 0 0 0,-1-2 0 0 0,2-1 0 0 0,7 7 0 0 0,3-4 0 0 0,1-4 0 0 0,4 2 0 0 0,6-1 0 0 0,-35-36 0 0 0,0 1 0 0 0,23 12 0 0 0,-21-15 0 0 0,0 0 0 0 0,1-1 0 0 0,15 4 0 0 0,-15-6 0 0 0,0 0 0 0 0,1 0 0 0 0,14-1 0 0 0,-12-1 0 0 0,1-2 0 0 0,16-2 0 0 0,28-8 0 0 0,-12-2 0 0 0,-1-6 0 0 0,-1-3 0 0 0,6-5 54 0 0,-13 6-44 0 0,12-3-10 0 0,3 0 0 0 0,4 2 0 0 0,1 1 0 0 0,-3-1 0 0 0,-6 0 0 0 0,-4-4 0 0 0,-3-3 0 0 0,-29 18 0 0 0,0-1 0 0 0,-1-1 0 0 0,0-1 0 0 0,-1 0 0 0 0,0 0 0 0 0,-1-1 0 0 0,-1-1 0 0 0,-1 0 0 0 0,0-1 0 0 0,-1 0 0 0 0,0 0 0 0 0,-2-1 0 0 0,0 0 0 0 0,-1 0 0 0 0,-1-1 0 0 0,4-27 0 0 0,-6 14 0 0 0,-1 1 0 0 0,-2-1 0 0 0,-6-46 0 0 0,0-7 0 0 0,0-276 0 0 0,2 239 0 0 0,-2-74 0 0 0,6 172 0 0 0,1 0 0 0 0,1 0 0 0 0,1 1 0 0 0,1-1 0 0 0,1 1 0 0 0,2 0 0 0 0,0 1 0 0 0,1-1 0 0 0,1 1 0 0 0,1 1 0 0 0,1 0 0 0 0,1 0 0 0 0,1 1 0 0 0,1 1 0 0 0,0 0 0 0 0,1 1 0 0 0,31-28 0 0 0,128-100 0 0 0,-171 144 1 0 0,0 0-1 0 0,-1 0 1 0 0,1 0-1 0 0,0 0 0 0 0,0 1 1 0 0,0 0-1 0 0,1-1 1 0 0,-1 1-1 0 0,0 0 0 0 0,0 0 1 0 0,4 0-1 0 0,-5 1-2 0 0,0 0 0 0 0,0 0-1 0 0,0 0 1 0 0,0 1 0 0 0,0-1 0 0 0,0 0 0 0 0,-1 1-1 0 0,1-1 1 0 0,0 1 0 0 0,0 0 0 0 0,0 0-1 0 0,-1 0 1 0 0,1-1 0 0 0,-1 2 0 0 0,1-1-1 0 0,0 0 1 0 0,-1 0 0 0 0,0 0 0 0 0,1 1 0 0 0,-1-1-1 0 0,0 1 1 0 0,0-1 0 0 0,1 1 0 0 0,-1-1-1 0 0,1 3 1 0 0,18 32-9 0 0,0 10 11 0 0,-4-6 0 0 0,4 12 0 0 0,-11-27-21 0 0,-1 0 0 0 0,7 48-1 0 0,-14-60 22 0 0,0 0 0 0 0,-1 0 0 0 0,0-1 0 0 0,-1 1 0 0 0,-3 13 0 0 0,4-17 0 0 0,0-8 0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10-08T10:25:35.979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72 143 0 0,'41'10'0'0'0,"-17"-7"0"0"0,594-13 0 0 0,424-35 11 0 0,576 31 35 0 0,-961 14-39 0 0,593 2 231 0 0,-969 0-206 0 0,361-12 32 0 0,34 0-68 0 0,-523 15-142 0 0,-88 0 74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291217-798A-40F8-B13D-AE888733CAE9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AAC0B3-6F66-4298-B96F-13A36C44CE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7565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D5DB-D96B-41DD-AA7B-20A58568D465}" type="datetime1">
              <a:rPr lang="ko-KR" altLang="en-US" smtClean="0"/>
              <a:t>2026-10-08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248021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480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0067"/>
            <a:ext cx="10515600" cy="4796896"/>
          </a:xfrm>
        </p:spPr>
        <p:txBody>
          <a:bodyPr/>
          <a:lstStyle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SzPct val="50000"/>
              <a:buFont typeface="Wingdings" panose="05000000000000000000" pitchFamily="2" charset="2"/>
              <a:buChar char="u"/>
              <a:defRPr/>
            </a:lvl3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D5DB-D96B-41DD-AA7B-20A58568D465}" type="datetime1">
              <a:rPr lang="ko-KR" altLang="en-US" smtClean="0"/>
              <a:t>2026-10-08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498961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D5DB-D96B-41DD-AA7B-20A58568D465}" type="datetime1">
              <a:rPr lang="ko-KR" altLang="en-US" smtClean="0"/>
              <a:t>2026-10-08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911551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D5DB-D96B-41DD-AA7B-20A58568D465}" type="datetime1">
              <a:rPr lang="ko-KR" altLang="en-US" smtClean="0"/>
              <a:t>2026-10-08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409889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D5DB-D96B-41DD-AA7B-20A58568D465}" type="datetime1">
              <a:rPr lang="ko-KR" altLang="en-US" smtClean="0"/>
              <a:t>2026-10-08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546106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D5DB-D96B-41DD-AA7B-20A58568D465}" type="datetime1">
              <a:rPr lang="ko-KR" altLang="en-US" smtClean="0"/>
              <a:t>2026-10-08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710327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D5DB-D96B-41DD-AA7B-20A58568D465}" type="datetime1">
              <a:rPr lang="ko-KR" altLang="en-US" smtClean="0"/>
              <a:t>2026-10-08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855355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D5DB-D96B-41DD-AA7B-20A58568D465}" type="datetime1">
              <a:rPr lang="ko-KR" altLang="en-US" smtClean="0"/>
              <a:t>2026-10-08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998684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D5DB-D96B-41DD-AA7B-20A58568D465}" type="datetime1">
              <a:rPr lang="ko-KR" altLang="en-US" smtClean="0"/>
              <a:t>2026-10-08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650090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D5DB-D96B-41DD-AA7B-20A58568D465}" type="datetime1">
              <a:rPr lang="ko-KR" altLang="en-US" smtClean="0"/>
              <a:t>2026-10-08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161248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4D5DB-D96B-41DD-AA7B-20A58568D465}" type="datetime1">
              <a:rPr lang="ko-KR" altLang="en-US" smtClean="0"/>
              <a:t>2026-10-08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007458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4D5DB-D96B-41DD-AA7B-20A58568D465}" type="datetime1">
              <a:rPr lang="ko-KR" altLang="en-US" smtClean="0"/>
              <a:t>2026-10-08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7ADE18-EC8C-400B-AB68-50F26210C62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80E2FB-F9DA-41D2-B024-CA9A03739C3B}"/>
              </a:ext>
            </a:extLst>
          </p:cNvPr>
          <p:cNvSpPr/>
          <p:nvPr userDrawn="1"/>
        </p:nvSpPr>
        <p:spPr>
          <a:xfrm>
            <a:off x="543339" y="1218028"/>
            <a:ext cx="11105323" cy="7454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  <p:extLst>
      <p:ext uri="{BB962C8B-B14F-4D97-AF65-F5344CB8AC3E}">
        <p14:creationId xmlns:p14="http://schemas.microsoft.com/office/powerpoint/2010/main" val="202867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7.png"/><Relationship Id="rId21" Type="http://schemas.openxmlformats.org/officeDocument/2006/relationships/customXml" Target="../ink/ink9.xml"/><Relationship Id="rId42" Type="http://schemas.openxmlformats.org/officeDocument/2006/relationships/image" Target="../media/image55.png"/><Relationship Id="rId47" Type="http://schemas.openxmlformats.org/officeDocument/2006/relationships/customXml" Target="../ink/ink22.xml"/><Relationship Id="rId63" Type="http://schemas.openxmlformats.org/officeDocument/2006/relationships/customXml" Target="../ink/ink30.xml"/><Relationship Id="rId68" Type="http://schemas.openxmlformats.org/officeDocument/2006/relationships/image" Target="../media/image68.png"/><Relationship Id="rId84" Type="http://schemas.openxmlformats.org/officeDocument/2006/relationships/image" Target="../media/image76.png"/><Relationship Id="rId89" Type="http://schemas.openxmlformats.org/officeDocument/2006/relationships/customXml" Target="../ink/ink43.xml"/><Relationship Id="rId16" Type="http://schemas.openxmlformats.org/officeDocument/2006/relationships/image" Target="../media/image42.png"/><Relationship Id="rId11" Type="http://schemas.openxmlformats.org/officeDocument/2006/relationships/customXml" Target="../ink/ink4.xml"/><Relationship Id="rId32" Type="http://schemas.openxmlformats.org/officeDocument/2006/relationships/image" Target="../media/image50.png"/><Relationship Id="rId37" Type="http://schemas.openxmlformats.org/officeDocument/2006/relationships/customXml" Target="../ink/ink17.xml"/><Relationship Id="rId53" Type="http://schemas.openxmlformats.org/officeDocument/2006/relationships/customXml" Target="../ink/ink25.xml"/><Relationship Id="rId58" Type="http://schemas.openxmlformats.org/officeDocument/2006/relationships/image" Target="../media/image63.png"/><Relationship Id="rId74" Type="http://schemas.openxmlformats.org/officeDocument/2006/relationships/image" Target="../media/image71.png"/><Relationship Id="rId79" Type="http://schemas.openxmlformats.org/officeDocument/2006/relationships/customXml" Target="../ink/ink38.xml"/><Relationship Id="rId5" Type="http://schemas.openxmlformats.org/officeDocument/2006/relationships/customXml" Target="../ink/ink1.xml"/><Relationship Id="rId90" Type="http://schemas.openxmlformats.org/officeDocument/2006/relationships/image" Target="../media/image79.png"/><Relationship Id="rId95" Type="http://schemas.openxmlformats.org/officeDocument/2006/relationships/customXml" Target="../ink/ink46.xml"/><Relationship Id="rId22" Type="http://schemas.openxmlformats.org/officeDocument/2006/relationships/image" Target="../media/image45.png"/><Relationship Id="rId27" Type="http://schemas.openxmlformats.org/officeDocument/2006/relationships/customXml" Target="../ink/ink12.xml"/><Relationship Id="rId43" Type="http://schemas.openxmlformats.org/officeDocument/2006/relationships/customXml" Target="../ink/ink20.xml"/><Relationship Id="rId48" Type="http://schemas.openxmlformats.org/officeDocument/2006/relationships/image" Target="../media/image58.png"/><Relationship Id="rId64" Type="http://schemas.openxmlformats.org/officeDocument/2006/relationships/image" Target="../media/image66.png"/><Relationship Id="rId69" Type="http://schemas.openxmlformats.org/officeDocument/2006/relationships/customXml" Target="../ink/ink33.xml"/><Relationship Id="rId80" Type="http://schemas.openxmlformats.org/officeDocument/2006/relationships/image" Target="../media/image74.png"/><Relationship Id="rId85" Type="http://schemas.openxmlformats.org/officeDocument/2006/relationships/customXml" Target="../ink/ink41.xml"/><Relationship Id="rId3" Type="http://schemas.openxmlformats.org/officeDocument/2006/relationships/image" Target="../media/image35.png"/><Relationship Id="rId12" Type="http://schemas.openxmlformats.org/officeDocument/2006/relationships/image" Target="../media/image40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customXml" Target="../ink/ink15.xml"/><Relationship Id="rId38" Type="http://schemas.openxmlformats.org/officeDocument/2006/relationships/image" Target="../media/image53.png"/><Relationship Id="rId46" Type="http://schemas.openxmlformats.org/officeDocument/2006/relationships/image" Target="../media/image57.png"/><Relationship Id="rId59" Type="http://schemas.openxmlformats.org/officeDocument/2006/relationships/customXml" Target="../ink/ink28.xml"/><Relationship Id="rId67" Type="http://schemas.openxmlformats.org/officeDocument/2006/relationships/customXml" Target="../ink/ink32.xml"/><Relationship Id="rId20" Type="http://schemas.openxmlformats.org/officeDocument/2006/relationships/image" Target="../media/image44.png"/><Relationship Id="rId41" Type="http://schemas.openxmlformats.org/officeDocument/2006/relationships/customXml" Target="../ink/ink19.xml"/><Relationship Id="rId54" Type="http://schemas.openxmlformats.org/officeDocument/2006/relationships/image" Target="../media/image61.png"/><Relationship Id="rId62" Type="http://schemas.openxmlformats.org/officeDocument/2006/relationships/image" Target="../media/image65.png"/><Relationship Id="rId70" Type="http://schemas.openxmlformats.org/officeDocument/2006/relationships/image" Target="../media/image69.png"/><Relationship Id="rId75" Type="http://schemas.openxmlformats.org/officeDocument/2006/relationships/customXml" Target="../ink/ink36.xml"/><Relationship Id="rId83" Type="http://schemas.openxmlformats.org/officeDocument/2006/relationships/customXml" Target="../ink/ink40.xml"/><Relationship Id="rId88" Type="http://schemas.openxmlformats.org/officeDocument/2006/relationships/image" Target="../media/image78.png"/><Relationship Id="rId91" Type="http://schemas.openxmlformats.org/officeDocument/2006/relationships/customXml" Target="../ink/ink44.xml"/><Relationship Id="rId96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48.png"/><Relationship Id="rId36" Type="http://schemas.openxmlformats.org/officeDocument/2006/relationships/image" Target="../media/image52.png"/><Relationship Id="rId49" Type="http://schemas.openxmlformats.org/officeDocument/2006/relationships/customXml" Target="../ink/ink23.xml"/><Relationship Id="rId57" Type="http://schemas.openxmlformats.org/officeDocument/2006/relationships/customXml" Target="../ink/ink27.xml"/><Relationship Id="rId10" Type="http://schemas.openxmlformats.org/officeDocument/2006/relationships/image" Target="../media/image39.png"/><Relationship Id="rId31" Type="http://schemas.openxmlformats.org/officeDocument/2006/relationships/customXml" Target="../ink/ink14.xml"/><Relationship Id="rId44" Type="http://schemas.openxmlformats.org/officeDocument/2006/relationships/image" Target="../media/image56.png"/><Relationship Id="rId52" Type="http://schemas.openxmlformats.org/officeDocument/2006/relationships/image" Target="../media/image60.png"/><Relationship Id="rId60" Type="http://schemas.openxmlformats.org/officeDocument/2006/relationships/image" Target="../media/image64.png"/><Relationship Id="rId65" Type="http://schemas.openxmlformats.org/officeDocument/2006/relationships/customXml" Target="../ink/ink31.xml"/><Relationship Id="rId73" Type="http://schemas.openxmlformats.org/officeDocument/2006/relationships/customXml" Target="../ink/ink35.xml"/><Relationship Id="rId78" Type="http://schemas.openxmlformats.org/officeDocument/2006/relationships/image" Target="../media/image73.png"/><Relationship Id="rId81" Type="http://schemas.openxmlformats.org/officeDocument/2006/relationships/customXml" Target="../ink/ink39.xml"/><Relationship Id="rId86" Type="http://schemas.openxmlformats.org/officeDocument/2006/relationships/image" Target="../media/image77.png"/><Relationship Id="rId94" Type="http://schemas.openxmlformats.org/officeDocument/2006/relationships/image" Target="../media/image81.png"/><Relationship Id="rId99" Type="http://schemas.openxmlformats.org/officeDocument/2006/relationships/customXml" Target="../ink/ink48.xml"/><Relationship Id="rId4" Type="http://schemas.openxmlformats.org/officeDocument/2006/relationships/image" Target="../media/image36.png"/><Relationship Id="rId9" Type="http://schemas.openxmlformats.org/officeDocument/2006/relationships/customXml" Target="../ink/ink3.xml"/><Relationship Id="rId13" Type="http://schemas.openxmlformats.org/officeDocument/2006/relationships/customXml" Target="../ink/ink5.xml"/><Relationship Id="rId18" Type="http://schemas.openxmlformats.org/officeDocument/2006/relationships/image" Target="../media/image43.png"/><Relationship Id="rId39" Type="http://schemas.openxmlformats.org/officeDocument/2006/relationships/customXml" Target="../ink/ink18.xml"/><Relationship Id="rId34" Type="http://schemas.openxmlformats.org/officeDocument/2006/relationships/image" Target="../media/image51.png"/><Relationship Id="rId50" Type="http://schemas.openxmlformats.org/officeDocument/2006/relationships/image" Target="../media/image59.png"/><Relationship Id="rId55" Type="http://schemas.openxmlformats.org/officeDocument/2006/relationships/customXml" Target="../ink/ink26.xml"/><Relationship Id="rId76" Type="http://schemas.openxmlformats.org/officeDocument/2006/relationships/image" Target="../media/image72.png"/><Relationship Id="rId97" Type="http://schemas.openxmlformats.org/officeDocument/2006/relationships/customXml" Target="../ink/ink47.xml"/><Relationship Id="rId7" Type="http://schemas.openxmlformats.org/officeDocument/2006/relationships/customXml" Target="../ink/ink2.xml"/><Relationship Id="rId71" Type="http://schemas.openxmlformats.org/officeDocument/2006/relationships/customXml" Target="../ink/ink34.xml"/><Relationship Id="rId92" Type="http://schemas.openxmlformats.org/officeDocument/2006/relationships/image" Target="../media/image80.png"/><Relationship Id="rId2" Type="http://schemas.openxmlformats.org/officeDocument/2006/relationships/image" Target="../media/image34.png"/><Relationship Id="rId29" Type="http://schemas.openxmlformats.org/officeDocument/2006/relationships/customXml" Target="../ink/ink13.xml"/><Relationship Id="rId24" Type="http://schemas.openxmlformats.org/officeDocument/2006/relationships/image" Target="../media/image46.png"/><Relationship Id="rId40" Type="http://schemas.openxmlformats.org/officeDocument/2006/relationships/image" Target="../media/image54.png"/><Relationship Id="rId45" Type="http://schemas.openxmlformats.org/officeDocument/2006/relationships/customXml" Target="../ink/ink21.xml"/><Relationship Id="rId66" Type="http://schemas.openxmlformats.org/officeDocument/2006/relationships/image" Target="../media/image67.png"/><Relationship Id="rId87" Type="http://schemas.openxmlformats.org/officeDocument/2006/relationships/customXml" Target="../ink/ink42.xml"/><Relationship Id="rId61" Type="http://schemas.openxmlformats.org/officeDocument/2006/relationships/customXml" Target="../ink/ink29.xml"/><Relationship Id="rId82" Type="http://schemas.openxmlformats.org/officeDocument/2006/relationships/image" Target="../media/image75.png"/><Relationship Id="rId19" Type="http://schemas.openxmlformats.org/officeDocument/2006/relationships/customXml" Target="../ink/ink8.xml"/><Relationship Id="rId14" Type="http://schemas.openxmlformats.org/officeDocument/2006/relationships/image" Target="../media/image41.png"/><Relationship Id="rId30" Type="http://schemas.openxmlformats.org/officeDocument/2006/relationships/image" Target="../media/image49.png"/><Relationship Id="rId35" Type="http://schemas.openxmlformats.org/officeDocument/2006/relationships/customXml" Target="../ink/ink16.xml"/><Relationship Id="rId56" Type="http://schemas.openxmlformats.org/officeDocument/2006/relationships/image" Target="../media/image62.png"/><Relationship Id="rId77" Type="http://schemas.openxmlformats.org/officeDocument/2006/relationships/customXml" Target="../ink/ink37.xml"/><Relationship Id="rId100" Type="http://schemas.openxmlformats.org/officeDocument/2006/relationships/image" Target="../media/image84.png"/><Relationship Id="rId8" Type="http://schemas.openxmlformats.org/officeDocument/2006/relationships/image" Target="../media/image38.png"/><Relationship Id="rId51" Type="http://schemas.openxmlformats.org/officeDocument/2006/relationships/customXml" Target="../ink/ink24.xml"/><Relationship Id="rId72" Type="http://schemas.openxmlformats.org/officeDocument/2006/relationships/image" Target="../media/image70.png"/><Relationship Id="rId93" Type="http://schemas.openxmlformats.org/officeDocument/2006/relationships/customXml" Target="../ink/ink45.xml"/><Relationship Id="rId98" Type="http://schemas.openxmlformats.org/officeDocument/2006/relationships/image" Target="../media/image8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38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10" Type="http://schemas.openxmlformats.org/officeDocument/2006/relationships/image" Target="../media/image119.png"/><Relationship Id="rId4" Type="http://schemas.openxmlformats.org/officeDocument/2006/relationships/image" Target="../media/image113.png"/><Relationship Id="rId9" Type="http://schemas.openxmlformats.org/officeDocument/2006/relationships/image" Target="../media/image11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9.png"/><Relationship Id="rId4" Type="http://schemas.openxmlformats.org/officeDocument/2006/relationships/image" Target="../media/image12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gi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5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9.jpeg"/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jpe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2.png"/><Relationship Id="rId4" Type="http://schemas.openxmlformats.org/officeDocument/2006/relationships/image" Target="../media/image159.jpe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4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6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5.png"/><Relationship Id="rId5" Type="http://schemas.openxmlformats.org/officeDocument/2006/relationships/image" Target="../media/image184.png"/><Relationship Id="rId4" Type="http://schemas.openxmlformats.org/officeDocument/2006/relationships/image" Target="../media/image183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47.png"/><Relationship Id="rId21" Type="http://schemas.openxmlformats.org/officeDocument/2006/relationships/image" Target="../media/image199.png"/><Relationship Id="rId42" Type="http://schemas.openxmlformats.org/officeDocument/2006/relationships/customXml" Target="../ink/ink67.xml"/><Relationship Id="rId63" Type="http://schemas.openxmlformats.org/officeDocument/2006/relationships/image" Target="../media/image220.png"/><Relationship Id="rId84" Type="http://schemas.openxmlformats.org/officeDocument/2006/relationships/customXml" Target="../ink/ink88.xml"/><Relationship Id="rId138" Type="http://schemas.openxmlformats.org/officeDocument/2006/relationships/customXml" Target="../ink/ink115.xml"/><Relationship Id="rId159" Type="http://schemas.openxmlformats.org/officeDocument/2006/relationships/image" Target="../media/image268.png"/><Relationship Id="rId170" Type="http://schemas.openxmlformats.org/officeDocument/2006/relationships/customXml" Target="../ink/ink131.xml"/><Relationship Id="rId191" Type="http://schemas.openxmlformats.org/officeDocument/2006/relationships/image" Target="../media/image284.png"/><Relationship Id="rId107" Type="http://schemas.openxmlformats.org/officeDocument/2006/relationships/image" Target="../media/image242.png"/><Relationship Id="rId11" Type="http://schemas.openxmlformats.org/officeDocument/2006/relationships/image" Target="../media/image194.png"/><Relationship Id="rId32" Type="http://schemas.openxmlformats.org/officeDocument/2006/relationships/customXml" Target="../ink/ink62.xml"/><Relationship Id="rId53" Type="http://schemas.openxmlformats.org/officeDocument/2006/relationships/image" Target="../media/image215.png"/><Relationship Id="rId74" Type="http://schemas.openxmlformats.org/officeDocument/2006/relationships/customXml" Target="../ink/ink83.xml"/><Relationship Id="rId128" Type="http://schemas.openxmlformats.org/officeDocument/2006/relationships/customXml" Target="../ink/ink110.xml"/><Relationship Id="rId149" Type="http://schemas.openxmlformats.org/officeDocument/2006/relationships/image" Target="../media/image263.png"/><Relationship Id="rId5" Type="http://schemas.openxmlformats.org/officeDocument/2006/relationships/image" Target="../media/image191.png"/><Relationship Id="rId95" Type="http://schemas.openxmlformats.org/officeDocument/2006/relationships/image" Target="../media/image236.png"/><Relationship Id="rId160" Type="http://schemas.openxmlformats.org/officeDocument/2006/relationships/customXml" Target="../ink/ink126.xml"/><Relationship Id="rId181" Type="http://schemas.openxmlformats.org/officeDocument/2006/relationships/image" Target="../media/image279.png"/><Relationship Id="rId22" Type="http://schemas.openxmlformats.org/officeDocument/2006/relationships/customXml" Target="../ink/ink57.xml"/><Relationship Id="rId43" Type="http://schemas.openxmlformats.org/officeDocument/2006/relationships/image" Target="../media/image210.png"/><Relationship Id="rId64" Type="http://schemas.openxmlformats.org/officeDocument/2006/relationships/customXml" Target="../ink/ink78.xml"/><Relationship Id="rId118" Type="http://schemas.openxmlformats.org/officeDocument/2006/relationships/customXml" Target="../ink/ink105.xml"/><Relationship Id="rId139" Type="http://schemas.openxmlformats.org/officeDocument/2006/relationships/image" Target="../media/image258.png"/><Relationship Id="rId85" Type="http://schemas.openxmlformats.org/officeDocument/2006/relationships/image" Target="../media/image231.png"/><Relationship Id="rId150" Type="http://schemas.openxmlformats.org/officeDocument/2006/relationships/customXml" Target="../ink/ink121.xml"/><Relationship Id="rId171" Type="http://schemas.openxmlformats.org/officeDocument/2006/relationships/image" Target="../media/image274.png"/><Relationship Id="rId192" Type="http://schemas.openxmlformats.org/officeDocument/2006/relationships/customXml" Target="../ink/ink142.xml"/><Relationship Id="rId12" Type="http://schemas.openxmlformats.org/officeDocument/2006/relationships/customXml" Target="../ink/ink52.xml"/><Relationship Id="rId33" Type="http://schemas.openxmlformats.org/officeDocument/2006/relationships/image" Target="../media/image205.png"/><Relationship Id="rId108" Type="http://schemas.openxmlformats.org/officeDocument/2006/relationships/customXml" Target="../ink/ink100.xml"/><Relationship Id="rId129" Type="http://schemas.openxmlformats.org/officeDocument/2006/relationships/image" Target="../media/image253.png"/><Relationship Id="rId54" Type="http://schemas.openxmlformats.org/officeDocument/2006/relationships/customXml" Target="../ink/ink73.xml"/><Relationship Id="rId75" Type="http://schemas.openxmlformats.org/officeDocument/2006/relationships/image" Target="../media/image226.png"/><Relationship Id="rId96" Type="http://schemas.openxmlformats.org/officeDocument/2006/relationships/customXml" Target="../ink/ink94.xml"/><Relationship Id="rId140" Type="http://schemas.openxmlformats.org/officeDocument/2006/relationships/customXml" Target="../ink/ink116.xml"/><Relationship Id="rId161" Type="http://schemas.openxmlformats.org/officeDocument/2006/relationships/image" Target="../media/image269.png"/><Relationship Id="rId182" Type="http://schemas.openxmlformats.org/officeDocument/2006/relationships/customXml" Target="../ink/ink137.xml"/><Relationship Id="rId6" Type="http://schemas.openxmlformats.org/officeDocument/2006/relationships/customXml" Target="../ink/ink49.xml"/><Relationship Id="rId23" Type="http://schemas.openxmlformats.org/officeDocument/2006/relationships/image" Target="../media/image200.png"/><Relationship Id="rId119" Type="http://schemas.openxmlformats.org/officeDocument/2006/relationships/image" Target="../media/image248.png"/><Relationship Id="rId44" Type="http://schemas.openxmlformats.org/officeDocument/2006/relationships/customXml" Target="../ink/ink68.xml"/><Relationship Id="rId65" Type="http://schemas.openxmlformats.org/officeDocument/2006/relationships/image" Target="../media/image221.png"/><Relationship Id="rId86" Type="http://schemas.openxmlformats.org/officeDocument/2006/relationships/customXml" Target="../ink/ink89.xml"/><Relationship Id="rId130" Type="http://schemas.openxmlformats.org/officeDocument/2006/relationships/customXml" Target="../ink/ink111.xml"/><Relationship Id="rId151" Type="http://schemas.openxmlformats.org/officeDocument/2006/relationships/image" Target="../media/image264.png"/><Relationship Id="rId172" Type="http://schemas.openxmlformats.org/officeDocument/2006/relationships/customXml" Target="../ink/ink132.xml"/><Relationship Id="rId193" Type="http://schemas.openxmlformats.org/officeDocument/2006/relationships/image" Target="../media/image285.png"/><Relationship Id="rId13" Type="http://schemas.openxmlformats.org/officeDocument/2006/relationships/image" Target="../media/image195.png"/><Relationship Id="rId109" Type="http://schemas.openxmlformats.org/officeDocument/2006/relationships/image" Target="../media/image243.png"/><Relationship Id="rId34" Type="http://schemas.openxmlformats.org/officeDocument/2006/relationships/customXml" Target="../ink/ink63.xml"/><Relationship Id="rId55" Type="http://schemas.openxmlformats.org/officeDocument/2006/relationships/image" Target="../media/image216.png"/><Relationship Id="rId76" Type="http://schemas.openxmlformats.org/officeDocument/2006/relationships/customXml" Target="../ink/ink84.xml"/><Relationship Id="rId97" Type="http://schemas.openxmlformats.org/officeDocument/2006/relationships/image" Target="../media/image237.png"/><Relationship Id="rId120" Type="http://schemas.openxmlformats.org/officeDocument/2006/relationships/customXml" Target="../ink/ink106.xml"/><Relationship Id="rId141" Type="http://schemas.openxmlformats.org/officeDocument/2006/relationships/image" Target="../media/image259.png"/><Relationship Id="rId7" Type="http://schemas.openxmlformats.org/officeDocument/2006/relationships/image" Target="../media/image192.png"/><Relationship Id="rId71" Type="http://schemas.openxmlformats.org/officeDocument/2006/relationships/image" Target="../media/image224.png"/><Relationship Id="rId92" Type="http://schemas.openxmlformats.org/officeDocument/2006/relationships/customXml" Target="../ink/ink92.xml"/><Relationship Id="rId162" Type="http://schemas.openxmlformats.org/officeDocument/2006/relationships/customXml" Target="../ink/ink127.xml"/><Relationship Id="rId183" Type="http://schemas.openxmlformats.org/officeDocument/2006/relationships/image" Target="../media/image280.png"/><Relationship Id="rId2" Type="http://schemas.openxmlformats.org/officeDocument/2006/relationships/image" Target="../media/image188.png"/><Relationship Id="rId29" Type="http://schemas.openxmlformats.org/officeDocument/2006/relationships/image" Target="../media/image203.png"/><Relationship Id="rId24" Type="http://schemas.openxmlformats.org/officeDocument/2006/relationships/customXml" Target="../ink/ink58.xml"/><Relationship Id="rId40" Type="http://schemas.openxmlformats.org/officeDocument/2006/relationships/customXml" Target="../ink/ink66.xml"/><Relationship Id="rId45" Type="http://schemas.openxmlformats.org/officeDocument/2006/relationships/image" Target="../media/image211.png"/><Relationship Id="rId66" Type="http://schemas.openxmlformats.org/officeDocument/2006/relationships/customXml" Target="../ink/ink79.xml"/><Relationship Id="rId87" Type="http://schemas.openxmlformats.org/officeDocument/2006/relationships/image" Target="../media/image232.png"/><Relationship Id="rId110" Type="http://schemas.openxmlformats.org/officeDocument/2006/relationships/customXml" Target="../ink/ink101.xml"/><Relationship Id="rId115" Type="http://schemas.openxmlformats.org/officeDocument/2006/relationships/image" Target="../media/image246.png"/><Relationship Id="rId131" Type="http://schemas.openxmlformats.org/officeDocument/2006/relationships/image" Target="../media/image254.png"/><Relationship Id="rId136" Type="http://schemas.openxmlformats.org/officeDocument/2006/relationships/customXml" Target="../ink/ink114.xml"/><Relationship Id="rId157" Type="http://schemas.openxmlformats.org/officeDocument/2006/relationships/image" Target="../media/image267.png"/><Relationship Id="rId178" Type="http://schemas.openxmlformats.org/officeDocument/2006/relationships/customXml" Target="../ink/ink135.xml"/><Relationship Id="rId61" Type="http://schemas.openxmlformats.org/officeDocument/2006/relationships/image" Target="../media/image219.png"/><Relationship Id="rId82" Type="http://schemas.openxmlformats.org/officeDocument/2006/relationships/customXml" Target="../ink/ink87.xml"/><Relationship Id="rId152" Type="http://schemas.openxmlformats.org/officeDocument/2006/relationships/customXml" Target="../ink/ink122.xml"/><Relationship Id="rId173" Type="http://schemas.openxmlformats.org/officeDocument/2006/relationships/image" Target="../media/image275.png"/><Relationship Id="rId194" Type="http://schemas.openxmlformats.org/officeDocument/2006/relationships/customXml" Target="../ink/ink143.xml"/><Relationship Id="rId199" Type="http://schemas.openxmlformats.org/officeDocument/2006/relationships/image" Target="../media/image288.png"/><Relationship Id="rId19" Type="http://schemas.openxmlformats.org/officeDocument/2006/relationships/image" Target="../media/image198.png"/><Relationship Id="rId14" Type="http://schemas.openxmlformats.org/officeDocument/2006/relationships/customXml" Target="../ink/ink53.xml"/><Relationship Id="rId30" Type="http://schemas.openxmlformats.org/officeDocument/2006/relationships/customXml" Target="../ink/ink61.xml"/><Relationship Id="rId35" Type="http://schemas.openxmlformats.org/officeDocument/2006/relationships/image" Target="../media/image206.png"/><Relationship Id="rId56" Type="http://schemas.openxmlformats.org/officeDocument/2006/relationships/customXml" Target="../ink/ink74.xml"/><Relationship Id="rId77" Type="http://schemas.openxmlformats.org/officeDocument/2006/relationships/image" Target="../media/image227.png"/><Relationship Id="rId100" Type="http://schemas.openxmlformats.org/officeDocument/2006/relationships/customXml" Target="../ink/ink96.xml"/><Relationship Id="rId105" Type="http://schemas.openxmlformats.org/officeDocument/2006/relationships/image" Target="../media/image241.png"/><Relationship Id="rId126" Type="http://schemas.openxmlformats.org/officeDocument/2006/relationships/customXml" Target="../ink/ink109.xml"/><Relationship Id="rId147" Type="http://schemas.openxmlformats.org/officeDocument/2006/relationships/image" Target="../media/image262.png"/><Relationship Id="rId168" Type="http://schemas.openxmlformats.org/officeDocument/2006/relationships/customXml" Target="../ink/ink130.xml"/><Relationship Id="rId8" Type="http://schemas.openxmlformats.org/officeDocument/2006/relationships/customXml" Target="../ink/ink50.xml"/><Relationship Id="rId51" Type="http://schemas.openxmlformats.org/officeDocument/2006/relationships/image" Target="../media/image214.png"/><Relationship Id="rId72" Type="http://schemas.openxmlformats.org/officeDocument/2006/relationships/customXml" Target="../ink/ink82.xml"/><Relationship Id="rId93" Type="http://schemas.openxmlformats.org/officeDocument/2006/relationships/image" Target="../media/image235.png"/><Relationship Id="rId98" Type="http://schemas.openxmlformats.org/officeDocument/2006/relationships/customXml" Target="../ink/ink95.xml"/><Relationship Id="rId121" Type="http://schemas.openxmlformats.org/officeDocument/2006/relationships/image" Target="../media/image249.png"/><Relationship Id="rId142" Type="http://schemas.openxmlformats.org/officeDocument/2006/relationships/customXml" Target="../ink/ink117.xml"/><Relationship Id="rId163" Type="http://schemas.openxmlformats.org/officeDocument/2006/relationships/image" Target="../media/image270.png"/><Relationship Id="rId184" Type="http://schemas.openxmlformats.org/officeDocument/2006/relationships/customXml" Target="../ink/ink138.xml"/><Relationship Id="rId189" Type="http://schemas.openxmlformats.org/officeDocument/2006/relationships/image" Target="../media/image283.png"/><Relationship Id="rId3" Type="http://schemas.openxmlformats.org/officeDocument/2006/relationships/image" Target="../media/image189.png"/><Relationship Id="rId25" Type="http://schemas.openxmlformats.org/officeDocument/2006/relationships/image" Target="../media/image201.png"/><Relationship Id="rId46" Type="http://schemas.openxmlformats.org/officeDocument/2006/relationships/customXml" Target="../ink/ink69.xml"/><Relationship Id="rId67" Type="http://schemas.openxmlformats.org/officeDocument/2006/relationships/image" Target="../media/image222.png"/><Relationship Id="rId116" Type="http://schemas.openxmlformats.org/officeDocument/2006/relationships/customXml" Target="../ink/ink104.xml"/><Relationship Id="rId137" Type="http://schemas.openxmlformats.org/officeDocument/2006/relationships/image" Target="../media/image257.png"/><Relationship Id="rId158" Type="http://schemas.openxmlformats.org/officeDocument/2006/relationships/customXml" Target="../ink/ink125.xml"/><Relationship Id="rId20" Type="http://schemas.openxmlformats.org/officeDocument/2006/relationships/customXml" Target="../ink/ink56.xml"/><Relationship Id="rId41" Type="http://schemas.openxmlformats.org/officeDocument/2006/relationships/image" Target="../media/image209.png"/><Relationship Id="rId62" Type="http://schemas.openxmlformats.org/officeDocument/2006/relationships/customXml" Target="../ink/ink77.xml"/><Relationship Id="rId83" Type="http://schemas.openxmlformats.org/officeDocument/2006/relationships/image" Target="../media/image230.png"/><Relationship Id="rId88" Type="http://schemas.openxmlformats.org/officeDocument/2006/relationships/customXml" Target="../ink/ink90.xml"/><Relationship Id="rId111" Type="http://schemas.openxmlformats.org/officeDocument/2006/relationships/image" Target="../media/image244.png"/><Relationship Id="rId132" Type="http://schemas.openxmlformats.org/officeDocument/2006/relationships/customXml" Target="../ink/ink112.xml"/><Relationship Id="rId153" Type="http://schemas.openxmlformats.org/officeDocument/2006/relationships/image" Target="../media/image265.png"/><Relationship Id="rId174" Type="http://schemas.openxmlformats.org/officeDocument/2006/relationships/customXml" Target="../ink/ink133.xml"/><Relationship Id="rId179" Type="http://schemas.openxmlformats.org/officeDocument/2006/relationships/image" Target="../media/image278.png"/><Relationship Id="rId195" Type="http://schemas.openxmlformats.org/officeDocument/2006/relationships/image" Target="../media/image286.png"/><Relationship Id="rId190" Type="http://schemas.openxmlformats.org/officeDocument/2006/relationships/customXml" Target="../ink/ink141.xml"/><Relationship Id="rId15" Type="http://schemas.openxmlformats.org/officeDocument/2006/relationships/image" Target="../media/image196.png"/><Relationship Id="rId36" Type="http://schemas.openxmlformats.org/officeDocument/2006/relationships/customXml" Target="../ink/ink64.xml"/><Relationship Id="rId57" Type="http://schemas.openxmlformats.org/officeDocument/2006/relationships/image" Target="../media/image217.png"/><Relationship Id="rId106" Type="http://schemas.openxmlformats.org/officeDocument/2006/relationships/customXml" Target="../ink/ink99.xml"/><Relationship Id="rId127" Type="http://schemas.openxmlformats.org/officeDocument/2006/relationships/image" Target="../media/image252.png"/><Relationship Id="rId10" Type="http://schemas.openxmlformats.org/officeDocument/2006/relationships/customXml" Target="../ink/ink51.xml"/><Relationship Id="rId31" Type="http://schemas.openxmlformats.org/officeDocument/2006/relationships/image" Target="../media/image204.png"/><Relationship Id="rId52" Type="http://schemas.openxmlformats.org/officeDocument/2006/relationships/customXml" Target="../ink/ink72.xml"/><Relationship Id="rId73" Type="http://schemas.openxmlformats.org/officeDocument/2006/relationships/image" Target="../media/image225.png"/><Relationship Id="rId78" Type="http://schemas.openxmlformats.org/officeDocument/2006/relationships/customXml" Target="../ink/ink85.xml"/><Relationship Id="rId94" Type="http://schemas.openxmlformats.org/officeDocument/2006/relationships/customXml" Target="../ink/ink93.xml"/><Relationship Id="rId99" Type="http://schemas.openxmlformats.org/officeDocument/2006/relationships/image" Target="../media/image238.png"/><Relationship Id="rId101" Type="http://schemas.openxmlformats.org/officeDocument/2006/relationships/image" Target="../media/image239.png"/><Relationship Id="rId122" Type="http://schemas.openxmlformats.org/officeDocument/2006/relationships/customXml" Target="../ink/ink107.xml"/><Relationship Id="rId143" Type="http://schemas.openxmlformats.org/officeDocument/2006/relationships/image" Target="../media/image260.png"/><Relationship Id="rId148" Type="http://schemas.openxmlformats.org/officeDocument/2006/relationships/customXml" Target="../ink/ink120.xml"/><Relationship Id="rId164" Type="http://schemas.openxmlformats.org/officeDocument/2006/relationships/customXml" Target="../ink/ink128.xml"/><Relationship Id="rId169" Type="http://schemas.openxmlformats.org/officeDocument/2006/relationships/image" Target="../media/image273.png"/><Relationship Id="rId185" Type="http://schemas.openxmlformats.org/officeDocument/2006/relationships/image" Target="../media/image281.png"/><Relationship Id="rId4" Type="http://schemas.openxmlformats.org/officeDocument/2006/relationships/image" Target="../media/image190.png"/><Relationship Id="rId9" Type="http://schemas.openxmlformats.org/officeDocument/2006/relationships/image" Target="../media/image193.png"/><Relationship Id="rId180" Type="http://schemas.openxmlformats.org/officeDocument/2006/relationships/customXml" Target="../ink/ink136.xml"/><Relationship Id="rId26" Type="http://schemas.openxmlformats.org/officeDocument/2006/relationships/customXml" Target="../ink/ink59.xml"/><Relationship Id="rId47" Type="http://schemas.openxmlformats.org/officeDocument/2006/relationships/image" Target="../media/image212.png"/><Relationship Id="rId68" Type="http://schemas.openxmlformats.org/officeDocument/2006/relationships/customXml" Target="../ink/ink80.xml"/><Relationship Id="rId89" Type="http://schemas.openxmlformats.org/officeDocument/2006/relationships/image" Target="../media/image233.png"/><Relationship Id="rId112" Type="http://schemas.openxmlformats.org/officeDocument/2006/relationships/customXml" Target="../ink/ink102.xml"/><Relationship Id="rId133" Type="http://schemas.openxmlformats.org/officeDocument/2006/relationships/image" Target="../media/image255.png"/><Relationship Id="rId154" Type="http://schemas.openxmlformats.org/officeDocument/2006/relationships/customXml" Target="../ink/ink123.xml"/><Relationship Id="rId175" Type="http://schemas.openxmlformats.org/officeDocument/2006/relationships/image" Target="../media/image276.png"/><Relationship Id="rId196" Type="http://schemas.openxmlformats.org/officeDocument/2006/relationships/customXml" Target="../ink/ink144.xml"/><Relationship Id="rId16" Type="http://schemas.openxmlformats.org/officeDocument/2006/relationships/customXml" Target="../ink/ink54.xml"/><Relationship Id="rId37" Type="http://schemas.openxmlformats.org/officeDocument/2006/relationships/image" Target="../media/image207.png"/><Relationship Id="rId58" Type="http://schemas.openxmlformats.org/officeDocument/2006/relationships/customXml" Target="../ink/ink75.xml"/><Relationship Id="rId79" Type="http://schemas.openxmlformats.org/officeDocument/2006/relationships/image" Target="../media/image228.png"/><Relationship Id="rId102" Type="http://schemas.openxmlformats.org/officeDocument/2006/relationships/customXml" Target="../ink/ink97.xml"/><Relationship Id="rId123" Type="http://schemas.openxmlformats.org/officeDocument/2006/relationships/image" Target="../media/image250.png"/><Relationship Id="rId144" Type="http://schemas.openxmlformats.org/officeDocument/2006/relationships/customXml" Target="../ink/ink118.xml"/><Relationship Id="rId90" Type="http://schemas.openxmlformats.org/officeDocument/2006/relationships/customXml" Target="../ink/ink91.xml"/><Relationship Id="rId165" Type="http://schemas.openxmlformats.org/officeDocument/2006/relationships/image" Target="../media/image271.png"/><Relationship Id="rId186" Type="http://schemas.openxmlformats.org/officeDocument/2006/relationships/customXml" Target="../ink/ink139.xml"/><Relationship Id="rId27" Type="http://schemas.openxmlformats.org/officeDocument/2006/relationships/image" Target="../media/image202.png"/><Relationship Id="rId48" Type="http://schemas.openxmlformats.org/officeDocument/2006/relationships/customXml" Target="../ink/ink70.xml"/><Relationship Id="rId69" Type="http://schemas.openxmlformats.org/officeDocument/2006/relationships/image" Target="../media/image223.png"/><Relationship Id="rId113" Type="http://schemas.openxmlformats.org/officeDocument/2006/relationships/image" Target="../media/image245.png"/><Relationship Id="rId134" Type="http://schemas.openxmlformats.org/officeDocument/2006/relationships/customXml" Target="../ink/ink113.xml"/><Relationship Id="rId80" Type="http://schemas.openxmlformats.org/officeDocument/2006/relationships/customXml" Target="../ink/ink86.xml"/><Relationship Id="rId155" Type="http://schemas.openxmlformats.org/officeDocument/2006/relationships/image" Target="../media/image266.png"/><Relationship Id="rId176" Type="http://schemas.openxmlformats.org/officeDocument/2006/relationships/customXml" Target="../ink/ink134.xml"/><Relationship Id="rId197" Type="http://schemas.openxmlformats.org/officeDocument/2006/relationships/image" Target="../media/image287.png"/><Relationship Id="rId17" Type="http://schemas.openxmlformats.org/officeDocument/2006/relationships/image" Target="../media/image197.png"/><Relationship Id="rId38" Type="http://schemas.openxmlformats.org/officeDocument/2006/relationships/customXml" Target="../ink/ink65.xml"/><Relationship Id="rId59" Type="http://schemas.openxmlformats.org/officeDocument/2006/relationships/image" Target="../media/image218.png"/><Relationship Id="rId103" Type="http://schemas.openxmlformats.org/officeDocument/2006/relationships/image" Target="../media/image240.png"/><Relationship Id="rId124" Type="http://schemas.openxmlformats.org/officeDocument/2006/relationships/customXml" Target="../ink/ink108.xml"/><Relationship Id="rId70" Type="http://schemas.openxmlformats.org/officeDocument/2006/relationships/customXml" Target="../ink/ink81.xml"/><Relationship Id="rId91" Type="http://schemas.openxmlformats.org/officeDocument/2006/relationships/image" Target="../media/image234.png"/><Relationship Id="rId145" Type="http://schemas.openxmlformats.org/officeDocument/2006/relationships/image" Target="../media/image261.png"/><Relationship Id="rId166" Type="http://schemas.openxmlformats.org/officeDocument/2006/relationships/customXml" Target="../ink/ink129.xml"/><Relationship Id="rId187" Type="http://schemas.openxmlformats.org/officeDocument/2006/relationships/image" Target="../media/image282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60.xml"/><Relationship Id="rId49" Type="http://schemas.openxmlformats.org/officeDocument/2006/relationships/image" Target="../media/image213.png"/><Relationship Id="rId114" Type="http://schemas.openxmlformats.org/officeDocument/2006/relationships/customXml" Target="../ink/ink103.xml"/><Relationship Id="rId60" Type="http://schemas.openxmlformats.org/officeDocument/2006/relationships/customXml" Target="../ink/ink76.xml"/><Relationship Id="rId81" Type="http://schemas.openxmlformats.org/officeDocument/2006/relationships/image" Target="../media/image229.png"/><Relationship Id="rId135" Type="http://schemas.openxmlformats.org/officeDocument/2006/relationships/image" Target="../media/image256.png"/><Relationship Id="rId156" Type="http://schemas.openxmlformats.org/officeDocument/2006/relationships/customXml" Target="../ink/ink124.xml"/><Relationship Id="rId177" Type="http://schemas.openxmlformats.org/officeDocument/2006/relationships/image" Target="../media/image277.png"/><Relationship Id="rId198" Type="http://schemas.openxmlformats.org/officeDocument/2006/relationships/customXml" Target="../ink/ink145.xml"/><Relationship Id="rId18" Type="http://schemas.openxmlformats.org/officeDocument/2006/relationships/customXml" Target="../ink/ink55.xml"/><Relationship Id="rId39" Type="http://schemas.openxmlformats.org/officeDocument/2006/relationships/image" Target="../media/image208.png"/><Relationship Id="rId50" Type="http://schemas.openxmlformats.org/officeDocument/2006/relationships/customXml" Target="../ink/ink71.xml"/><Relationship Id="rId104" Type="http://schemas.openxmlformats.org/officeDocument/2006/relationships/customXml" Target="../ink/ink98.xml"/><Relationship Id="rId125" Type="http://schemas.openxmlformats.org/officeDocument/2006/relationships/image" Target="../media/image251.png"/><Relationship Id="rId146" Type="http://schemas.openxmlformats.org/officeDocument/2006/relationships/customXml" Target="../ink/ink119.xml"/><Relationship Id="rId167" Type="http://schemas.openxmlformats.org/officeDocument/2006/relationships/image" Target="../media/image272.png"/><Relationship Id="rId188" Type="http://schemas.openxmlformats.org/officeDocument/2006/relationships/customXml" Target="../ink/ink140.xml"/></Relationships>
</file>

<file path=ppt/slides/_rels/slide7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02.png"/><Relationship Id="rId21" Type="http://schemas.openxmlformats.org/officeDocument/2006/relationships/customXml" Target="../ink/ink154.xml"/><Relationship Id="rId42" Type="http://schemas.openxmlformats.org/officeDocument/2006/relationships/image" Target="../media/image310.png"/><Relationship Id="rId47" Type="http://schemas.openxmlformats.org/officeDocument/2006/relationships/customXml" Target="../ink/ink167.xml"/><Relationship Id="rId63" Type="http://schemas.openxmlformats.org/officeDocument/2006/relationships/customXml" Target="../ink/ink175.xml"/><Relationship Id="rId68" Type="http://schemas.openxmlformats.org/officeDocument/2006/relationships/image" Target="../media/image323.png"/><Relationship Id="rId84" Type="http://schemas.openxmlformats.org/officeDocument/2006/relationships/image" Target="../media/image331.png"/><Relationship Id="rId89" Type="http://schemas.openxmlformats.org/officeDocument/2006/relationships/customXml" Target="../ink/ink188.xml"/><Relationship Id="rId16" Type="http://schemas.openxmlformats.org/officeDocument/2006/relationships/image" Target="../media/image297.png"/><Relationship Id="rId107" Type="http://schemas.openxmlformats.org/officeDocument/2006/relationships/customXml" Target="../ink/ink197.xml"/><Relationship Id="rId11" Type="http://schemas.openxmlformats.org/officeDocument/2006/relationships/customXml" Target="../ink/ink149.xml"/><Relationship Id="rId32" Type="http://schemas.openxmlformats.org/officeDocument/2006/relationships/image" Target="../media/image305.png"/><Relationship Id="rId37" Type="http://schemas.openxmlformats.org/officeDocument/2006/relationships/customXml" Target="../ink/ink162.xml"/><Relationship Id="rId53" Type="http://schemas.openxmlformats.org/officeDocument/2006/relationships/customXml" Target="../ink/ink170.xml"/><Relationship Id="rId58" Type="http://schemas.openxmlformats.org/officeDocument/2006/relationships/image" Target="../media/image318.png"/><Relationship Id="rId74" Type="http://schemas.openxmlformats.org/officeDocument/2006/relationships/image" Target="../media/image326.png"/><Relationship Id="rId79" Type="http://schemas.openxmlformats.org/officeDocument/2006/relationships/customXml" Target="../ink/ink183.xml"/><Relationship Id="rId102" Type="http://schemas.openxmlformats.org/officeDocument/2006/relationships/image" Target="../media/image340.png"/><Relationship Id="rId5" Type="http://schemas.openxmlformats.org/officeDocument/2006/relationships/customXml" Target="../ink/ink146.xml"/><Relationship Id="rId90" Type="http://schemas.openxmlformats.org/officeDocument/2006/relationships/image" Target="../media/image334.png"/><Relationship Id="rId95" Type="http://schemas.openxmlformats.org/officeDocument/2006/relationships/customXml" Target="../ink/ink191.xml"/><Relationship Id="rId22" Type="http://schemas.openxmlformats.org/officeDocument/2006/relationships/image" Target="../media/image300.png"/><Relationship Id="rId27" Type="http://schemas.openxmlformats.org/officeDocument/2006/relationships/customXml" Target="../ink/ink157.xml"/><Relationship Id="rId43" Type="http://schemas.openxmlformats.org/officeDocument/2006/relationships/customXml" Target="../ink/ink165.xml"/><Relationship Id="rId48" Type="http://schemas.openxmlformats.org/officeDocument/2006/relationships/image" Target="../media/image313.png"/><Relationship Id="rId64" Type="http://schemas.openxmlformats.org/officeDocument/2006/relationships/image" Target="../media/image321.png"/><Relationship Id="rId69" Type="http://schemas.openxmlformats.org/officeDocument/2006/relationships/customXml" Target="../ink/ink178.xml"/><Relationship Id="rId80" Type="http://schemas.openxmlformats.org/officeDocument/2006/relationships/image" Target="../media/image329.png"/><Relationship Id="rId85" Type="http://schemas.openxmlformats.org/officeDocument/2006/relationships/customXml" Target="../ink/ink186.xml"/><Relationship Id="rId12" Type="http://schemas.openxmlformats.org/officeDocument/2006/relationships/image" Target="../media/image295.png"/><Relationship Id="rId17" Type="http://schemas.openxmlformats.org/officeDocument/2006/relationships/customXml" Target="../ink/ink152.xml"/><Relationship Id="rId33" Type="http://schemas.openxmlformats.org/officeDocument/2006/relationships/customXml" Target="../ink/ink160.xml"/><Relationship Id="rId38" Type="http://schemas.openxmlformats.org/officeDocument/2006/relationships/image" Target="../media/image308.png"/><Relationship Id="rId59" Type="http://schemas.openxmlformats.org/officeDocument/2006/relationships/customXml" Target="../ink/ink173.xml"/><Relationship Id="rId103" Type="http://schemas.openxmlformats.org/officeDocument/2006/relationships/customXml" Target="../ink/ink195.xml"/><Relationship Id="rId108" Type="http://schemas.openxmlformats.org/officeDocument/2006/relationships/image" Target="../media/image343.png"/><Relationship Id="rId20" Type="http://schemas.openxmlformats.org/officeDocument/2006/relationships/image" Target="../media/image299.png"/><Relationship Id="rId41" Type="http://schemas.openxmlformats.org/officeDocument/2006/relationships/customXml" Target="../ink/ink164.xml"/><Relationship Id="rId54" Type="http://schemas.openxmlformats.org/officeDocument/2006/relationships/image" Target="../media/image316.png"/><Relationship Id="rId62" Type="http://schemas.openxmlformats.org/officeDocument/2006/relationships/image" Target="../media/image320.png"/><Relationship Id="rId70" Type="http://schemas.openxmlformats.org/officeDocument/2006/relationships/image" Target="../media/image324.png"/><Relationship Id="rId75" Type="http://schemas.openxmlformats.org/officeDocument/2006/relationships/customXml" Target="../ink/ink181.xml"/><Relationship Id="rId83" Type="http://schemas.openxmlformats.org/officeDocument/2006/relationships/customXml" Target="../ink/ink185.xml"/><Relationship Id="rId88" Type="http://schemas.openxmlformats.org/officeDocument/2006/relationships/image" Target="../media/image333.png"/><Relationship Id="rId91" Type="http://schemas.openxmlformats.org/officeDocument/2006/relationships/customXml" Target="../ink/ink189.xml"/><Relationship Id="rId96" Type="http://schemas.openxmlformats.org/officeDocument/2006/relationships/image" Target="../media/image3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2.png"/><Relationship Id="rId15" Type="http://schemas.openxmlformats.org/officeDocument/2006/relationships/customXml" Target="../ink/ink151.xml"/><Relationship Id="rId23" Type="http://schemas.openxmlformats.org/officeDocument/2006/relationships/customXml" Target="../ink/ink155.xml"/><Relationship Id="rId28" Type="http://schemas.openxmlformats.org/officeDocument/2006/relationships/image" Target="../media/image303.png"/><Relationship Id="rId36" Type="http://schemas.openxmlformats.org/officeDocument/2006/relationships/image" Target="../media/image307.png"/><Relationship Id="rId49" Type="http://schemas.openxmlformats.org/officeDocument/2006/relationships/customXml" Target="../ink/ink168.xml"/><Relationship Id="rId57" Type="http://schemas.openxmlformats.org/officeDocument/2006/relationships/customXml" Target="../ink/ink172.xml"/><Relationship Id="rId106" Type="http://schemas.openxmlformats.org/officeDocument/2006/relationships/image" Target="../media/image342.png"/><Relationship Id="rId10" Type="http://schemas.openxmlformats.org/officeDocument/2006/relationships/image" Target="../media/image294.png"/><Relationship Id="rId31" Type="http://schemas.openxmlformats.org/officeDocument/2006/relationships/customXml" Target="../ink/ink159.xml"/><Relationship Id="rId44" Type="http://schemas.openxmlformats.org/officeDocument/2006/relationships/image" Target="../media/image311.png"/><Relationship Id="rId52" Type="http://schemas.openxmlformats.org/officeDocument/2006/relationships/image" Target="../media/image315.png"/><Relationship Id="rId60" Type="http://schemas.openxmlformats.org/officeDocument/2006/relationships/image" Target="../media/image319.png"/><Relationship Id="rId65" Type="http://schemas.openxmlformats.org/officeDocument/2006/relationships/customXml" Target="../ink/ink176.xml"/><Relationship Id="rId73" Type="http://schemas.openxmlformats.org/officeDocument/2006/relationships/customXml" Target="../ink/ink180.xml"/><Relationship Id="rId78" Type="http://schemas.openxmlformats.org/officeDocument/2006/relationships/image" Target="../media/image328.png"/><Relationship Id="rId81" Type="http://schemas.openxmlformats.org/officeDocument/2006/relationships/customXml" Target="../ink/ink184.xml"/><Relationship Id="rId86" Type="http://schemas.openxmlformats.org/officeDocument/2006/relationships/image" Target="../media/image332.png"/><Relationship Id="rId94" Type="http://schemas.openxmlformats.org/officeDocument/2006/relationships/image" Target="../media/image336.png"/><Relationship Id="rId99" Type="http://schemas.openxmlformats.org/officeDocument/2006/relationships/customXml" Target="../ink/ink193.xml"/><Relationship Id="rId101" Type="http://schemas.openxmlformats.org/officeDocument/2006/relationships/customXml" Target="../ink/ink194.xml"/><Relationship Id="rId4" Type="http://schemas.openxmlformats.org/officeDocument/2006/relationships/image" Target="../media/image291.png"/><Relationship Id="rId9" Type="http://schemas.openxmlformats.org/officeDocument/2006/relationships/customXml" Target="../ink/ink148.xml"/><Relationship Id="rId13" Type="http://schemas.openxmlformats.org/officeDocument/2006/relationships/customXml" Target="../ink/ink150.xml"/><Relationship Id="rId18" Type="http://schemas.openxmlformats.org/officeDocument/2006/relationships/image" Target="../media/image298.png"/><Relationship Id="rId39" Type="http://schemas.openxmlformats.org/officeDocument/2006/relationships/customXml" Target="../ink/ink163.xml"/><Relationship Id="rId34" Type="http://schemas.openxmlformats.org/officeDocument/2006/relationships/image" Target="../media/image306.png"/><Relationship Id="rId50" Type="http://schemas.openxmlformats.org/officeDocument/2006/relationships/image" Target="../media/image314.png"/><Relationship Id="rId55" Type="http://schemas.openxmlformats.org/officeDocument/2006/relationships/customXml" Target="../ink/ink171.xml"/><Relationship Id="rId76" Type="http://schemas.openxmlformats.org/officeDocument/2006/relationships/image" Target="../media/image327.png"/><Relationship Id="rId97" Type="http://schemas.openxmlformats.org/officeDocument/2006/relationships/customXml" Target="../ink/ink192.xml"/><Relationship Id="rId104" Type="http://schemas.openxmlformats.org/officeDocument/2006/relationships/image" Target="../media/image341.png"/><Relationship Id="rId7" Type="http://schemas.openxmlformats.org/officeDocument/2006/relationships/customXml" Target="../ink/ink147.xml"/><Relationship Id="rId71" Type="http://schemas.openxmlformats.org/officeDocument/2006/relationships/customXml" Target="../ink/ink179.xml"/><Relationship Id="rId92" Type="http://schemas.openxmlformats.org/officeDocument/2006/relationships/image" Target="../media/image335.png"/><Relationship Id="rId2" Type="http://schemas.openxmlformats.org/officeDocument/2006/relationships/image" Target="../media/image289.png"/><Relationship Id="rId29" Type="http://schemas.openxmlformats.org/officeDocument/2006/relationships/customXml" Target="../ink/ink158.xml"/><Relationship Id="rId24" Type="http://schemas.openxmlformats.org/officeDocument/2006/relationships/image" Target="../media/image301.png"/><Relationship Id="rId40" Type="http://schemas.openxmlformats.org/officeDocument/2006/relationships/image" Target="../media/image309.png"/><Relationship Id="rId45" Type="http://schemas.openxmlformats.org/officeDocument/2006/relationships/customXml" Target="../ink/ink166.xml"/><Relationship Id="rId66" Type="http://schemas.openxmlformats.org/officeDocument/2006/relationships/image" Target="../media/image322.png"/><Relationship Id="rId87" Type="http://schemas.openxmlformats.org/officeDocument/2006/relationships/customXml" Target="../ink/ink187.xml"/><Relationship Id="rId61" Type="http://schemas.openxmlformats.org/officeDocument/2006/relationships/customXml" Target="../ink/ink174.xml"/><Relationship Id="rId82" Type="http://schemas.openxmlformats.org/officeDocument/2006/relationships/image" Target="../media/image330.png"/><Relationship Id="rId19" Type="http://schemas.openxmlformats.org/officeDocument/2006/relationships/customXml" Target="../ink/ink153.xml"/><Relationship Id="rId14" Type="http://schemas.openxmlformats.org/officeDocument/2006/relationships/image" Target="../media/image296.png"/><Relationship Id="rId30" Type="http://schemas.openxmlformats.org/officeDocument/2006/relationships/image" Target="../media/image304.png"/><Relationship Id="rId35" Type="http://schemas.openxmlformats.org/officeDocument/2006/relationships/customXml" Target="../ink/ink161.xml"/><Relationship Id="rId56" Type="http://schemas.openxmlformats.org/officeDocument/2006/relationships/image" Target="../media/image317.png"/><Relationship Id="rId77" Type="http://schemas.openxmlformats.org/officeDocument/2006/relationships/customXml" Target="../ink/ink182.xml"/><Relationship Id="rId100" Type="http://schemas.openxmlformats.org/officeDocument/2006/relationships/image" Target="../media/image339.png"/><Relationship Id="rId105" Type="http://schemas.openxmlformats.org/officeDocument/2006/relationships/customXml" Target="../ink/ink196.xml"/><Relationship Id="rId8" Type="http://schemas.openxmlformats.org/officeDocument/2006/relationships/image" Target="../media/image293.png"/><Relationship Id="rId51" Type="http://schemas.openxmlformats.org/officeDocument/2006/relationships/customXml" Target="../ink/ink169.xml"/><Relationship Id="rId72" Type="http://schemas.openxmlformats.org/officeDocument/2006/relationships/image" Target="../media/image325.png"/><Relationship Id="rId93" Type="http://schemas.openxmlformats.org/officeDocument/2006/relationships/customXml" Target="../ink/ink190.xml"/><Relationship Id="rId98" Type="http://schemas.openxmlformats.org/officeDocument/2006/relationships/image" Target="../media/image338.png"/><Relationship Id="rId3" Type="http://schemas.openxmlformats.org/officeDocument/2006/relationships/image" Target="../media/image290.png"/><Relationship Id="rId25" Type="http://schemas.openxmlformats.org/officeDocument/2006/relationships/customXml" Target="../ink/ink156.xml"/><Relationship Id="rId46" Type="http://schemas.openxmlformats.org/officeDocument/2006/relationships/image" Target="../media/image312.png"/><Relationship Id="rId67" Type="http://schemas.openxmlformats.org/officeDocument/2006/relationships/customXml" Target="../ink/ink177.xml"/></Relationships>
</file>

<file path=ppt/slides/_rels/slide7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57.png"/><Relationship Id="rId21" Type="http://schemas.openxmlformats.org/officeDocument/2006/relationships/customXml" Target="../ink/ink206.xml"/><Relationship Id="rId34" Type="http://schemas.openxmlformats.org/officeDocument/2006/relationships/image" Target="../media/image361.png"/><Relationship Id="rId42" Type="http://schemas.openxmlformats.org/officeDocument/2006/relationships/image" Target="../media/image365.png"/><Relationship Id="rId47" Type="http://schemas.openxmlformats.org/officeDocument/2006/relationships/customXml" Target="../ink/ink219.xml"/><Relationship Id="rId50" Type="http://schemas.openxmlformats.org/officeDocument/2006/relationships/image" Target="../media/image369.png"/><Relationship Id="rId55" Type="http://schemas.openxmlformats.org/officeDocument/2006/relationships/customXml" Target="../ink/ink223.xml"/><Relationship Id="rId63" Type="http://schemas.openxmlformats.org/officeDocument/2006/relationships/customXml" Target="../ink/ink227.xml"/><Relationship Id="rId7" Type="http://schemas.openxmlformats.org/officeDocument/2006/relationships/customXml" Target="../ink/ink199.xml"/><Relationship Id="rId2" Type="http://schemas.openxmlformats.org/officeDocument/2006/relationships/image" Target="../media/image344.png"/><Relationship Id="rId16" Type="http://schemas.openxmlformats.org/officeDocument/2006/relationships/image" Target="../media/image352.png"/><Relationship Id="rId29" Type="http://schemas.openxmlformats.org/officeDocument/2006/relationships/customXml" Target="../ink/ink210.xml"/><Relationship Id="rId11" Type="http://schemas.openxmlformats.org/officeDocument/2006/relationships/customXml" Target="../ink/ink201.xml"/><Relationship Id="rId24" Type="http://schemas.openxmlformats.org/officeDocument/2006/relationships/image" Target="../media/image356.png"/><Relationship Id="rId32" Type="http://schemas.openxmlformats.org/officeDocument/2006/relationships/image" Target="../media/image360.png"/><Relationship Id="rId37" Type="http://schemas.openxmlformats.org/officeDocument/2006/relationships/customXml" Target="../ink/ink214.xml"/><Relationship Id="rId40" Type="http://schemas.openxmlformats.org/officeDocument/2006/relationships/image" Target="../media/image364.png"/><Relationship Id="rId45" Type="http://schemas.openxmlformats.org/officeDocument/2006/relationships/customXml" Target="../ink/ink218.xml"/><Relationship Id="rId53" Type="http://schemas.openxmlformats.org/officeDocument/2006/relationships/customXml" Target="../ink/ink222.xml"/><Relationship Id="rId58" Type="http://schemas.openxmlformats.org/officeDocument/2006/relationships/image" Target="../media/image373.png"/><Relationship Id="rId66" Type="http://schemas.openxmlformats.org/officeDocument/2006/relationships/image" Target="../media/image377.png"/><Relationship Id="rId5" Type="http://schemas.openxmlformats.org/officeDocument/2006/relationships/customXml" Target="../ink/ink198.xml"/><Relationship Id="rId61" Type="http://schemas.openxmlformats.org/officeDocument/2006/relationships/customXml" Target="../ink/ink226.xml"/><Relationship Id="rId19" Type="http://schemas.openxmlformats.org/officeDocument/2006/relationships/customXml" Target="../ink/ink205.xml"/><Relationship Id="rId14" Type="http://schemas.openxmlformats.org/officeDocument/2006/relationships/image" Target="../media/image351.png"/><Relationship Id="rId22" Type="http://schemas.openxmlformats.org/officeDocument/2006/relationships/image" Target="../media/image355.png"/><Relationship Id="rId27" Type="http://schemas.openxmlformats.org/officeDocument/2006/relationships/customXml" Target="../ink/ink209.xml"/><Relationship Id="rId30" Type="http://schemas.openxmlformats.org/officeDocument/2006/relationships/image" Target="../media/image359.png"/><Relationship Id="rId35" Type="http://schemas.openxmlformats.org/officeDocument/2006/relationships/customXml" Target="../ink/ink213.xml"/><Relationship Id="rId43" Type="http://schemas.openxmlformats.org/officeDocument/2006/relationships/customXml" Target="../ink/ink217.xml"/><Relationship Id="rId48" Type="http://schemas.openxmlformats.org/officeDocument/2006/relationships/image" Target="../media/image368.png"/><Relationship Id="rId56" Type="http://schemas.openxmlformats.org/officeDocument/2006/relationships/image" Target="../media/image372.png"/><Relationship Id="rId64" Type="http://schemas.openxmlformats.org/officeDocument/2006/relationships/image" Target="../media/image376.png"/><Relationship Id="rId8" Type="http://schemas.openxmlformats.org/officeDocument/2006/relationships/image" Target="../media/image348.png"/><Relationship Id="rId51" Type="http://schemas.openxmlformats.org/officeDocument/2006/relationships/customXml" Target="../ink/ink221.xml"/><Relationship Id="rId3" Type="http://schemas.openxmlformats.org/officeDocument/2006/relationships/image" Target="../media/image345.png"/><Relationship Id="rId12" Type="http://schemas.openxmlformats.org/officeDocument/2006/relationships/image" Target="../media/image350.png"/><Relationship Id="rId17" Type="http://schemas.openxmlformats.org/officeDocument/2006/relationships/customXml" Target="../ink/ink204.xml"/><Relationship Id="rId25" Type="http://schemas.openxmlformats.org/officeDocument/2006/relationships/customXml" Target="../ink/ink208.xml"/><Relationship Id="rId33" Type="http://schemas.openxmlformats.org/officeDocument/2006/relationships/customXml" Target="../ink/ink212.xml"/><Relationship Id="rId38" Type="http://schemas.openxmlformats.org/officeDocument/2006/relationships/image" Target="../media/image363.png"/><Relationship Id="rId46" Type="http://schemas.openxmlformats.org/officeDocument/2006/relationships/image" Target="../media/image367.png"/><Relationship Id="rId59" Type="http://schemas.openxmlformats.org/officeDocument/2006/relationships/customXml" Target="../ink/ink225.xml"/><Relationship Id="rId20" Type="http://schemas.openxmlformats.org/officeDocument/2006/relationships/image" Target="../media/image354.png"/><Relationship Id="rId41" Type="http://schemas.openxmlformats.org/officeDocument/2006/relationships/customXml" Target="../ink/ink216.xml"/><Relationship Id="rId54" Type="http://schemas.openxmlformats.org/officeDocument/2006/relationships/image" Target="../media/image371.png"/><Relationship Id="rId62" Type="http://schemas.openxmlformats.org/officeDocument/2006/relationships/image" Target="../media/image3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7.png"/><Relationship Id="rId15" Type="http://schemas.openxmlformats.org/officeDocument/2006/relationships/customXml" Target="../ink/ink203.xml"/><Relationship Id="rId23" Type="http://schemas.openxmlformats.org/officeDocument/2006/relationships/customXml" Target="../ink/ink207.xml"/><Relationship Id="rId28" Type="http://schemas.openxmlformats.org/officeDocument/2006/relationships/image" Target="../media/image358.png"/><Relationship Id="rId36" Type="http://schemas.openxmlformats.org/officeDocument/2006/relationships/image" Target="../media/image362.png"/><Relationship Id="rId49" Type="http://schemas.openxmlformats.org/officeDocument/2006/relationships/customXml" Target="../ink/ink220.xml"/><Relationship Id="rId57" Type="http://schemas.openxmlformats.org/officeDocument/2006/relationships/customXml" Target="../ink/ink224.xml"/><Relationship Id="rId10" Type="http://schemas.openxmlformats.org/officeDocument/2006/relationships/image" Target="../media/image349.png"/><Relationship Id="rId31" Type="http://schemas.openxmlformats.org/officeDocument/2006/relationships/customXml" Target="../ink/ink211.xml"/><Relationship Id="rId44" Type="http://schemas.openxmlformats.org/officeDocument/2006/relationships/image" Target="../media/image366.png"/><Relationship Id="rId52" Type="http://schemas.openxmlformats.org/officeDocument/2006/relationships/image" Target="../media/image370.png"/><Relationship Id="rId60" Type="http://schemas.openxmlformats.org/officeDocument/2006/relationships/image" Target="../media/image374.png"/><Relationship Id="rId65" Type="http://schemas.openxmlformats.org/officeDocument/2006/relationships/customXml" Target="../ink/ink228.xml"/><Relationship Id="rId4" Type="http://schemas.openxmlformats.org/officeDocument/2006/relationships/image" Target="../media/image346.png"/><Relationship Id="rId9" Type="http://schemas.openxmlformats.org/officeDocument/2006/relationships/customXml" Target="../ink/ink200.xml"/><Relationship Id="rId13" Type="http://schemas.openxmlformats.org/officeDocument/2006/relationships/customXml" Target="../ink/ink202.xml"/><Relationship Id="rId18" Type="http://schemas.openxmlformats.org/officeDocument/2006/relationships/image" Target="../media/image353.png"/><Relationship Id="rId39" Type="http://schemas.openxmlformats.org/officeDocument/2006/relationships/customXml" Target="../ink/ink215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2.png"/><Relationship Id="rId3" Type="http://schemas.openxmlformats.org/officeDocument/2006/relationships/image" Target="../media/image379.png"/><Relationship Id="rId7" Type="http://schemas.openxmlformats.org/officeDocument/2006/relationships/customXml" Target="../ink/ink230.xml"/><Relationship Id="rId12" Type="http://schemas.openxmlformats.org/officeDocument/2006/relationships/image" Target="../media/image384.png"/><Relationship Id="rId2" Type="http://schemas.openxmlformats.org/officeDocument/2006/relationships/image" Target="../media/image3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1.png"/><Relationship Id="rId11" Type="http://schemas.openxmlformats.org/officeDocument/2006/relationships/customXml" Target="../ink/ink232.xml"/><Relationship Id="rId5" Type="http://schemas.openxmlformats.org/officeDocument/2006/relationships/customXml" Target="../ink/ink229.xml"/><Relationship Id="rId10" Type="http://schemas.openxmlformats.org/officeDocument/2006/relationships/image" Target="../media/image383.png"/><Relationship Id="rId4" Type="http://schemas.openxmlformats.org/officeDocument/2006/relationships/image" Target="../media/image380.png"/><Relationship Id="rId9" Type="http://schemas.openxmlformats.org/officeDocument/2006/relationships/customXml" Target="../ink/ink23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6.png"/><Relationship Id="rId7" Type="http://schemas.openxmlformats.org/officeDocument/2006/relationships/image" Target="../media/image388.png"/><Relationship Id="rId2" Type="http://schemas.openxmlformats.org/officeDocument/2006/relationships/image" Target="../media/image38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4.xml"/><Relationship Id="rId5" Type="http://schemas.openxmlformats.org/officeDocument/2006/relationships/image" Target="../media/image387.png"/><Relationship Id="rId4" Type="http://schemas.openxmlformats.org/officeDocument/2006/relationships/customXml" Target="../ink/ink233.xml"/></Relationships>
</file>

<file path=ppt/slides/_rels/slide8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46.png"/><Relationship Id="rId21" Type="http://schemas.openxmlformats.org/officeDocument/2006/relationships/image" Target="../media/image398.png"/><Relationship Id="rId42" Type="http://schemas.openxmlformats.org/officeDocument/2006/relationships/customXml" Target="../ink/ink255.xml"/><Relationship Id="rId63" Type="http://schemas.openxmlformats.org/officeDocument/2006/relationships/image" Target="../media/image419.png"/><Relationship Id="rId84" Type="http://schemas.openxmlformats.org/officeDocument/2006/relationships/customXml" Target="../ink/ink276.xml"/><Relationship Id="rId138" Type="http://schemas.openxmlformats.org/officeDocument/2006/relationships/customXml" Target="../ink/ink303.xml"/><Relationship Id="rId159" Type="http://schemas.openxmlformats.org/officeDocument/2006/relationships/image" Target="../media/image467.png"/><Relationship Id="rId170" Type="http://schemas.openxmlformats.org/officeDocument/2006/relationships/customXml" Target="../ink/ink319.xml"/><Relationship Id="rId107" Type="http://schemas.openxmlformats.org/officeDocument/2006/relationships/image" Target="../media/image441.png"/><Relationship Id="rId11" Type="http://schemas.openxmlformats.org/officeDocument/2006/relationships/image" Target="../media/image393.png"/><Relationship Id="rId32" Type="http://schemas.openxmlformats.org/officeDocument/2006/relationships/customXml" Target="../ink/ink250.xml"/><Relationship Id="rId53" Type="http://schemas.openxmlformats.org/officeDocument/2006/relationships/image" Target="../media/image414.png"/><Relationship Id="rId74" Type="http://schemas.openxmlformats.org/officeDocument/2006/relationships/customXml" Target="../ink/ink271.xml"/><Relationship Id="rId128" Type="http://schemas.openxmlformats.org/officeDocument/2006/relationships/customXml" Target="../ink/ink298.xml"/><Relationship Id="rId149" Type="http://schemas.openxmlformats.org/officeDocument/2006/relationships/image" Target="../media/image462.png"/><Relationship Id="rId5" Type="http://schemas.openxmlformats.org/officeDocument/2006/relationships/image" Target="../media/image390.png"/><Relationship Id="rId95" Type="http://schemas.openxmlformats.org/officeDocument/2006/relationships/image" Target="../media/image435.png"/><Relationship Id="rId160" Type="http://schemas.openxmlformats.org/officeDocument/2006/relationships/customXml" Target="../ink/ink314.xml"/><Relationship Id="rId22" Type="http://schemas.openxmlformats.org/officeDocument/2006/relationships/customXml" Target="../ink/ink245.xml"/><Relationship Id="rId43" Type="http://schemas.openxmlformats.org/officeDocument/2006/relationships/image" Target="../media/image409.png"/><Relationship Id="rId64" Type="http://schemas.openxmlformats.org/officeDocument/2006/relationships/customXml" Target="../ink/ink266.xml"/><Relationship Id="rId118" Type="http://schemas.openxmlformats.org/officeDocument/2006/relationships/customXml" Target="../ink/ink293.xml"/><Relationship Id="rId139" Type="http://schemas.openxmlformats.org/officeDocument/2006/relationships/image" Target="../media/image457.png"/><Relationship Id="rId85" Type="http://schemas.openxmlformats.org/officeDocument/2006/relationships/image" Target="../media/image430.png"/><Relationship Id="rId150" Type="http://schemas.openxmlformats.org/officeDocument/2006/relationships/customXml" Target="../ink/ink309.xml"/><Relationship Id="rId171" Type="http://schemas.openxmlformats.org/officeDocument/2006/relationships/image" Target="../media/image473.png"/><Relationship Id="rId12" Type="http://schemas.openxmlformats.org/officeDocument/2006/relationships/customXml" Target="../ink/ink240.xml"/><Relationship Id="rId33" Type="http://schemas.openxmlformats.org/officeDocument/2006/relationships/image" Target="../media/image404.png"/><Relationship Id="rId108" Type="http://schemas.openxmlformats.org/officeDocument/2006/relationships/customXml" Target="../ink/ink288.xml"/><Relationship Id="rId129" Type="http://schemas.openxmlformats.org/officeDocument/2006/relationships/image" Target="../media/image452.png"/><Relationship Id="rId54" Type="http://schemas.openxmlformats.org/officeDocument/2006/relationships/customXml" Target="../ink/ink261.xml"/><Relationship Id="rId70" Type="http://schemas.openxmlformats.org/officeDocument/2006/relationships/customXml" Target="../ink/ink269.xml"/><Relationship Id="rId75" Type="http://schemas.openxmlformats.org/officeDocument/2006/relationships/image" Target="../media/image425.png"/><Relationship Id="rId91" Type="http://schemas.openxmlformats.org/officeDocument/2006/relationships/image" Target="../media/image433.png"/><Relationship Id="rId96" Type="http://schemas.openxmlformats.org/officeDocument/2006/relationships/customXml" Target="../ink/ink282.xml"/><Relationship Id="rId140" Type="http://schemas.openxmlformats.org/officeDocument/2006/relationships/customXml" Target="../ink/ink304.xml"/><Relationship Id="rId145" Type="http://schemas.openxmlformats.org/officeDocument/2006/relationships/image" Target="../media/image460.png"/><Relationship Id="rId161" Type="http://schemas.openxmlformats.org/officeDocument/2006/relationships/image" Target="../media/image468.png"/><Relationship Id="rId166" Type="http://schemas.openxmlformats.org/officeDocument/2006/relationships/customXml" Target="../ink/ink31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37.xml"/><Relationship Id="rId23" Type="http://schemas.openxmlformats.org/officeDocument/2006/relationships/image" Target="../media/image399.png"/><Relationship Id="rId28" Type="http://schemas.openxmlformats.org/officeDocument/2006/relationships/customXml" Target="../ink/ink248.xml"/><Relationship Id="rId49" Type="http://schemas.openxmlformats.org/officeDocument/2006/relationships/image" Target="../media/image412.png"/><Relationship Id="rId114" Type="http://schemas.openxmlformats.org/officeDocument/2006/relationships/customXml" Target="../ink/ink291.xml"/><Relationship Id="rId119" Type="http://schemas.openxmlformats.org/officeDocument/2006/relationships/image" Target="../media/image447.png"/><Relationship Id="rId44" Type="http://schemas.openxmlformats.org/officeDocument/2006/relationships/customXml" Target="../ink/ink256.xml"/><Relationship Id="rId60" Type="http://schemas.openxmlformats.org/officeDocument/2006/relationships/customXml" Target="../ink/ink264.xml"/><Relationship Id="rId65" Type="http://schemas.openxmlformats.org/officeDocument/2006/relationships/image" Target="../media/image420.png"/><Relationship Id="rId81" Type="http://schemas.openxmlformats.org/officeDocument/2006/relationships/image" Target="../media/image428.png"/><Relationship Id="rId86" Type="http://schemas.openxmlformats.org/officeDocument/2006/relationships/customXml" Target="../ink/ink277.xml"/><Relationship Id="rId130" Type="http://schemas.openxmlformats.org/officeDocument/2006/relationships/customXml" Target="../ink/ink299.xml"/><Relationship Id="rId135" Type="http://schemas.openxmlformats.org/officeDocument/2006/relationships/image" Target="../media/image455.png"/><Relationship Id="rId151" Type="http://schemas.openxmlformats.org/officeDocument/2006/relationships/image" Target="../media/image463.png"/><Relationship Id="rId156" Type="http://schemas.openxmlformats.org/officeDocument/2006/relationships/customXml" Target="../ink/ink312.xml"/><Relationship Id="rId13" Type="http://schemas.openxmlformats.org/officeDocument/2006/relationships/image" Target="../media/image394.png"/><Relationship Id="rId18" Type="http://schemas.openxmlformats.org/officeDocument/2006/relationships/customXml" Target="../ink/ink243.xml"/><Relationship Id="rId39" Type="http://schemas.openxmlformats.org/officeDocument/2006/relationships/image" Target="../media/image407.png"/><Relationship Id="rId109" Type="http://schemas.openxmlformats.org/officeDocument/2006/relationships/image" Target="../media/image442.png"/><Relationship Id="rId34" Type="http://schemas.openxmlformats.org/officeDocument/2006/relationships/customXml" Target="../ink/ink251.xml"/><Relationship Id="rId50" Type="http://schemas.openxmlformats.org/officeDocument/2006/relationships/customXml" Target="../ink/ink259.xml"/><Relationship Id="rId55" Type="http://schemas.openxmlformats.org/officeDocument/2006/relationships/image" Target="../media/image415.png"/><Relationship Id="rId76" Type="http://schemas.openxmlformats.org/officeDocument/2006/relationships/customXml" Target="../ink/ink272.xml"/><Relationship Id="rId97" Type="http://schemas.openxmlformats.org/officeDocument/2006/relationships/image" Target="../media/image436.png"/><Relationship Id="rId104" Type="http://schemas.openxmlformats.org/officeDocument/2006/relationships/customXml" Target="../ink/ink286.xml"/><Relationship Id="rId120" Type="http://schemas.openxmlformats.org/officeDocument/2006/relationships/customXml" Target="../ink/ink294.xml"/><Relationship Id="rId125" Type="http://schemas.openxmlformats.org/officeDocument/2006/relationships/image" Target="../media/image450.png"/><Relationship Id="rId141" Type="http://schemas.openxmlformats.org/officeDocument/2006/relationships/image" Target="../media/image458.png"/><Relationship Id="rId146" Type="http://schemas.openxmlformats.org/officeDocument/2006/relationships/customXml" Target="../ink/ink307.xml"/><Relationship Id="rId167" Type="http://schemas.openxmlformats.org/officeDocument/2006/relationships/image" Target="../media/image471.png"/><Relationship Id="rId7" Type="http://schemas.openxmlformats.org/officeDocument/2006/relationships/image" Target="../media/image391.png"/><Relationship Id="rId71" Type="http://schemas.openxmlformats.org/officeDocument/2006/relationships/image" Target="../media/image423.png"/><Relationship Id="rId92" Type="http://schemas.openxmlformats.org/officeDocument/2006/relationships/customXml" Target="../ink/ink280.xml"/><Relationship Id="rId162" Type="http://schemas.openxmlformats.org/officeDocument/2006/relationships/customXml" Target="../ink/ink315.xml"/><Relationship Id="rId2" Type="http://schemas.openxmlformats.org/officeDocument/2006/relationships/customXml" Target="../ink/ink235.xml"/><Relationship Id="rId29" Type="http://schemas.openxmlformats.org/officeDocument/2006/relationships/image" Target="../media/image402.png"/><Relationship Id="rId24" Type="http://schemas.openxmlformats.org/officeDocument/2006/relationships/customXml" Target="../ink/ink246.xml"/><Relationship Id="rId40" Type="http://schemas.openxmlformats.org/officeDocument/2006/relationships/customXml" Target="../ink/ink254.xml"/><Relationship Id="rId45" Type="http://schemas.openxmlformats.org/officeDocument/2006/relationships/image" Target="../media/image410.png"/><Relationship Id="rId66" Type="http://schemas.openxmlformats.org/officeDocument/2006/relationships/customXml" Target="../ink/ink267.xml"/><Relationship Id="rId87" Type="http://schemas.openxmlformats.org/officeDocument/2006/relationships/image" Target="../media/image431.png"/><Relationship Id="rId110" Type="http://schemas.openxmlformats.org/officeDocument/2006/relationships/customXml" Target="../ink/ink289.xml"/><Relationship Id="rId115" Type="http://schemas.openxmlformats.org/officeDocument/2006/relationships/image" Target="../media/image445.png"/><Relationship Id="rId131" Type="http://schemas.openxmlformats.org/officeDocument/2006/relationships/image" Target="../media/image453.png"/><Relationship Id="rId136" Type="http://schemas.openxmlformats.org/officeDocument/2006/relationships/customXml" Target="../ink/ink302.xml"/><Relationship Id="rId157" Type="http://schemas.openxmlformats.org/officeDocument/2006/relationships/image" Target="../media/image466.png"/><Relationship Id="rId61" Type="http://schemas.openxmlformats.org/officeDocument/2006/relationships/image" Target="../media/image418.png"/><Relationship Id="rId82" Type="http://schemas.openxmlformats.org/officeDocument/2006/relationships/customXml" Target="../ink/ink275.xml"/><Relationship Id="rId152" Type="http://schemas.openxmlformats.org/officeDocument/2006/relationships/customXml" Target="../ink/ink310.xml"/><Relationship Id="rId19" Type="http://schemas.openxmlformats.org/officeDocument/2006/relationships/image" Target="../media/image397.png"/><Relationship Id="rId14" Type="http://schemas.openxmlformats.org/officeDocument/2006/relationships/customXml" Target="../ink/ink241.xml"/><Relationship Id="rId30" Type="http://schemas.openxmlformats.org/officeDocument/2006/relationships/customXml" Target="../ink/ink249.xml"/><Relationship Id="rId35" Type="http://schemas.openxmlformats.org/officeDocument/2006/relationships/image" Target="../media/image405.png"/><Relationship Id="rId56" Type="http://schemas.openxmlformats.org/officeDocument/2006/relationships/customXml" Target="../ink/ink262.xml"/><Relationship Id="rId77" Type="http://schemas.openxmlformats.org/officeDocument/2006/relationships/image" Target="../media/image426.png"/><Relationship Id="rId100" Type="http://schemas.openxmlformats.org/officeDocument/2006/relationships/customXml" Target="../ink/ink284.xml"/><Relationship Id="rId105" Type="http://schemas.openxmlformats.org/officeDocument/2006/relationships/image" Target="../media/image440.png"/><Relationship Id="rId126" Type="http://schemas.openxmlformats.org/officeDocument/2006/relationships/customXml" Target="../ink/ink297.xml"/><Relationship Id="rId147" Type="http://schemas.openxmlformats.org/officeDocument/2006/relationships/image" Target="../media/image461.png"/><Relationship Id="rId168" Type="http://schemas.openxmlformats.org/officeDocument/2006/relationships/customXml" Target="../ink/ink318.xml"/><Relationship Id="rId8" Type="http://schemas.openxmlformats.org/officeDocument/2006/relationships/customXml" Target="../ink/ink238.xml"/><Relationship Id="rId51" Type="http://schemas.openxmlformats.org/officeDocument/2006/relationships/image" Target="../media/image413.png"/><Relationship Id="rId72" Type="http://schemas.openxmlformats.org/officeDocument/2006/relationships/customXml" Target="../ink/ink270.xml"/><Relationship Id="rId93" Type="http://schemas.openxmlformats.org/officeDocument/2006/relationships/image" Target="../media/image434.png"/><Relationship Id="rId98" Type="http://schemas.openxmlformats.org/officeDocument/2006/relationships/customXml" Target="../ink/ink283.xml"/><Relationship Id="rId121" Type="http://schemas.openxmlformats.org/officeDocument/2006/relationships/image" Target="../media/image448.png"/><Relationship Id="rId142" Type="http://schemas.openxmlformats.org/officeDocument/2006/relationships/customXml" Target="../ink/ink305.xml"/><Relationship Id="rId163" Type="http://schemas.openxmlformats.org/officeDocument/2006/relationships/image" Target="../media/image469.png"/><Relationship Id="rId3" Type="http://schemas.openxmlformats.org/officeDocument/2006/relationships/image" Target="../media/image389.png"/><Relationship Id="rId25" Type="http://schemas.openxmlformats.org/officeDocument/2006/relationships/image" Target="../media/image400.png"/><Relationship Id="rId46" Type="http://schemas.openxmlformats.org/officeDocument/2006/relationships/customXml" Target="../ink/ink257.xml"/><Relationship Id="rId67" Type="http://schemas.openxmlformats.org/officeDocument/2006/relationships/image" Target="../media/image421.png"/><Relationship Id="rId116" Type="http://schemas.openxmlformats.org/officeDocument/2006/relationships/customXml" Target="../ink/ink292.xml"/><Relationship Id="rId137" Type="http://schemas.openxmlformats.org/officeDocument/2006/relationships/image" Target="../media/image456.png"/><Relationship Id="rId158" Type="http://schemas.openxmlformats.org/officeDocument/2006/relationships/customXml" Target="../ink/ink313.xml"/><Relationship Id="rId20" Type="http://schemas.openxmlformats.org/officeDocument/2006/relationships/customXml" Target="../ink/ink244.xml"/><Relationship Id="rId41" Type="http://schemas.openxmlformats.org/officeDocument/2006/relationships/image" Target="../media/image408.png"/><Relationship Id="rId62" Type="http://schemas.openxmlformats.org/officeDocument/2006/relationships/customXml" Target="../ink/ink265.xml"/><Relationship Id="rId83" Type="http://schemas.openxmlformats.org/officeDocument/2006/relationships/image" Target="../media/image429.png"/><Relationship Id="rId88" Type="http://schemas.openxmlformats.org/officeDocument/2006/relationships/customXml" Target="../ink/ink278.xml"/><Relationship Id="rId111" Type="http://schemas.openxmlformats.org/officeDocument/2006/relationships/image" Target="../media/image443.png"/><Relationship Id="rId132" Type="http://schemas.openxmlformats.org/officeDocument/2006/relationships/customXml" Target="../ink/ink300.xml"/><Relationship Id="rId153" Type="http://schemas.openxmlformats.org/officeDocument/2006/relationships/image" Target="../media/image464.png"/><Relationship Id="rId15" Type="http://schemas.openxmlformats.org/officeDocument/2006/relationships/image" Target="../media/image395.png"/><Relationship Id="rId36" Type="http://schemas.openxmlformats.org/officeDocument/2006/relationships/customXml" Target="../ink/ink252.xml"/><Relationship Id="rId57" Type="http://schemas.openxmlformats.org/officeDocument/2006/relationships/image" Target="../media/image416.png"/><Relationship Id="rId106" Type="http://schemas.openxmlformats.org/officeDocument/2006/relationships/customXml" Target="../ink/ink287.xml"/><Relationship Id="rId127" Type="http://schemas.openxmlformats.org/officeDocument/2006/relationships/image" Target="../media/image451.png"/><Relationship Id="rId10" Type="http://schemas.openxmlformats.org/officeDocument/2006/relationships/customXml" Target="../ink/ink239.xml"/><Relationship Id="rId31" Type="http://schemas.openxmlformats.org/officeDocument/2006/relationships/image" Target="../media/image403.png"/><Relationship Id="rId52" Type="http://schemas.openxmlformats.org/officeDocument/2006/relationships/customXml" Target="../ink/ink260.xml"/><Relationship Id="rId73" Type="http://schemas.openxmlformats.org/officeDocument/2006/relationships/image" Target="../media/image424.png"/><Relationship Id="rId78" Type="http://schemas.openxmlformats.org/officeDocument/2006/relationships/customXml" Target="../ink/ink273.xml"/><Relationship Id="rId94" Type="http://schemas.openxmlformats.org/officeDocument/2006/relationships/customXml" Target="../ink/ink281.xml"/><Relationship Id="rId99" Type="http://schemas.openxmlformats.org/officeDocument/2006/relationships/image" Target="../media/image437.png"/><Relationship Id="rId101" Type="http://schemas.openxmlformats.org/officeDocument/2006/relationships/image" Target="../media/image438.png"/><Relationship Id="rId122" Type="http://schemas.openxmlformats.org/officeDocument/2006/relationships/customXml" Target="../ink/ink295.xml"/><Relationship Id="rId143" Type="http://schemas.openxmlformats.org/officeDocument/2006/relationships/image" Target="../media/image459.png"/><Relationship Id="rId148" Type="http://schemas.openxmlformats.org/officeDocument/2006/relationships/customXml" Target="../ink/ink308.xml"/><Relationship Id="rId164" Type="http://schemas.openxmlformats.org/officeDocument/2006/relationships/customXml" Target="../ink/ink316.xml"/><Relationship Id="rId169" Type="http://schemas.openxmlformats.org/officeDocument/2006/relationships/image" Target="../media/image472.png"/><Relationship Id="rId4" Type="http://schemas.openxmlformats.org/officeDocument/2006/relationships/customXml" Target="../ink/ink236.xml"/><Relationship Id="rId9" Type="http://schemas.openxmlformats.org/officeDocument/2006/relationships/image" Target="../media/image392.png"/><Relationship Id="rId26" Type="http://schemas.openxmlformats.org/officeDocument/2006/relationships/customXml" Target="../ink/ink247.xml"/><Relationship Id="rId47" Type="http://schemas.openxmlformats.org/officeDocument/2006/relationships/image" Target="../media/image411.png"/><Relationship Id="rId68" Type="http://schemas.openxmlformats.org/officeDocument/2006/relationships/customXml" Target="../ink/ink268.xml"/><Relationship Id="rId89" Type="http://schemas.openxmlformats.org/officeDocument/2006/relationships/image" Target="../media/image432.png"/><Relationship Id="rId112" Type="http://schemas.openxmlformats.org/officeDocument/2006/relationships/customXml" Target="../ink/ink290.xml"/><Relationship Id="rId133" Type="http://schemas.openxmlformats.org/officeDocument/2006/relationships/image" Target="../media/image454.png"/><Relationship Id="rId154" Type="http://schemas.openxmlformats.org/officeDocument/2006/relationships/customXml" Target="../ink/ink311.xml"/><Relationship Id="rId16" Type="http://schemas.openxmlformats.org/officeDocument/2006/relationships/customXml" Target="../ink/ink242.xml"/><Relationship Id="rId37" Type="http://schemas.openxmlformats.org/officeDocument/2006/relationships/image" Target="../media/image406.png"/><Relationship Id="rId58" Type="http://schemas.openxmlformats.org/officeDocument/2006/relationships/customXml" Target="../ink/ink263.xml"/><Relationship Id="rId79" Type="http://schemas.openxmlformats.org/officeDocument/2006/relationships/image" Target="../media/image427.png"/><Relationship Id="rId102" Type="http://schemas.openxmlformats.org/officeDocument/2006/relationships/customXml" Target="../ink/ink285.xml"/><Relationship Id="rId123" Type="http://schemas.openxmlformats.org/officeDocument/2006/relationships/image" Target="../media/image449.png"/><Relationship Id="rId144" Type="http://schemas.openxmlformats.org/officeDocument/2006/relationships/customXml" Target="../ink/ink306.xml"/><Relationship Id="rId90" Type="http://schemas.openxmlformats.org/officeDocument/2006/relationships/customXml" Target="../ink/ink279.xml"/><Relationship Id="rId165" Type="http://schemas.openxmlformats.org/officeDocument/2006/relationships/image" Target="../media/image470.png"/><Relationship Id="rId27" Type="http://schemas.openxmlformats.org/officeDocument/2006/relationships/image" Target="../media/image401.png"/><Relationship Id="rId48" Type="http://schemas.openxmlformats.org/officeDocument/2006/relationships/customXml" Target="../ink/ink258.xml"/><Relationship Id="rId69" Type="http://schemas.openxmlformats.org/officeDocument/2006/relationships/image" Target="../media/image422.png"/><Relationship Id="rId113" Type="http://schemas.openxmlformats.org/officeDocument/2006/relationships/image" Target="../media/image444.png"/><Relationship Id="rId134" Type="http://schemas.openxmlformats.org/officeDocument/2006/relationships/customXml" Target="../ink/ink301.xml"/><Relationship Id="rId80" Type="http://schemas.openxmlformats.org/officeDocument/2006/relationships/customXml" Target="../ink/ink274.xml"/><Relationship Id="rId155" Type="http://schemas.openxmlformats.org/officeDocument/2006/relationships/image" Target="../media/image465.png"/><Relationship Id="rId17" Type="http://schemas.openxmlformats.org/officeDocument/2006/relationships/image" Target="../media/image396.png"/><Relationship Id="rId38" Type="http://schemas.openxmlformats.org/officeDocument/2006/relationships/customXml" Target="../ink/ink253.xml"/><Relationship Id="rId59" Type="http://schemas.openxmlformats.org/officeDocument/2006/relationships/image" Target="../media/image417.png"/><Relationship Id="rId103" Type="http://schemas.openxmlformats.org/officeDocument/2006/relationships/image" Target="../media/image439.png"/><Relationship Id="rId124" Type="http://schemas.openxmlformats.org/officeDocument/2006/relationships/customXml" Target="../ink/ink29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4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6.png"/><Relationship Id="rId2" Type="http://schemas.openxmlformats.org/officeDocument/2006/relationships/image" Target="../media/image4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9.png"/><Relationship Id="rId5" Type="http://schemas.openxmlformats.org/officeDocument/2006/relationships/image" Target="../media/image478.png"/><Relationship Id="rId4" Type="http://schemas.openxmlformats.org/officeDocument/2006/relationships/image" Target="../media/image477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2.png"/><Relationship Id="rId2" Type="http://schemas.openxmlformats.org/officeDocument/2006/relationships/image" Target="../media/image4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3.png"/></Relationships>
</file>

<file path=ppt/slides/_rels/slide8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32.xml"/><Relationship Id="rId117" Type="http://schemas.openxmlformats.org/officeDocument/2006/relationships/image" Target="../media/image542.png"/><Relationship Id="rId21" Type="http://schemas.openxmlformats.org/officeDocument/2006/relationships/image" Target="../media/image493.png"/><Relationship Id="rId42" Type="http://schemas.openxmlformats.org/officeDocument/2006/relationships/customXml" Target="../ink/ink340.xml"/><Relationship Id="rId47" Type="http://schemas.openxmlformats.org/officeDocument/2006/relationships/image" Target="../media/image507.png"/><Relationship Id="rId63" Type="http://schemas.openxmlformats.org/officeDocument/2006/relationships/image" Target="../media/image515.png"/><Relationship Id="rId68" Type="http://schemas.openxmlformats.org/officeDocument/2006/relationships/customXml" Target="../ink/ink353.xml"/><Relationship Id="rId84" Type="http://schemas.openxmlformats.org/officeDocument/2006/relationships/customXml" Target="../ink/ink361.xml"/><Relationship Id="rId89" Type="http://schemas.openxmlformats.org/officeDocument/2006/relationships/image" Target="../media/image528.png"/><Relationship Id="rId112" Type="http://schemas.openxmlformats.org/officeDocument/2006/relationships/customXml" Target="../ink/ink375.xml"/><Relationship Id="rId16" Type="http://schemas.openxmlformats.org/officeDocument/2006/relationships/customXml" Target="../ink/ink327.xml"/><Relationship Id="rId107" Type="http://schemas.openxmlformats.org/officeDocument/2006/relationships/image" Target="../media/image537.png"/><Relationship Id="rId11" Type="http://schemas.openxmlformats.org/officeDocument/2006/relationships/image" Target="../media/image488.png"/><Relationship Id="rId32" Type="http://schemas.openxmlformats.org/officeDocument/2006/relationships/customXml" Target="../ink/ink335.xml"/><Relationship Id="rId37" Type="http://schemas.openxmlformats.org/officeDocument/2006/relationships/image" Target="../media/image502.png"/><Relationship Id="rId53" Type="http://schemas.openxmlformats.org/officeDocument/2006/relationships/image" Target="../media/image510.png"/><Relationship Id="rId58" Type="http://schemas.openxmlformats.org/officeDocument/2006/relationships/customXml" Target="../ink/ink348.xml"/><Relationship Id="rId74" Type="http://schemas.openxmlformats.org/officeDocument/2006/relationships/customXml" Target="../ink/ink356.xml"/><Relationship Id="rId79" Type="http://schemas.openxmlformats.org/officeDocument/2006/relationships/image" Target="../media/image523.png"/><Relationship Id="rId102" Type="http://schemas.openxmlformats.org/officeDocument/2006/relationships/customXml" Target="../ink/ink370.xml"/><Relationship Id="rId5" Type="http://schemas.openxmlformats.org/officeDocument/2006/relationships/image" Target="../media/image485.png"/><Relationship Id="rId90" Type="http://schemas.openxmlformats.org/officeDocument/2006/relationships/customXml" Target="../ink/ink364.xml"/><Relationship Id="rId95" Type="http://schemas.openxmlformats.org/officeDocument/2006/relationships/image" Target="../media/image531.png"/><Relationship Id="rId22" Type="http://schemas.openxmlformats.org/officeDocument/2006/relationships/customXml" Target="../ink/ink330.xml"/><Relationship Id="rId27" Type="http://schemas.openxmlformats.org/officeDocument/2006/relationships/image" Target="../media/image496.png"/><Relationship Id="rId43" Type="http://schemas.openxmlformats.org/officeDocument/2006/relationships/image" Target="../media/image505.png"/><Relationship Id="rId48" Type="http://schemas.openxmlformats.org/officeDocument/2006/relationships/customXml" Target="../ink/ink343.xml"/><Relationship Id="rId64" Type="http://schemas.openxmlformats.org/officeDocument/2006/relationships/customXml" Target="../ink/ink351.xml"/><Relationship Id="rId69" Type="http://schemas.openxmlformats.org/officeDocument/2006/relationships/image" Target="../media/image518.png"/><Relationship Id="rId113" Type="http://schemas.openxmlformats.org/officeDocument/2006/relationships/image" Target="../media/image540.png"/><Relationship Id="rId80" Type="http://schemas.openxmlformats.org/officeDocument/2006/relationships/customXml" Target="../ink/ink359.xml"/><Relationship Id="rId85" Type="http://schemas.openxmlformats.org/officeDocument/2006/relationships/image" Target="../media/image526.png"/><Relationship Id="rId12" Type="http://schemas.openxmlformats.org/officeDocument/2006/relationships/customXml" Target="../ink/ink325.xml"/><Relationship Id="rId17" Type="http://schemas.openxmlformats.org/officeDocument/2006/relationships/image" Target="../media/image491.png"/><Relationship Id="rId33" Type="http://schemas.openxmlformats.org/officeDocument/2006/relationships/image" Target="../media/image499.png"/><Relationship Id="rId38" Type="http://schemas.openxmlformats.org/officeDocument/2006/relationships/customXml" Target="../ink/ink338.xml"/><Relationship Id="rId59" Type="http://schemas.openxmlformats.org/officeDocument/2006/relationships/image" Target="../media/image513.png"/><Relationship Id="rId103" Type="http://schemas.openxmlformats.org/officeDocument/2006/relationships/image" Target="../media/image535.png"/><Relationship Id="rId108" Type="http://schemas.openxmlformats.org/officeDocument/2006/relationships/customXml" Target="../ink/ink373.xml"/><Relationship Id="rId54" Type="http://schemas.openxmlformats.org/officeDocument/2006/relationships/customXml" Target="../ink/ink346.xml"/><Relationship Id="rId70" Type="http://schemas.openxmlformats.org/officeDocument/2006/relationships/customXml" Target="../ink/ink354.xml"/><Relationship Id="rId75" Type="http://schemas.openxmlformats.org/officeDocument/2006/relationships/image" Target="../media/image521.png"/><Relationship Id="rId91" Type="http://schemas.openxmlformats.org/officeDocument/2006/relationships/image" Target="../media/image529.png"/><Relationship Id="rId96" Type="http://schemas.openxmlformats.org/officeDocument/2006/relationships/customXml" Target="../ink/ink36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22.xml"/><Relationship Id="rId23" Type="http://schemas.openxmlformats.org/officeDocument/2006/relationships/image" Target="../media/image494.png"/><Relationship Id="rId28" Type="http://schemas.openxmlformats.org/officeDocument/2006/relationships/customXml" Target="../ink/ink333.xml"/><Relationship Id="rId49" Type="http://schemas.openxmlformats.org/officeDocument/2006/relationships/image" Target="../media/image508.png"/><Relationship Id="rId114" Type="http://schemas.openxmlformats.org/officeDocument/2006/relationships/customXml" Target="../ink/ink376.xml"/><Relationship Id="rId10" Type="http://schemas.openxmlformats.org/officeDocument/2006/relationships/customXml" Target="../ink/ink324.xml"/><Relationship Id="rId31" Type="http://schemas.openxmlformats.org/officeDocument/2006/relationships/image" Target="../media/image498.png"/><Relationship Id="rId44" Type="http://schemas.openxmlformats.org/officeDocument/2006/relationships/customXml" Target="../ink/ink341.xml"/><Relationship Id="rId52" Type="http://schemas.openxmlformats.org/officeDocument/2006/relationships/customXml" Target="../ink/ink345.xml"/><Relationship Id="rId60" Type="http://schemas.openxmlformats.org/officeDocument/2006/relationships/customXml" Target="../ink/ink349.xml"/><Relationship Id="rId65" Type="http://schemas.openxmlformats.org/officeDocument/2006/relationships/image" Target="../media/image516.png"/><Relationship Id="rId73" Type="http://schemas.openxmlformats.org/officeDocument/2006/relationships/image" Target="../media/image520.png"/><Relationship Id="rId78" Type="http://schemas.openxmlformats.org/officeDocument/2006/relationships/customXml" Target="../ink/ink358.xml"/><Relationship Id="rId81" Type="http://schemas.openxmlformats.org/officeDocument/2006/relationships/image" Target="../media/image524.png"/><Relationship Id="rId86" Type="http://schemas.openxmlformats.org/officeDocument/2006/relationships/customXml" Target="../ink/ink362.xml"/><Relationship Id="rId94" Type="http://schemas.openxmlformats.org/officeDocument/2006/relationships/customXml" Target="../ink/ink366.xml"/><Relationship Id="rId99" Type="http://schemas.openxmlformats.org/officeDocument/2006/relationships/image" Target="../media/image533.png"/><Relationship Id="rId101" Type="http://schemas.openxmlformats.org/officeDocument/2006/relationships/image" Target="../media/image534.png"/><Relationship Id="rId4" Type="http://schemas.openxmlformats.org/officeDocument/2006/relationships/customXml" Target="../ink/ink321.xml"/><Relationship Id="rId9" Type="http://schemas.openxmlformats.org/officeDocument/2006/relationships/image" Target="../media/image487.png"/><Relationship Id="rId13" Type="http://schemas.openxmlformats.org/officeDocument/2006/relationships/image" Target="../media/image489.png"/><Relationship Id="rId18" Type="http://schemas.openxmlformats.org/officeDocument/2006/relationships/customXml" Target="../ink/ink328.xml"/><Relationship Id="rId39" Type="http://schemas.openxmlformats.org/officeDocument/2006/relationships/image" Target="../media/image503.png"/><Relationship Id="rId109" Type="http://schemas.openxmlformats.org/officeDocument/2006/relationships/image" Target="../media/image538.png"/><Relationship Id="rId34" Type="http://schemas.openxmlformats.org/officeDocument/2006/relationships/customXml" Target="../ink/ink336.xml"/><Relationship Id="rId50" Type="http://schemas.openxmlformats.org/officeDocument/2006/relationships/customXml" Target="../ink/ink344.xml"/><Relationship Id="rId55" Type="http://schemas.openxmlformats.org/officeDocument/2006/relationships/image" Target="../media/image511.png"/><Relationship Id="rId76" Type="http://schemas.openxmlformats.org/officeDocument/2006/relationships/customXml" Target="../ink/ink357.xml"/><Relationship Id="rId97" Type="http://schemas.openxmlformats.org/officeDocument/2006/relationships/image" Target="../media/image532.png"/><Relationship Id="rId104" Type="http://schemas.openxmlformats.org/officeDocument/2006/relationships/customXml" Target="../ink/ink371.xml"/><Relationship Id="rId7" Type="http://schemas.openxmlformats.org/officeDocument/2006/relationships/image" Target="../media/image486.png"/><Relationship Id="rId71" Type="http://schemas.openxmlformats.org/officeDocument/2006/relationships/image" Target="../media/image519.png"/><Relationship Id="rId92" Type="http://schemas.openxmlformats.org/officeDocument/2006/relationships/customXml" Target="../ink/ink365.xml"/><Relationship Id="rId2" Type="http://schemas.openxmlformats.org/officeDocument/2006/relationships/customXml" Target="../ink/ink320.xml"/><Relationship Id="rId29" Type="http://schemas.openxmlformats.org/officeDocument/2006/relationships/image" Target="../media/image497.png"/><Relationship Id="rId24" Type="http://schemas.openxmlformats.org/officeDocument/2006/relationships/customXml" Target="../ink/ink331.xml"/><Relationship Id="rId40" Type="http://schemas.openxmlformats.org/officeDocument/2006/relationships/customXml" Target="../ink/ink339.xml"/><Relationship Id="rId45" Type="http://schemas.openxmlformats.org/officeDocument/2006/relationships/image" Target="../media/image506.png"/><Relationship Id="rId66" Type="http://schemas.openxmlformats.org/officeDocument/2006/relationships/customXml" Target="../ink/ink352.xml"/><Relationship Id="rId87" Type="http://schemas.openxmlformats.org/officeDocument/2006/relationships/image" Target="../media/image527.png"/><Relationship Id="rId110" Type="http://schemas.openxmlformats.org/officeDocument/2006/relationships/customXml" Target="../ink/ink374.xml"/><Relationship Id="rId115" Type="http://schemas.openxmlformats.org/officeDocument/2006/relationships/image" Target="../media/image541.png"/><Relationship Id="rId61" Type="http://schemas.openxmlformats.org/officeDocument/2006/relationships/image" Target="../media/image514.png"/><Relationship Id="rId82" Type="http://schemas.openxmlformats.org/officeDocument/2006/relationships/customXml" Target="../ink/ink360.xml"/><Relationship Id="rId19" Type="http://schemas.openxmlformats.org/officeDocument/2006/relationships/image" Target="../media/image492.png"/><Relationship Id="rId14" Type="http://schemas.openxmlformats.org/officeDocument/2006/relationships/customXml" Target="../ink/ink326.xml"/><Relationship Id="rId30" Type="http://schemas.openxmlformats.org/officeDocument/2006/relationships/customXml" Target="../ink/ink334.xml"/><Relationship Id="rId35" Type="http://schemas.openxmlformats.org/officeDocument/2006/relationships/image" Target="../media/image501.png"/><Relationship Id="rId56" Type="http://schemas.openxmlformats.org/officeDocument/2006/relationships/customXml" Target="../ink/ink347.xml"/><Relationship Id="rId77" Type="http://schemas.openxmlformats.org/officeDocument/2006/relationships/image" Target="../media/image522.png"/><Relationship Id="rId100" Type="http://schemas.openxmlformats.org/officeDocument/2006/relationships/customXml" Target="../ink/ink369.xml"/><Relationship Id="rId105" Type="http://schemas.openxmlformats.org/officeDocument/2006/relationships/image" Target="../media/image536.png"/><Relationship Id="rId8" Type="http://schemas.openxmlformats.org/officeDocument/2006/relationships/customXml" Target="../ink/ink323.xml"/><Relationship Id="rId51" Type="http://schemas.openxmlformats.org/officeDocument/2006/relationships/image" Target="../media/image509.png"/><Relationship Id="rId72" Type="http://schemas.openxmlformats.org/officeDocument/2006/relationships/customXml" Target="../ink/ink355.xml"/><Relationship Id="rId93" Type="http://schemas.openxmlformats.org/officeDocument/2006/relationships/image" Target="../media/image530.png"/><Relationship Id="rId98" Type="http://schemas.openxmlformats.org/officeDocument/2006/relationships/customXml" Target="../ink/ink368.xml"/><Relationship Id="rId3" Type="http://schemas.openxmlformats.org/officeDocument/2006/relationships/image" Target="../media/image484.png"/><Relationship Id="rId25" Type="http://schemas.openxmlformats.org/officeDocument/2006/relationships/image" Target="../media/image495.png"/><Relationship Id="rId46" Type="http://schemas.openxmlformats.org/officeDocument/2006/relationships/customXml" Target="../ink/ink342.xml"/><Relationship Id="rId67" Type="http://schemas.openxmlformats.org/officeDocument/2006/relationships/image" Target="../media/image517.png"/><Relationship Id="rId116" Type="http://schemas.openxmlformats.org/officeDocument/2006/relationships/customXml" Target="../ink/ink377.xml"/><Relationship Id="rId20" Type="http://schemas.openxmlformats.org/officeDocument/2006/relationships/customXml" Target="../ink/ink329.xml"/><Relationship Id="rId41" Type="http://schemas.openxmlformats.org/officeDocument/2006/relationships/image" Target="../media/image504.png"/><Relationship Id="rId62" Type="http://schemas.openxmlformats.org/officeDocument/2006/relationships/customXml" Target="../ink/ink350.xml"/><Relationship Id="rId83" Type="http://schemas.openxmlformats.org/officeDocument/2006/relationships/image" Target="../media/image525.png"/><Relationship Id="rId88" Type="http://schemas.openxmlformats.org/officeDocument/2006/relationships/customXml" Target="../ink/ink363.xml"/><Relationship Id="rId111" Type="http://schemas.openxmlformats.org/officeDocument/2006/relationships/image" Target="../media/image539.png"/><Relationship Id="rId15" Type="http://schemas.openxmlformats.org/officeDocument/2006/relationships/image" Target="../media/image490.png"/><Relationship Id="rId36" Type="http://schemas.openxmlformats.org/officeDocument/2006/relationships/customXml" Target="../ink/ink337.xml"/><Relationship Id="rId57" Type="http://schemas.openxmlformats.org/officeDocument/2006/relationships/image" Target="../media/image512.png"/><Relationship Id="rId106" Type="http://schemas.openxmlformats.org/officeDocument/2006/relationships/customXml" Target="../ink/ink372.xml"/></Relationships>
</file>

<file path=ppt/slides/_rels/slide8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00.png"/><Relationship Id="rId21" Type="http://schemas.openxmlformats.org/officeDocument/2006/relationships/image" Target="../media/image552.png"/><Relationship Id="rId42" Type="http://schemas.openxmlformats.org/officeDocument/2006/relationships/customXml" Target="../ink/ink398.xml"/><Relationship Id="rId63" Type="http://schemas.openxmlformats.org/officeDocument/2006/relationships/image" Target="../media/image573.png"/><Relationship Id="rId84" Type="http://schemas.openxmlformats.org/officeDocument/2006/relationships/customXml" Target="../ink/ink419.xml"/><Relationship Id="rId138" Type="http://schemas.openxmlformats.org/officeDocument/2006/relationships/customXml" Target="../ink/ink446.xml"/><Relationship Id="rId159" Type="http://schemas.openxmlformats.org/officeDocument/2006/relationships/image" Target="../media/image621.png"/><Relationship Id="rId107" Type="http://schemas.openxmlformats.org/officeDocument/2006/relationships/image" Target="../media/image595.png"/><Relationship Id="rId11" Type="http://schemas.openxmlformats.org/officeDocument/2006/relationships/image" Target="../media/image547.png"/><Relationship Id="rId32" Type="http://schemas.openxmlformats.org/officeDocument/2006/relationships/customXml" Target="../ink/ink393.xml"/><Relationship Id="rId53" Type="http://schemas.openxmlformats.org/officeDocument/2006/relationships/image" Target="../media/image568.png"/><Relationship Id="rId74" Type="http://schemas.openxmlformats.org/officeDocument/2006/relationships/customXml" Target="../ink/ink414.xml"/><Relationship Id="rId128" Type="http://schemas.openxmlformats.org/officeDocument/2006/relationships/customXml" Target="../ink/ink441.xml"/><Relationship Id="rId149" Type="http://schemas.openxmlformats.org/officeDocument/2006/relationships/image" Target="../media/image616.png"/><Relationship Id="rId5" Type="http://schemas.openxmlformats.org/officeDocument/2006/relationships/image" Target="../media/image544.png"/><Relationship Id="rId95" Type="http://schemas.openxmlformats.org/officeDocument/2006/relationships/image" Target="../media/image589.png"/><Relationship Id="rId160" Type="http://schemas.openxmlformats.org/officeDocument/2006/relationships/customXml" Target="../ink/ink457.xml"/><Relationship Id="rId22" Type="http://schemas.openxmlformats.org/officeDocument/2006/relationships/customXml" Target="../ink/ink388.xml"/><Relationship Id="rId43" Type="http://schemas.openxmlformats.org/officeDocument/2006/relationships/image" Target="../media/image563.png"/><Relationship Id="rId64" Type="http://schemas.openxmlformats.org/officeDocument/2006/relationships/customXml" Target="../ink/ink409.xml"/><Relationship Id="rId118" Type="http://schemas.openxmlformats.org/officeDocument/2006/relationships/customXml" Target="../ink/ink436.xml"/><Relationship Id="rId139" Type="http://schemas.openxmlformats.org/officeDocument/2006/relationships/image" Target="../media/image611.png"/><Relationship Id="rId85" Type="http://schemas.openxmlformats.org/officeDocument/2006/relationships/image" Target="../media/image584.png"/><Relationship Id="rId150" Type="http://schemas.openxmlformats.org/officeDocument/2006/relationships/customXml" Target="../ink/ink452.xml"/><Relationship Id="rId12" Type="http://schemas.openxmlformats.org/officeDocument/2006/relationships/customXml" Target="../ink/ink383.xml"/><Relationship Id="rId17" Type="http://schemas.openxmlformats.org/officeDocument/2006/relationships/image" Target="../media/image550.png"/><Relationship Id="rId33" Type="http://schemas.openxmlformats.org/officeDocument/2006/relationships/image" Target="../media/image558.png"/><Relationship Id="rId38" Type="http://schemas.openxmlformats.org/officeDocument/2006/relationships/customXml" Target="../ink/ink396.xml"/><Relationship Id="rId59" Type="http://schemas.openxmlformats.org/officeDocument/2006/relationships/image" Target="../media/image571.png"/><Relationship Id="rId103" Type="http://schemas.openxmlformats.org/officeDocument/2006/relationships/image" Target="../media/image593.png"/><Relationship Id="rId108" Type="http://schemas.openxmlformats.org/officeDocument/2006/relationships/customXml" Target="../ink/ink431.xml"/><Relationship Id="rId124" Type="http://schemas.openxmlformats.org/officeDocument/2006/relationships/customXml" Target="../ink/ink439.xml"/><Relationship Id="rId129" Type="http://schemas.openxmlformats.org/officeDocument/2006/relationships/image" Target="../media/image606.png"/><Relationship Id="rId54" Type="http://schemas.openxmlformats.org/officeDocument/2006/relationships/customXml" Target="../ink/ink404.xml"/><Relationship Id="rId70" Type="http://schemas.openxmlformats.org/officeDocument/2006/relationships/customXml" Target="../ink/ink412.xml"/><Relationship Id="rId75" Type="http://schemas.openxmlformats.org/officeDocument/2006/relationships/image" Target="../media/image579.png"/><Relationship Id="rId91" Type="http://schemas.openxmlformats.org/officeDocument/2006/relationships/image" Target="../media/image587.png"/><Relationship Id="rId96" Type="http://schemas.openxmlformats.org/officeDocument/2006/relationships/customXml" Target="../ink/ink425.xml"/><Relationship Id="rId140" Type="http://schemas.openxmlformats.org/officeDocument/2006/relationships/customXml" Target="../ink/ink447.xml"/><Relationship Id="rId145" Type="http://schemas.openxmlformats.org/officeDocument/2006/relationships/image" Target="../media/image614.png"/><Relationship Id="rId161" Type="http://schemas.openxmlformats.org/officeDocument/2006/relationships/image" Target="../media/image62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80.xml"/><Relationship Id="rId23" Type="http://schemas.openxmlformats.org/officeDocument/2006/relationships/image" Target="../media/image553.png"/><Relationship Id="rId28" Type="http://schemas.openxmlformats.org/officeDocument/2006/relationships/customXml" Target="../ink/ink391.xml"/><Relationship Id="rId49" Type="http://schemas.openxmlformats.org/officeDocument/2006/relationships/image" Target="../media/image566.png"/><Relationship Id="rId114" Type="http://schemas.openxmlformats.org/officeDocument/2006/relationships/customXml" Target="../ink/ink434.xml"/><Relationship Id="rId119" Type="http://schemas.openxmlformats.org/officeDocument/2006/relationships/image" Target="../media/image601.png"/><Relationship Id="rId44" Type="http://schemas.openxmlformats.org/officeDocument/2006/relationships/customXml" Target="../ink/ink399.xml"/><Relationship Id="rId60" Type="http://schemas.openxmlformats.org/officeDocument/2006/relationships/customXml" Target="../ink/ink407.xml"/><Relationship Id="rId65" Type="http://schemas.openxmlformats.org/officeDocument/2006/relationships/image" Target="../media/image574.png"/><Relationship Id="rId81" Type="http://schemas.openxmlformats.org/officeDocument/2006/relationships/image" Target="../media/image582.png"/><Relationship Id="rId86" Type="http://schemas.openxmlformats.org/officeDocument/2006/relationships/customXml" Target="../ink/ink420.xml"/><Relationship Id="rId130" Type="http://schemas.openxmlformats.org/officeDocument/2006/relationships/customXml" Target="../ink/ink442.xml"/><Relationship Id="rId135" Type="http://schemas.openxmlformats.org/officeDocument/2006/relationships/image" Target="../media/image609.png"/><Relationship Id="rId151" Type="http://schemas.openxmlformats.org/officeDocument/2006/relationships/image" Target="../media/image617.png"/><Relationship Id="rId156" Type="http://schemas.openxmlformats.org/officeDocument/2006/relationships/customXml" Target="../ink/ink455.xml"/><Relationship Id="rId13" Type="http://schemas.openxmlformats.org/officeDocument/2006/relationships/image" Target="../media/image548.png"/><Relationship Id="rId18" Type="http://schemas.openxmlformats.org/officeDocument/2006/relationships/customXml" Target="../ink/ink386.xml"/><Relationship Id="rId39" Type="http://schemas.openxmlformats.org/officeDocument/2006/relationships/image" Target="../media/image561.png"/><Relationship Id="rId109" Type="http://schemas.openxmlformats.org/officeDocument/2006/relationships/image" Target="../media/image596.png"/><Relationship Id="rId34" Type="http://schemas.openxmlformats.org/officeDocument/2006/relationships/customXml" Target="../ink/ink394.xml"/><Relationship Id="rId50" Type="http://schemas.openxmlformats.org/officeDocument/2006/relationships/customXml" Target="../ink/ink402.xml"/><Relationship Id="rId55" Type="http://schemas.openxmlformats.org/officeDocument/2006/relationships/image" Target="../media/image569.png"/><Relationship Id="rId76" Type="http://schemas.openxmlformats.org/officeDocument/2006/relationships/customXml" Target="../ink/ink415.xml"/><Relationship Id="rId97" Type="http://schemas.openxmlformats.org/officeDocument/2006/relationships/image" Target="../media/image590.png"/><Relationship Id="rId104" Type="http://schemas.openxmlformats.org/officeDocument/2006/relationships/customXml" Target="../ink/ink429.xml"/><Relationship Id="rId120" Type="http://schemas.openxmlformats.org/officeDocument/2006/relationships/customXml" Target="../ink/ink437.xml"/><Relationship Id="rId125" Type="http://schemas.openxmlformats.org/officeDocument/2006/relationships/image" Target="../media/image604.png"/><Relationship Id="rId141" Type="http://schemas.openxmlformats.org/officeDocument/2006/relationships/image" Target="../media/image612.png"/><Relationship Id="rId146" Type="http://schemas.openxmlformats.org/officeDocument/2006/relationships/customXml" Target="../ink/ink450.xml"/><Relationship Id="rId7" Type="http://schemas.openxmlformats.org/officeDocument/2006/relationships/image" Target="../media/image545.png"/><Relationship Id="rId71" Type="http://schemas.openxmlformats.org/officeDocument/2006/relationships/image" Target="../media/image577.png"/><Relationship Id="rId92" Type="http://schemas.openxmlformats.org/officeDocument/2006/relationships/customXml" Target="../ink/ink423.xml"/><Relationship Id="rId162" Type="http://schemas.openxmlformats.org/officeDocument/2006/relationships/customXml" Target="../ink/ink458.xml"/><Relationship Id="rId2" Type="http://schemas.openxmlformats.org/officeDocument/2006/relationships/customXml" Target="../ink/ink378.xml"/><Relationship Id="rId29" Type="http://schemas.openxmlformats.org/officeDocument/2006/relationships/image" Target="../media/image556.png"/><Relationship Id="rId24" Type="http://schemas.openxmlformats.org/officeDocument/2006/relationships/customXml" Target="../ink/ink389.xml"/><Relationship Id="rId40" Type="http://schemas.openxmlformats.org/officeDocument/2006/relationships/customXml" Target="../ink/ink397.xml"/><Relationship Id="rId45" Type="http://schemas.openxmlformats.org/officeDocument/2006/relationships/image" Target="../media/image564.png"/><Relationship Id="rId66" Type="http://schemas.openxmlformats.org/officeDocument/2006/relationships/customXml" Target="../ink/ink410.xml"/><Relationship Id="rId87" Type="http://schemas.openxmlformats.org/officeDocument/2006/relationships/image" Target="../media/image585.png"/><Relationship Id="rId110" Type="http://schemas.openxmlformats.org/officeDocument/2006/relationships/customXml" Target="../ink/ink432.xml"/><Relationship Id="rId115" Type="http://schemas.openxmlformats.org/officeDocument/2006/relationships/image" Target="../media/image599.png"/><Relationship Id="rId131" Type="http://schemas.openxmlformats.org/officeDocument/2006/relationships/image" Target="../media/image607.png"/><Relationship Id="rId136" Type="http://schemas.openxmlformats.org/officeDocument/2006/relationships/customXml" Target="../ink/ink445.xml"/><Relationship Id="rId157" Type="http://schemas.openxmlformats.org/officeDocument/2006/relationships/image" Target="../media/image620.png"/><Relationship Id="rId61" Type="http://schemas.openxmlformats.org/officeDocument/2006/relationships/image" Target="../media/image572.png"/><Relationship Id="rId82" Type="http://schemas.openxmlformats.org/officeDocument/2006/relationships/customXml" Target="../ink/ink418.xml"/><Relationship Id="rId152" Type="http://schemas.openxmlformats.org/officeDocument/2006/relationships/customXml" Target="../ink/ink453.xml"/><Relationship Id="rId19" Type="http://schemas.openxmlformats.org/officeDocument/2006/relationships/image" Target="../media/image551.png"/><Relationship Id="rId14" Type="http://schemas.openxmlformats.org/officeDocument/2006/relationships/customXml" Target="../ink/ink384.xml"/><Relationship Id="rId30" Type="http://schemas.openxmlformats.org/officeDocument/2006/relationships/customXml" Target="../ink/ink392.xml"/><Relationship Id="rId35" Type="http://schemas.openxmlformats.org/officeDocument/2006/relationships/image" Target="../media/image559.png"/><Relationship Id="rId56" Type="http://schemas.openxmlformats.org/officeDocument/2006/relationships/customXml" Target="../ink/ink405.xml"/><Relationship Id="rId77" Type="http://schemas.openxmlformats.org/officeDocument/2006/relationships/image" Target="../media/image580.png"/><Relationship Id="rId100" Type="http://schemas.openxmlformats.org/officeDocument/2006/relationships/customXml" Target="../ink/ink427.xml"/><Relationship Id="rId105" Type="http://schemas.openxmlformats.org/officeDocument/2006/relationships/image" Target="../media/image594.png"/><Relationship Id="rId126" Type="http://schemas.openxmlformats.org/officeDocument/2006/relationships/customXml" Target="../ink/ink440.xml"/><Relationship Id="rId147" Type="http://schemas.openxmlformats.org/officeDocument/2006/relationships/image" Target="../media/image615.png"/><Relationship Id="rId8" Type="http://schemas.openxmlformats.org/officeDocument/2006/relationships/customXml" Target="../ink/ink381.xml"/><Relationship Id="rId51" Type="http://schemas.openxmlformats.org/officeDocument/2006/relationships/image" Target="../media/image567.png"/><Relationship Id="rId72" Type="http://schemas.openxmlformats.org/officeDocument/2006/relationships/customXml" Target="../ink/ink413.xml"/><Relationship Id="rId93" Type="http://schemas.openxmlformats.org/officeDocument/2006/relationships/image" Target="../media/image588.png"/><Relationship Id="rId98" Type="http://schemas.openxmlformats.org/officeDocument/2006/relationships/customXml" Target="../ink/ink426.xml"/><Relationship Id="rId121" Type="http://schemas.openxmlformats.org/officeDocument/2006/relationships/image" Target="../media/image602.png"/><Relationship Id="rId142" Type="http://schemas.openxmlformats.org/officeDocument/2006/relationships/customXml" Target="../ink/ink448.xml"/><Relationship Id="rId163" Type="http://schemas.openxmlformats.org/officeDocument/2006/relationships/image" Target="../media/image623.png"/><Relationship Id="rId3" Type="http://schemas.openxmlformats.org/officeDocument/2006/relationships/image" Target="../media/image543.png"/><Relationship Id="rId25" Type="http://schemas.openxmlformats.org/officeDocument/2006/relationships/image" Target="../media/image554.png"/><Relationship Id="rId46" Type="http://schemas.openxmlformats.org/officeDocument/2006/relationships/customXml" Target="../ink/ink400.xml"/><Relationship Id="rId67" Type="http://schemas.openxmlformats.org/officeDocument/2006/relationships/image" Target="../media/image575.png"/><Relationship Id="rId116" Type="http://schemas.openxmlformats.org/officeDocument/2006/relationships/customXml" Target="../ink/ink435.xml"/><Relationship Id="rId137" Type="http://schemas.openxmlformats.org/officeDocument/2006/relationships/image" Target="../media/image610.png"/><Relationship Id="rId158" Type="http://schemas.openxmlformats.org/officeDocument/2006/relationships/customXml" Target="../ink/ink456.xml"/><Relationship Id="rId20" Type="http://schemas.openxmlformats.org/officeDocument/2006/relationships/customXml" Target="../ink/ink387.xml"/><Relationship Id="rId41" Type="http://schemas.openxmlformats.org/officeDocument/2006/relationships/image" Target="../media/image562.png"/><Relationship Id="rId62" Type="http://schemas.openxmlformats.org/officeDocument/2006/relationships/customXml" Target="../ink/ink408.xml"/><Relationship Id="rId83" Type="http://schemas.openxmlformats.org/officeDocument/2006/relationships/image" Target="../media/image583.png"/><Relationship Id="rId88" Type="http://schemas.openxmlformats.org/officeDocument/2006/relationships/customXml" Target="../ink/ink421.xml"/><Relationship Id="rId111" Type="http://schemas.openxmlformats.org/officeDocument/2006/relationships/image" Target="../media/image597.png"/><Relationship Id="rId132" Type="http://schemas.openxmlformats.org/officeDocument/2006/relationships/customXml" Target="../ink/ink443.xml"/><Relationship Id="rId153" Type="http://schemas.openxmlformats.org/officeDocument/2006/relationships/image" Target="../media/image618.png"/><Relationship Id="rId15" Type="http://schemas.openxmlformats.org/officeDocument/2006/relationships/image" Target="../media/image549.png"/><Relationship Id="rId36" Type="http://schemas.openxmlformats.org/officeDocument/2006/relationships/customXml" Target="../ink/ink395.xml"/><Relationship Id="rId57" Type="http://schemas.openxmlformats.org/officeDocument/2006/relationships/image" Target="../media/image570.png"/><Relationship Id="rId106" Type="http://schemas.openxmlformats.org/officeDocument/2006/relationships/customXml" Target="../ink/ink430.xml"/><Relationship Id="rId127" Type="http://schemas.openxmlformats.org/officeDocument/2006/relationships/image" Target="../media/image605.png"/><Relationship Id="rId10" Type="http://schemas.openxmlformats.org/officeDocument/2006/relationships/customXml" Target="../ink/ink382.xml"/><Relationship Id="rId31" Type="http://schemas.openxmlformats.org/officeDocument/2006/relationships/image" Target="../media/image557.png"/><Relationship Id="rId52" Type="http://schemas.openxmlformats.org/officeDocument/2006/relationships/customXml" Target="../ink/ink403.xml"/><Relationship Id="rId73" Type="http://schemas.openxmlformats.org/officeDocument/2006/relationships/image" Target="../media/image578.png"/><Relationship Id="rId78" Type="http://schemas.openxmlformats.org/officeDocument/2006/relationships/customXml" Target="../ink/ink416.xml"/><Relationship Id="rId94" Type="http://schemas.openxmlformats.org/officeDocument/2006/relationships/customXml" Target="../ink/ink424.xml"/><Relationship Id="rId99" Type="http://schemas.openxmlformats.org/officeDocument/2006/relationships/image" Target="../media/image591.png"/><Relationship Id="rId101" Type="http://schemas.openxmlformats.org/officeDocument/2006/relationships/image" Target="../media/image592.png"/><Relationship Id="rId122" Type="http://schemas.openxmlformats.org/officeDocument/2006/relationships/customXml" Target="../ink/ink438.xml"/><Relationship Id="rId143" Type="http://schemas.openxmlformats.org/officeDocument/2006/relationships/image" Target="../media/image613.png"/><Relationship Id="rId148" Type="http://schemas.openxmlformats.org/officeDocument/2006/relationships/customXml" Target="../ink/ink451.xml"/><Relationship Id="rId4" Type="http://schemas.openxmlformats.org/officeDocument/2006/relationships/customXml" Target="../ink/ink379.xml"/><Relationship Id="rId9" Type="http://schemas.openxmlformats.org/officeDocument/2006/relationships/image" Target="../media/image546.png"/><Relationship Id="rId26" Type="http://schemas.openxmlformats.org/officeDocument/2006/relationships/customXml" Target="../ink/ink390.xml"/><Relationship Id="rId47" Type="http://schemas.openxmlformats.org/officeDocument/2006/relationships/image" Target="../media/image565.png"/><Relationship Id="rId68" Type="http://schemas.openxmlformats.org/officeDocument/2006/relationships/customXml" Target="../ink/ink411.xml"/><Relationship Id="rId89" Type="http://schemas.openxmlformats.org/officeDocument/2006/relationships/image" Target="../media/image586.png"/><Relationship Id="rId112" Type="http://schemas.openxmlformats.org/officeDocument/2006/relationships/customXml" Target="../ink/ink433.xml"/><Relationship Id="rId133" Type="http://schemas.openxmlformats.org/officeDocument/2006/relationships/image" Target="../media/image608.png"/><Relationship Id="rId154" Type="http://schemas.openxmlformats.org/officeDocument/2006/relationships/customXml" Target="../ink/ink454.xml"/><Relationship Id="rId16" Type="http://schemas.openxmlformats.org/officeDocument/2006/relationships/customXml" Target="../ink/ink385.xml"/><Relationship Id="rId37" Type="http://schemas.openxmlformats.org/officeDocument/2006/relationships/image" Target="../media/image560.png"/><Relationship Id="rId58" Type="http://schemas.openxmlformats.org/officeDocument/2006/relationships/customXml" Target="../ink/ink406.xml"/><Relationship Id="rId79" Type="http://schemas.openxmlformats.org/officeDocument/2006/relationships/image" Target="../media/image581.png"/><Relationship Id="rId102" Type="http://schemas.openxmlformats.org/officeDocument/2006/relationships/customXml" Target="../ink/ink428.xml"/><Relationship Id="rId123" Type="http://schemas.openxmlformats.org/officeDocument/2006/relationships/image" Target="../media/image603.png"/><Relationship Id="rId144" Type="http://schemas.openxmlformats.org/officeDocument/2006/relationships/customXml" Target="../ink/ink449.xml"/><Relationship Id="rId90" Type="http://schemas.openxmlformats.org/officeDocument/2006/relationships/customXml" Target="../ink/ink422.xml"/><Relationship Id="rId27" Type="http://schemas.openxmlformats.org/officeDocument/2006/relationships/image" Target="../media/image555.png"/><Relationship Id="rId48" Type="http://schemas.openxmlformats.org/officeDocument/2006/relationships/customXml" Target="../ink/ink401.xml"/><Relationship Id="rId69" Type="http://schemas.openxmlformats.org/officeDocument/2006/relationships/image" Target="../media/image576.png"/><Relationship Id="rId113" Type="http://schemas.openxmlformats.org/officeDocument/2006/relationships/image" Target="../media/image598.png"/><Relationship Id="rId134" Type="http://schemas.openxmlformats.org/officeDocument/2006/relationships/customXml" Target="../ink/ink444.xml"/><Relationship Id="rId80" Type="http://schemas.openxmlformats.org/officeDocument/2006/relationships/customXml" Target="../ink/ink417.xml"/><Relationship Id="rId155" Type="http://schemas.openxmlformats.org/officeDocument/2006/relationships/image" Target="../media/image619.png"/></Relationships>
</file>

<file path=ppt/slides/_rels/slide8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38.png"/><Relationship Id="rId21" Type="http://schemas.openxmlformats.org/officeDocument/2006/relationships/customXml" Target="../ink/ink466.xml"/><Relationship Id="rId42" Type="http://schemas.openxmlformats.org/officeDocument/2006/relationships/image" Target="../media/image646.png"/><Relationship Id="rId47" Type="http://schemas.openxmlformats.org/officeDocument/2006/relationships/customXml" Target="../ink/ink479.xml"/><Relationship Id="rId63" Type="http://schemas.openxmlformats.org/officeDocument/2006/relationships/customXml" Target="../ink/ink487.xml"/><Relationship Id="rId68" Type="http://schemas.openxmlformats.org/officeDocument/2006/relationships/image" Target="../media/image659.png"/><Relationship Id="rId2" Type="http://schemas.openxmlformats.org/officeDocument/2006/relationships/image" Target="../media/image624.png"/><Relationship Id="rId16" Type="http://schemas.openxmlformats.org/officeDocument/2006/relationships/image" Target="../media/image633.png"/><Relationship Id="rId29" Type="http://schemas.openxmlformats.org/officeDocument/2006/relationships/customXml" Target="../ink/ink470.xml"/><Relationship Id="rId11" Type="http://schemas.openxmlformats.org/officeDocument/2006/relationships/customXml" Target="../ink/ink461.xml"/><Relationship Id="rId24" Type="http://schemas.openxmlformats.org/officeDocument/2006/relationships/image" Target="../media/image637.png"/><Relationship Id="rId32" Type="http://schemas.openxmlformats.org/officeDocument/2006/relationships/image" Target="../media/image641.png"/><Relationship Id="rId37" Type="http://schemas.openxmlformats.org/officeDocument/2006/relationships/customXml" Target="../ink/ink474.xml"/><Relationship Id="rId40" Type="http://schemas.openxmlformats.org/officeDocument/2006/relationships/image" Target="../media/image645.png"/><Relationship Id="rId45" Type="http://schemas.openxmlformats.org/officeDocument/2006/relationships/customXml" Target="../ink/ink478.xml"/><Relationship Id="rId53" Type="http://schemas.openxmlformats.org/officeDocument/2006/relationships/customXml" Target="../ink/ink482.xml"/><Relationship Id="rId58" Type="http://schemas.openxmlformats.org/officeDocument/2006/relationships/image" Target="../media/image654.png"/><Relationship Id="rId66" Type="http://schemas.openxmlformats.org/officeDocument/2006/relationships/image" Target="../media/image658.png"/><Relationship Id="rId74" Type="http://schemas.openxmlformats.org/officeDocument/2006/relationships/image" Target="../media/image662.png"/><Relationship Id="rId5" Type="http://schemas.openxmlformats.org/officeDocument/2006/relationships/image" Target="../media/image627.png"/><Relationship Id="rId61" Type="http://schemas.openxmlformats.org/officeDocument/2006/relationships/customXml" Target="../ink/ink486.xml"/><Relationship Id="rId19" Type="http://schemas.openxmlformats.org/officeDocument/2006/relationships/customXml" Target="../ink/ink465.xml"/><Relationship Id="rId14" Type="http://schemas.openxmlformats.org/officeDocument/2006/relationships/image" Target="../media/image632.png"/><Relationship Id="rId22" Type="http://schemas.openxmlformats.org/officeDocument/2006/relationships/image" Target="../media/image636.png"/><Relationship Id="rId27" Type="http://schemas.openxmlformats.org/officeDocument/2006/relationships/customXml" Target="../ink/ink469.xml"/><Relationship Id="rId30" Type="http://schemas.openxmlformats.org/officeDocument/2006/relationships/image" Target="../media/image640.png"/><Relationship Id="rId35" Type="http://schemas.openxmlformats.org/officeDocument/2006/relationships/customXml" Target="../ink/ink473.xml"/><Relationship Id="rId43" Type="http://schemas.openxmlformats.org/officeDocument/2006/relationships/customXml" Target="../ink/ink477.xml"/><Relationship Id="rId48" Type="http://schemas.openxmlformats.org/officeDocument/2006/relationships/image" Target="../media/image649.png"/><Relationship Id="rId56" Type="http://schemas.openxmlformats.org/officeDocument/2006/relationships/image" Target="../media/image653.png"/><Relationship Id="rId64" Type="http://schemas.openxmlformats.org/officeDocument/2006/relationships/image" Target="../media/image657.png"/><Relationship Id="rId69" Type="http://schemas.openxmlformats.org/officeDocument/2006/relationships/customXml" Target="../ink/ink490.xml"/><Relationship Id="rId8" Type="http://schemas.openxmlformats.org/officeDocument/2006/relationships/image" Target="../media/image629.png"/><Relationship Id="rId51" Type="http://schemas.openxmlformats.org/officeDocument/2006/relationships/customXml" Target="../ink/ink481.xml"/><Relationship Id="rId72" Type="http://schemas.openxmlformats.org/officeDocument/2006/relationships/image" Target="../media/image661.png"/><Relationship Id="rId3" Type="http://schemas.openxmlformats.org/officeDocument/2006/relationships/image" Target="../media/image625.png"/><Relationship Id="rId12" Type="http://schemas.openxmlformats.org/officeDocument/2006/relationships/image" Target="../media/image631.png"/><Relationship Id="rId17" Type="http://schemas.openxmlformats.org/officeDocument/2006/relationships/customXml" Target="../ink/ink464.xml"/><Relationship Id="rId25" Type="http://schemas.openxmlformats.org/officeDocument/2006/relationships/customXml" Target="../ink/ink468.xml"/><Relationship Id="rId33" Type="http://schemas.openxmlformats.org/officeDocument/2006/relationships/customXml" Target="../ink/ink472.xml"/><Relationship Id="rId38" Type="http://schemas.openxmlformats.org/officeDocument/2006/relationships/image" Target="../media/image644.png"/><Relationship Id="rId46" Type="http://schemas.openxmlformats.org/officeDocument/2006/relationships/image" Target="../media/image648.png"/><Relationship Id="rId59" Type="http://schemas.openxmlformats.org/officeDocument/2006/relationships/customXml" Target="../ink/ink485.xml"/><Relationship Id="rId67" Type="http://schemas.openxmlformats.org/officeDocument/2006/relationships/customXml" Target="../ink/ink489.xml"/><Relationship Id="rId20" Type="http://schemas.openxmlformats.org/officeDocument/2006/relationships/image" Target="../media/image635.png"/><Relationship Id="rId41" Type="http://schemas.openxmlformats.org/officeDocument/2006/relationships/customXml" Target="../ink/ink476.xml"/><Relationship Id="rId54" Type="http://schemas.openxmlformats.org/officeDocument/2006/relationships/image" Target="../media/image652.png"/><Relationship Id="rId62" Type="http://schemas.openxmlformats.org/officeDocument/2006/relationships/image" Target="../media/image656.png"/><Relationship Id="rId70" Type="http://schemas.openxmlformats.org/officeDocument/2006/relationships/image" Target="../media/image6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8.png"/><Relationship Id="rId15" Type="http://schemas.openxmlformats.org/officeDocument/2006/relationships/customXml" Target="../ink/ink463.xml"/><Relationship Id="rId23" Type="http://schemas.openxmlformats.org/officeDocument/2006/relationships/customXml" Target="../ink/ink467.xml"/><Relationship Id="rId28" Type="http://schemas.openxmlformats.org/officeDocument/2006/relationships/image" Target="../media/image639.png"/><Relationship Id="rId36" Type="http://schemas.openxmlformats.org/officeDocument/2006/relationships/image" Target="../media/image643.png"/><Relationship Id="rId49" Type="http://schemas.openxmlformats.org/officeDocument/2006/relationships/customXml" Target="../ink/ink480.xml"/><Relationship Id="rId57" Type="http://schemas.openxmlformats.org/officeDocument/2006/relationships/customXml" Target="../ink/ink484.xml"/><Relationship Id="rId10" Type="http://schemas.openxmlformats.org/officeDocument/2006/relationships/image" Target="../media/image630.png"/><Relationship Id="rId31" Type="http://schemas.openxmlformats.org/officeDocument/2006/relationships/customXml" Target="../ink/ink471.xml"/><Relationship Id="rId44" Type="http://schemas.openxmlformats.org/officeDocument/2006/relationships/image" Target="../media/image647.png"/><Relationship Id="rId52" Type="http://schemas.openxmlformats.org/officeDocument/2006/relationships/image" Target="../media/image651.png"/><Relationship Id="rId60" Type="http://schemas.openxmlformats.org/officeDocument/2006/relationships/image" Target="../media/image655.png"/><Relationship Id="rId65" Type="http://schemas.openxmlformats.org/officeDocument/2006/relationships/customXml" Target="../ink/ink488.xml"/><Relationship Id="rId73" Type="http://schemas.openxmlformats.org/officeDocument/2006/relationships/customXml" Target="../ink/ink492.xml"/><Relationship Id="rId4" Type="http://schemas.openxmlformats.org/officeDocument/2006/relationships/image" Target="../media/image626.png"/><Relationship Id="rId9" Type="http://schemas.openxmlformats.org/officeDocument/2006/relationships/customXml" Target="../ink/ink460.xml"/><Relationship Id="rId13" Type="http://schemas.openxmlformats.org/officeDocument/2006/relationships/customXml" Target="../ink/ink462.xml"/><Relationship Id="rId18" Type="http://schemas.openxmlformats.org/officeDocument/2006/relationships/image" Target="../media/image634.png"/><Relationship Id="rId39" Type="http://schemas.openxmlformats.org/officeDocument/2006/relationships/customXml" Target="../ink/ink475.xml"/><Relationship Id="rId34" Type="http://schemas.openxmlformats.org/officeDocument/2006/relationships/image" Target="../media/image642.png"/><Relationship Id="rId50" Type="http://schemas.openxmlformats.org/officeDocument/2006/relationships/image" Target="../media/image650.png"/><Relationship Id="rId55" Type="http://schemas.openxmlformats.org/officeDocument/2006/relationships/customXml" Target="../ink/ink483.xml"/><Relationship Id="rId7" Type="http://schemas.openxmlformats.org/officeDocument/2006/relationships/customXml" Target="../ink/ink459.xml"/><Relationship Id="rId71" Type="http://schemas.openxmlformats.org/officeDocument/2006/relationships/customXml" Target="../ink/ink49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4.png"/><Relationship Id="rId2" Type="http://schemas.openxmlformats.org/officeDocument/2006/relationships/image" Target="../media/image66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6.png"/><Relationship Id="rId4" Type="http://schemas.openxmlformats.org/officeDocument/2006/relationships/image" Target="../media/image665.png"/></Relationships>
</file>

<file path=ppt/slides/_rels/slide9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496.xml"/><Relationship Id="rId18" Type="http://schemas.openxmlformats.org/officeDocument/2006/relationships/image" Target="../media/image677.png"/><Relationship Id="rId26" Type="http://schemas.openxmlformats.org/officeDocument/2006/relationships/image" Target="../media/image681.png"/><Relationship Id="rId39" Type="http://schemas.openxmlformats.org/officeDocument/2006/relationships/customXml" Target="../ink/ink509.xml"/><Relationship Id="rId21" Type="http://schemas.openxmlformats.org/officeDocument/2006/relationships/customXml" Target="../ink/ink500.xml"/><Relationship Id="rId34" Type="http://schemas.openxmlformats.org/officeDocument/2006/relationships/image" Target="../media/image685.png"/><Relationship Id="rId42" Type="http://schemas.openxmlformats.org/officeDocument/2006/relationships/image" Target="../media/image689.png"/><Relationship Id="rId47" Type="http://schemas.openxmlformats.org/officeDocument/2006/relationships/customXml" Target="../ink/ink513.xml"/><Relationship Id="rId7" Type="http://schemas.openxmlformats.org/officeDocument/2006/relationships/customXml" Target="../ink/ink493.xml"/><Relationship Id="rId2" Type="http://schemas.openxmlformats.org/officeDocument/2006/relationships/image" Target="../media/image667.png"/><Relationship Id="rId16" Type="http://schemas.openxmlformats.org/officeDocument/2006/relationships/image" Target="../media/image676.png"/><Relationship Id="rId29" Type="http://schemas.openxmlformats.org/officeDocument/2006/relationships/customXml" Target="../ink/ink50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1.png"/><Relationship Id="rId11" Type="http://schemas.openxmlformats.org/officeDocument/2006/relationships/customXml" Target="../ink/ink495.xml"/><Relationship Id="rId24" Type="http://schemas.openxmlformats.org/officeDocument/2006/relationships/image" Target="../media/image680.png"/><Relationship Id="rId32" Type="http://schemas.openxmlformats.org/officeDocument/2006/relationships/image" Target="../media/image684.png"/><Relationship Id="rId37" Type="http://schemas.openxmlformats.org/officeDocument/2006/relationships/customXml" Target="../ink/ink508.xml"/><Relationship Id="rId40" Type="http://schemas.openxmlformats.org/officeDocument/2006/relationships/image" Target="../media/image688.png"/><Relationship Id="rId45" Type="http://schemas.openxmlformats.org/officeDocument/2006/relationships/customXml" Target="../ink/ink512.xml"/><Relationship Id="rId5" Type="http://schemas.openxmlformats.org/officeDocument/2006/relationships/image" Target="../media/image670.png"/><Relationship Id="rId15" Type="http://schemas.openxmlformats.org/officeDocument/2006/relationships/customXml" Target="../ink/ink497.xml"/><Relationship Id="rId23" Type="http://schemas.openxmlformats.org/officeDocument/2006/relationships/customXml" Target="../ink/ink501.xml"/><Relationship Id="rId28" Type="http://schemas.openxmlformats.org/officeDocument/2006/relationships/image" Target="../media/image682.png"/><Relationship Id="rId36" Type="http://schemas.openxmlformats.org/officeDocument/2006/relationships/image" Target="../media/image686.png"/><Relationship Id="rId10" Type="http://schemas.openxmlformats.org/officeDocument/2006/relationships/image" Target="../media/image673.png"/><Relationship Id="rId19" Type="http://schemas.openxmlformats.org/officeDocument/2006/relationships/customXml" Target="../ink/ink499.xml"/><Relationship Id="rId31" Type="http://schemas.openxmlformats.org/officeDocument/2006/relationships/customXml" Target="../ink/ink505.xml"/><Relationship Id="rId44" Type="http://schemas.openxmlformats.org/officeDocument/2006/relationships/image" Target="../media/image690.png"/><Relationship Id="rId4" Type="http://schemas.openxmlformats.org/officeDocument/2006/relationships/image" Target="../media/image669.png"/><Relationship Id="rId9" Type="http://schemas.openxmlformats.org/officeDocument/2006/relationships/customXml" Target="../ink/ink494.xml"/><Relationship Id="rId14" Type="http://schemas.openxmlformats.org/officeDocument/2006/relationships/image" Target="../media/image675.png"/><Relationship Id="rId22" Type="http://schemas.openxmlformats.org/officeDocument/2006/relationships/image" Target="../media/image679.png"/><Relationship Id="rId27" Type="http://schemas.openxmlformats.org/officeDocument/2006/relationships/customXml" Target="../ink/ink503.xml"/><Relationship Id="rId30" Type="http://schemas.openxmlformats.org/officeDocument/2006/relationships/image" Target="../media/image683.png"/><Relationship Id="rId35" Type="http://schemas.openxmlformats.org/officeDocument/2006/relationships/customXml" Target="../ink/ink507.xml"/><Relationship Id="rId43" Type="http://schemas.openxmlformats.org/officeDocument/2006/relationships/customXml" Target="../ink/ink511.xml"/><Relationship Id="rId48" Type="http://schemas.openxmlformats.org/officeDocument/2006/relationships/image" Target="../media/image692.png"/><Relationship Id="rId8" Type="http://schemas.openxmlformats.org/officeDocument/2006/relationships/image" Target="../media/image672.png"/><Relationship Id="rId3" Type="http://schemas.openxmlformats.org/officeDocument/2006/relationships/image" Target="../media/image668.png"/><Relationship Id="rId12" Type="http://schemas.openxmlformats.org/officeDocument/2006/relationships/image" Target="../media/image674.png"/><Relationship Id="rId17" Type="http://schemas.openxmlformats.org/officeDocument/2006/relationships/customXml" Target="../ink/ink498.xml"/><Relationship Id="rId25" Type="http://schemas.openxmlformats.org/officeDocument/2006/relationships/customXml" Target="../ink/ink502.xml"/><Relationship Id="rId33" Type="http://schemas.openxmlformats.org/officeDocument/2006/relationships/customXml" Target="../ink/ink506.xml"/><Relationship Id="rId38" Type="http://schemas.openxmlformats.org/officeDocument/2006/relationships/image" Target="../media/image687.png"/><Relationship Id="rId46" Type="http://schemas.openxmlformats.org/officeDocument/2006/relationships/image" Target="../media/image691.png"/><Relationship Id="rId20" Type="http://schemas.openxmlformats.org/officeDocument/2006/relationships/image" Target="../media/image678.png"/><Relationship Id="rId41" Type="http://schemas.openxmlformats.org/officeDocument/2006/relationships/customXml" Target="../ink/ink510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4.png"/><Relationship Id="rId2" Type="http://schemas.openxmlformats.org/officeDocument/2006/relationships/image" Target="../media/image69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6.png"/><Relationship Id="rId4" Type="http://schemas.openxmlformats.org/officeDocument/2006/relationships/image" Target="../media/image695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8.png"/><Relationship Id="rId2" Type="http://schemas.openxmlformats.org/officeDocument/2006/relationships/image" Target="../media/image69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9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4.png"/><Relationship Id="rId3" Type="http://schemas.openxmlformats.org/officeDocument/2006/relationships/image" Target="../media/image701.png"/><Relationship Id="rId7" Type="http://schemas.openxmlformats.org/officeDocument/2006/relationships/customXml" Target="../ink/ink515.xml"/><Relationship Id="rId2" Type="http://schemas.openxmlformats.org/officeDocument/2006/relationships/image" Target="../media/image7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3.png"/><Relationship Id="rId5" Type="http://schemas.openxmlformats.org/officeDocument/2006/relationships/customXml" Target="../ink/ink514.xml"/><Relationship Id="rId4" Type="http://schemas.openxmlformats.org/officeDocument/2006/relationships/image" Target="../media/image702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5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customXml" Target="../ink/ink517.xml"/><Relationship Id="rId13" Type="http://schemas.openxmlformats.org/officeDocument/2006/relationships/image" Target="../media/image713.png"/><Relationship Id="rId18" Type="http://schemas.openxmlformats.org/officeDocument/2006/relationships/customXml" Target="../ink/ink522.xml"/><Relationship Id="rId3" Type="http://schemas.openxmlformats.org/officeDocument/2006/relationships/image" Target="../media/image707.png"/><Relationship Id="rId21" Type="http://schemas.openxmlformats.org/officeDocument/2006/relationships/image" Target="../media/image717.png"/><Relationship Id="rId7" Type="http://schemas.openxmlformats.org/officeDocument/2006/relationships/image" Target="../media/image710.png"/><Relationship Id="rId12" Type="http://schemas.openxmlformats.org/officeDocument/2006/relationships/customXml" Target="../ink/ink519.xml"/><Relationship Id="rId17" Type="http://schemas.openxmlformats.org/officeDocument/2006/relationships/image" Target="../media/image715.png"/><Relationship Id="rId25" Type="http://schemas.openxmlformats.org/officeDocument/2006/relationships/image" Target="../media/image719.png"/><Relationship Id="rId2" Type="http://schemas.openxmlformats.org/officeDocument/2006/relationships/image" Target="../media/image706.png"/><Relationship Id="rId16" Type="http://schemas.openxmlformats.org/officeDocument/2006/relationships/customXml" Target="../ink/ink521.xml"/><Relationship Id="rId20" Type="http://schemas.openxmlformats.org/officeDocument/2006/relationships/customXml" Target="../ink/ink52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16.xml"/><Relationship Id="rId11" Type="http://schemas.openxmlformats.org/officeDocument/2006/relationships/image" Target="../media/image712.png"/><Relationship Id="rId24" Type="http://schemas.openxmlformats.org/officeDocument/2006/relationships/customXml" Target="../ink/ink525.xml"/><Relationship Id="rId5" Type="http://schemas.openxmlformats.org/officeDocument/2006/relationships/image" Target="../media/image709.png"/><Relationship Id="rId15" Type="http://schemas.openxmlformats.org/officeDocument/2006/relationships/image" Target="../media/image714.png"/><Relationship Id="rId23" Type="http://schemas.openxmlformats.org/officeDocument/2006/relationships/image" Target="../media/image718.png"/><Relationship Id="rId10" Type="http://schemas.openxmlformats.org/officeDocument/2006/relationships/customXml" Target="../ink/ink518.xml"/><Relationship Id="rId19" Type="http://schemas.openxmlformats.org/officeDocument/2006/relationships/image" Target="../media/image716.png"/><Relationship Id="rId4" Type="http://schemas.openxmlformats.org/officeDocument/2006/relationships/image" Target="../media/image708.png"/><Relationship Id="rId9" Type="http://schemas.openxmlformats.org/officeDocument/2006/relationships/image" Target="../media/image711.png"/><Relationship Id="rId14" Type="http://schemas.openxmlformats.org/officeDocument/2006/relationships/customXml" Target="../ink/ink520.xml"/><Relationship Id="rId22" Type="http://schemas.openxmlformats.org/officeDocument/2006/relationships/customXml" Target="../ink/ink524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1.png"/><Relationship Id="rId2" Type="http://schemas.openxmlformats.org/officeDocument/2006/relationships/image" Target="../media/image7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23.png"/><Relationship Id="rId4" Type="http://schemas.openxmlformats.org/officeDocument/2006/relationships/image" Target="../media/image722.png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customXml" Target="../ink/ink529.xml"/><Relationship Id="rId13" Type="http://schemas.openxmlformats.org/officeDocument/2006/relationships/image" Target="../media/image729.png"/><Relationship Id="rId3" Type="http://schemas.openxmlformats.org/officeDocument/2006/relationships/image" Target="../media/image724.png"/><Relationship Id="rId7" Type="http://schemas.openxmlformats.org/officeDocument/2006/relationships/image" Target="../media/image726.png"/><Relationship Id="rId12" Type="http://schemas.openxmlformats.org/officeDocument/2006/relationships/customXml" Target="../ink/ink531.xml"/><Relationship Id="rId2" Type="http://schemas.openxmlformats.org/officeDocument/2006/relationships/customXml" Target="../ink/ink52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28.xml"/><Relationship Id="rId11" Type="http://schemas.openxmlformats.org/officeDocument/2006/relationships/image" Target="../media/image728.png"/><Relationship Id="rId5" Type="http://schemas.openxmlformats.org/officeDocument/2006/relationships/image" Target="../media/image725.png"/><Relationship Id="rId15" Type="http://schemas.openxmlformats.org/officeDocument/2006/relationships/image" Target="../media/image730.png"/><Relationship Id="rId10" Type="http://schemas.openxmlformats.org/officeDocument/2006/relationships/customXml" Target="../ink/ink530.xml"/><Relationship Id="rId4" Type="http://schemas.openxmlformats.org/officeDocument/2006/relationships/customXml" Target="../ink/ink527.xml"/><Relationship Id="rId9" Type="http://schemas.openxmlformats.org/officeDocument/2006/relationships/image" Target="../media/image727.png"/><Relationship Id="rId14" Type="http://schemas.openxmlformats.org/officeDocument/2006/relationships/customXml" Target="../ink/ink53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2.png"/><Relationship Id="rId2" Type="http://schemas.openxmlformats.org/officeDocument/2006/relationships/image" Target="../media/image7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3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5.png"/><Relationship Id="rId2" Type="http://schemas.openxmlformats.org/officeDocument/2006/relationships/image" Target="../media/image7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6.png"/><Relationship Id="rId4" Type="http://schemas.openxmlformats.org/officeDocument/2006/relationships/customXml" Target="../ink/ink533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7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9.png"/><Relationship Id="rId2" Type="http://schemas.openxmlformats.org/officeDocument/2006/relationships/image" Target="../media/image738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1.png"/><Relationship Id="rId2" Type="http://schemas.openxmlformats.org/officeDocument/2006/relationships/image" Target="../media/image7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FD38AE-917C-4F0B-98CD-2B7A4D68C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장</a:t>
            </a:r>
            <a:r>
              <a:rPr lang="en-US" altLang="ko-KR" dirty="0"/>
              <a:t>: Basic</a:t>
            </a:r>
            <a:r>
              <a:rPr lang="ko-KR" altLang="en-US" dirty="0"/>
              <a:t> </a:t>
            </a:r>
            <a:r>
              <a:rPr lang="en-US" altLang="ko-KR" dirty="0"/>
              <a:t>Concepts</a:t>
            </a:r>
            <a:r>
              <a:rPr lang="ko-KR" altLang="en-US" dirty="0"/>
              <a:t> </a:t>
            </a:r>
            <a:r>
              <a:rPr lang="en-US" altLang="ko-KR" dirty="0"/>
              <a:t>in</a:t>
            </a:r>
            <a:r>
              <a:rPr lang="ko-KR" altLang="en-US" dirty="0"/>
              <a:t> </a:t>
            </a:r>
            <a:r>
              <a:rPr lang="en-US" altLang="ko-KR" dirty="0"/>
              <a:t>RF</a:t>
            </a:r>
            <a:r>
              <a:rPr lang="ko-KR" altLang="en-US" dirty="0"/>
              <a:t> </a:t>
            </a:r>
            <a:r>
              <a:rPr lang="en-US" altLang="ko-KR" dirty="0"/>
              <a:t>Design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281788-86A7-462B-9B50-EA87927868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General Consideration</a:t>
            </a:r>
          </a:p>
          <a:p>
            <a:r>
              <a:rPr lang="en-US" altLang="ko-KR" dirty="0"/>
              <a:t>Effects of Nonlinearity</a:t>
            </a:r>
          </a:p>
          <a:p>
            <a:r>
              <a:rPr lang="en-US" altLang="ko-KR" dirty="0"/>
              <a:t>Noise</a:t>
            </a:r>
          </a:p>
          <a:p>
            <a:r>
              <a:rPr lang="en-US" altLang="ko-KR" dirty="0"/>
              <a:t>Sensitivity and Dynamic Range</a:t>
            </a:r>
          </a:p>
          <a:p>
            <a:r>
              <a:rPr lang="en-US" altLang="ko-KR" dirty="0"/>
              <a:t>Passive Impedance Transformation</a:t>
            </a:r>
          </a:p>
          <a:p>
            <a:r>
              <a:rPr lang="en-US" altLang="ko-KR" dirty="0"/>
              <a:t>Scattering Parameters</a:t>
            </a:r>
          </a:p>
          <a:p>
            <a:pPr marL="0" indent="0">
              <a:buNone/>
            </a:pP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D55399-C946-49D4-A8D8-BF1D22E82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9101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43610C-F64F-4A60-9263-45CA7CC52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Units</a:t>
            </a:r>
            <a:r>
              <a:rPr lang="ko-KR" altLang="en-US" dirty="0"/>
              <a:t> </a:t>
            </a:r>
            <a:r>
              <a:rPr lang="en-US" altLang="ko-KR" dirty="0"/>
              <a:t>in</a:t>
            </a:r>
            <a:r>
              <a:rPr lang="ko-KR" altLang="en-US" dirty="0"/>
              <a:t> </a:t>
            </a:r>
            <a:r>
              <a:rPr lang="en-US" altLang="ko-KR" dirty="0"/>
              <a:t>RF</a:t>
            </a:r>
            <a:r>
              <a:rPr lang="ko-KR" altLang="en-US" dirty="0"/>
              <a:t> </a:t>
            </a:r>
            <a:r>
              <a:rPr lang="en-US" altLang="ko-KR" dirty="0"/>
              <a:t>Design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45DE06-FE49-4223-9040-DDF463F57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전압 이득과 </a:t>
            </a:r>
            <a:r>
              <a:rPr lang="en-US" altLang="ko-KR" dirty="0"/>
              <a:t> </a:t>
            </a:r>
            <a:r>
              <a:rPr lang="ko-KR" altLang="en-US" dirty="0"/>
              <a:t>전력 이득의 정의</a:t>
            </a:r>
            <a:r>
              <a:rPr lang="en-US" altLang="ko-KR" dirty="0"/>
              <a:t> </a:t>
            </a:r>
            <a:r>
              <a:rPr lang="ko-KR" altLang="en-US" dirty="0"/>
              <a:t>및 관계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전력 단위계 </a:t>
            </a:r>
            <a:r>
              <a:rPr lang="en-US" altLang="ko-KR" dirty="0"/>
              <a:t>(dBm) </a:t>
            </a:r>
            <a:r>
              <a:rPr lang="ko-KR" altLang="en-US" dirty="0"/>
              <a:t>정의</a:t>
            </a:r>
            <a:r>
              <a:rPr lang="en-US" altLang="ko-KR" dirty="0"/>
              <a:t>: 1 </a:t>
            </a:r>
            <a:r>
              <a:rPr lang="en-US" altLang="ko-KR" dirty="0" err="1"/>
              <a:t>mW</a:t>
            </a:r>
            <a:r>
              <a:rPr lang="ko-KR" altLang="en-US" dirty="0"/>
              <a:t>를 기준 </a:t>
            </a:r>
            <a:r>
              <a:rPr lang="en-US" altLang="ko-KR" dirty="0"/>
              <a:t>(0 dBm)</a:t>
            </a:r>
            <a:r>
              <a:rPr lang="ko-KR" altLang="en-US" dirty="0"/>
              <a:t>으로 하는 로그 전력 스케일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E60820-97B6-43F7-9CBF-46E661E92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A82160D-8297-4EB9-A813-D0CF3BC40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392" y="2386729"/>
            <a:ext cx="2362204" cy="125577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87483C4-ABB5-4DE0-8F5C-CE258A1B7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8788" y="2021522"/>
            <a:ext cx="2270764" cy="194767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7B98885-EC5B-40BE-8537-A9BD6C40F3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1781" y="5477933"/>
            <a:ext cx="3048006" cy="67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761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919DF6-E18F-46A5-A238-7C23DCE63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파장</a:t>
            </a:r>
            <a:r>
              <a:rPr lang="en-US" altLang="ko-KR" dirty="0"/>
              <a:t>(</a:t>
            </a:r>
            <a:r>
              <a:rPr lang="el-GR" altLang="ko-KR" dirty="0"/>
              <a:t>λ</a:t>
            </a:r>
            <a:r>
              <a:rPr lang="en-US" altLang="ko-KR" dirty="0"/>
              <a:t>) </a:t>
            </a:r>
            <a:r>
              <a:rPr lang="ko-KR" altLang="en-US" dirty="0"/>
              <a:t>관점에서 </a:t>
            </a:r>
            <a:r>
              <a:rPr lang="en-US" altLang="ko-KR" dirty="0"/>
              <a:t>RF</a:t>
            </a:r>
            <a:r>
              <a:rPr lang="ko-KR" altLang="en-US" dirty="0"/>
              <a:t>가 전력을 다루는 이유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852790-E662-4B52-B134-F164D4EED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저주파 대역 </a:t>
            </a:r>
            <a:r>
              <a:rPr lang="en-US" altLang="ko-KR" dirty="0"/>
              <a:t>(</a:t>
            </a:r>
            <a:r>
              <a:rPr lang="ko-KR" altLang="en-US" dirty="0"/>
              <a:t>집중 정수 회로</a:t>
            </a:r>
            <a:r>
              <a:rPr lang="en-US" altLang="ko-KR" dirty="0"/>
              <a:t>, Lumped Element Model)</a:t>
            </a:r>
          </a:p>
          <a:p>
            <a:pPr lvl="1"/>
            <a:r>
              <a:rPr lang="ko-KR" altLang="en-US" dirty="0"/>
              <a:t>회로 소자 및 도선의 물리적 길이 </a:t>
            </a:r>
            <a:r>
              <a:rPr lang="en-US" altLang="ko-KR" i="1" dirty="0"/>
              <a:t>L</a:t>
            </a:r>
            <a:r>
              <a:rPr lang="ko-KR" altLang="en-US" dirty="0"/>
              <a:t>이 신호 파장 </a:t>
            </a:r>
            <a:r>
              <a:rPr lang="el-GR" altLang="ko-KR" dirty="0"/>
              <a:t>λ</a:t>
            </a:r>
            <a:r>
              <a:rPr lang="ko-KR" altLang="en-US" dirty="0"/>
              <a:t>에 비해 매우 작음 </a:t>
            </a:r>
            <a:r>
              <a:rPr lang="en-US" altLang="ko-KR" dirty="0"/>
              <a:t>(L &lt;&lt; </a:t>
            </a:r>
            <a:r>
              <a:rPr lang="el-GR" altLang="ko-KR" dirty="0"/>
              <a:t>λ</a:t>
            </a:r>
            <a:r>
              <a:rPr lang="ko-KR" altLang="en-US" dirty="0"/>
              <a:t> 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도선 상의 모든 위치에서 전압과 전류의 크기와 위상이 동일하다고 가정할 수 있어</a:t>
            </a:r>
            <a:r>
              <a:rPr lang="en-US" altLang="ko-KR" dirty="0"/>
              <a:t>, Kirchhoff</a:t>
            </a:r>
            <a:r>
              <a:rPr lang="ko-KR" altLang="en-US" dirty="0"/>
              <a:t>의 전압</a:t>
            </a:r>
            <a:r>
              <a:rPr lang="en-US" altLang="ko-KR" dirty="0"/>
              <a:t>/</a:t>
            </a:r>
            <a:r>
              <a:rPr lang="ko-KR" altLang="en-US" dirty="0"/>
              <a:t>전류 법칙</a:t>
            </a:r>
            <a:r>
              <a:rPr lang="en-US" altLang="ko-KR" dirty="0"/>
              <a:t>(KVL/KCL)</a:t>
            </a:r>
            <a:r>
              <a:rPr lang="ko-KR" altLang="en-US" dirty="0"/>
              <a:t>을 그대로 적용함</a:t>
            </a:r>
            <a:endParaRPr lang="en-US" altLang="ko-KR" dirty="0"/>
          </a:p>
          <a:p>
            <a:r>
              <a:rPr lang="en-US" altLang="ko-KR" dirty="0"/>
              <a:t>RF / </a:t>
            </a:r>
            <a:r>
              <a:rPr lang="ko-KR" altLang="en-US" dirty="0"/>
              <a:t>마이크로파 대역 </a:t>
            </a:r>
            <a:r>
              <a:rPr lang="en-US" altLang="ko-KR" dirty="0"/>
              <a:t>(</a:t>
            </a:r>
            <a:r>
              <a:rPr lang="ko-KR" altLang="en-US" dirty="0"/>
              <a:t>분포 정수 회로</a:t>
            </a:r>
            <a:r>
              <a:rPr lang="en-US" altLang="ko-KR" dirty="0"/>
              <a:t>, Distributed Element Model)</a:t>
            </a:r>
          </a:p>
          <a:p>
            <a:pPr lvl="1"/>
            <a:r>
              <a:rPr lang="ko-KR" altLang="en-US" dirty="0"/>
              <a:t>주파수 </a:t>
            </a:r>
            <a:r>
              <a:rPr lang="en-US" altLang="ko-KR" i="1" dirty="0"/>
              <a:t>f</a:t>
            </a:r>
            <a:r>
              <a:rPr lang="ko-KR" altLang="en-US" dirty="0"/>
              <a:t>가 수 </a:t>
            </a:r>
            <a:r>
              <a:rPr lang="en-US" altLang="ko-KR" dirty="0"/>
              <a:t>GHz </a:t>
            </a:r>
            <a:r>
              <a:rPr lang="ko-KR" altLang="en-US" dirty="0"/>
              <a:t>이상으로 올라감에 따라 파장 </a:t>
            </a:r>
            <a:r>
              <a:rPr lang="el-GR" altLang="ko-KR" dirty="0"/>
              <a:t>λ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en-US" altLang="ko-KR" i="1" dirty="0"/>
              <a:t>v</a:t>
            </a:r>
            <a:r>
              <a:rPr lang="en-US" altLang="ko-KR" dirty="0"/>
              <a:t>/</a:t>
            </a:r>
            <a:r>
              <a:rPr lang="en-US" altLang="ko-KR" i="1" dirty="0"/>
              <a:t>f</a:t>
            </a:r>
            <a:r>
              <a:rPr lang="ko-KR" altLang="en-US" dirty="0"/>
              <a:t>이 수 </a:t>
            </a:r>
            <a:r>
              <a:rPr lang="en-US" altLang="ko-KR" dirty="0"/>
              <a:t>cm ~ </a:t>
            </a:r>
            <a:r>
              <a:rPr lang="ko-KR" altLang="en-US" dirty="0"/>
              <a:t>수 </a:t>
            </a:r>
            <a:r>
              <a:rPr lang="en-US" altLang="ko-KR" dirty="0"/>
              <a:t>mm </a:t>
            </a:r>
            <a:r>
              <a:rPr lang="ko-KR" altLang="en-US" dirty="0"/>
              <a:t>단위로 짧아짐</a:t>
            </a:r>
            <a:endParaRPr lang="en-US" altLang="ko-KR" dirty="0"/>
          </a:p>
          <a:p>
            <a:pPr lvl="1"/>
            <a:r>
              <a:rPr lang="ko-KR" altLang="en-US" dirty="0"/>
              <a:t>회로 도선의 물리적 길이 </a:t>
            </a:r>
            <a:r>
              <a:rPr lang="en-US" altLang="ko-KR" i="1" dirty="0"/>
              <a:t>L</a:t>
            </a:r>
            <a:r>
              <a:rPr lang="ko-KR" altLang="en-US" dirty="0"/>
              <a:t>이 파장 </a:t>
            </a:r>
            <a:r>
              <a:rPr lang="el-GR" altLang="ko-KR" dirty="0"/>
              <a:t>λ </a:t>
            </a:r>
            <a:r>
              <a:rPr lang="ko-KR" altLang="en-US" dirty="0"/>
              <a:t>과 비슷하거나 커짐 </a:t>
            </a:r>
            <a:r>
              <a:rPr lang="en-US" altLang="ko-KR" dirty="0"/>
              <a:t>(</a:t>
            </a:r>
            <a:r>
              <a:rPr lang="en-US" altLang="ko-KR" i="1" dirty="0"/>
              <a:t>L</a:t>
            </a:r>
            <a:r>
              <a:rPr lang="en-US" altLang="ko-KR" dirty="0"/>
              <a:t> ≈ </a:t>
            </a:r>
            <a:r>
              <a:rPr lang="el-GR" altLang="ko-KR" dirty="0"/>
              <a:t>λ</a:t>
            </a:r>
            <a:r>
              <a:rPr lang="en-US" altLang="ko-KR" dirty="0"/>
              <a:t> </a:t>
            </a:r>
            <a:r>
              <a:rPr lang="ko-KR" altLang="en-US" dirty="0"/>
              <a:t>또는 </a:t>
            </a:r>
            <a:r>
              <a:rPr lang="en-US" altLang="ko-KR" i="1" dirty="0"/>
              <a:t>L</a:t>
            </a:r>
            <a:r>
              <a:rPr lang="en-US" altLang="ko-KR" dirty="0"/>
              <a:t> &gt; </a:t>
            </a:r>
            <a:r>
              <a:rPr lang="el-GR" altLang="ko-KR" dirty="0"/>
              <a:t>λ</a:t>
            </a:r>
            <a:r>
              <a:rPr lang="en-US" altLang="ko-KR" dirty="0"/>
              <a:t> )</a:t>
            </a:r>
          </a:p>
          <a:p>
            <a:pPr lvl="1"/>
            <a:r>
              <a:rPr lang="ko-KR" altLang="en-US" dirty="0"/>
              <a:t>도선 상의 위치 </a:t>
            </a:r>
            <a:r>
              <a:rPr lang="en-US" altLang="ko-KR" i="1" dirty="0"/>
              <a:t>x</a:t>
            </a:r>
            <a:r>
              <a:rPr lang="ko-KR" altLang="en-US" dirty="0"/>
              <a:t>에 따라 전압 </a:t>
            </a:r>
            <a:r>
              <a:rPr lang="en-US" altLang="ko-KR" i="1" dirty="0"/>
              <a:t>V</a:t>
            </a:r>
            <a:r>
              <a:rPr lang="en-US" altLang="ko-KR" dirty="0"/>
              <a:t>(</a:t>
            </a:r>
            <a:r>
              <a:rPr lang="en-US" altLang="ko-KR" i="1" dirty="0"/>
              <a:t>x</a:t>
            </a:r>
            <a:r>
              <a:rPr lang="en-US" altLang="ko-KR" dirty="0"/>
              <a:t>, </a:t>
            </a:r>
            <a:r>
              <a:rPr lang="en-US" altLang="ko-KR" i="1" dirty="0"/>
              <a:t>t</a:t>
            </a:r>
            <a:r>
              <a:rPr lang="en-US" altLang="ko-KR" dirty="0"/>
              <a:t>) </a:t>
            </a:r>
            <a:r>
              <a:rPr lang="ko-KR" altLang="en-US" dirty="0"/>
              <a:t>및 전류 </a:t>
            </a:r>
            <a:r>
              <a:rPr lang="en-US" altLang="ko-KR" i="1" dirty="0"/>
              <a:t>I</a:t>
            </a:r>
            <a:r>
              <a:rPr lang="en-US" altLang="ko-KR" dirty="0"/>
              <a:t>(</a:t>
            </a:r>
            <a:r>
              <a:rPr lang="en-US" altLang="ko-KR" i="1" dirty="0"/>
              <a:t>x</a:t>
            </a:r>
            <a:r>
              <a:rPr lang="en-US" altLang="ko-KR" dirty="0"/>
              <a:t>, </a:t>
            </a:r>
            <a:r>
              <a:rPr lang="en-US" altLang="ko-KR" i="1" dirty="0"/>
              <a:t>t</a:t>
            </a:r>
            <a:r>
              <a:rPr lang="en-US" altLang="ko-KR" dirty="0"/>
              <a:t>)</a:t>
            </a:r>
            <a:r>
              <a:rPr lang="ko-KR" altLang="en-US" dirty="0"/>
              <a:t>의 크기와 위상이 계속 변화</a:t>
            </a:r>
            <a:r>
              <a:rPr lang="en-US" altLang="ko-KR" dirty="0"/>
              <a:t>(</a:t>
            </a:r>
            <a:r>
              <a:rPr lang="ko-KR" altLang="en-US" dirty="0"/>
              <a:t>파동 전파 및 </a:t>
            </a:r>
            <a:r>
              <a:rPr lang="ko-KR" altLang="en-US" dirty="0" err="1"/>
              <a:t>정성파</a:t>
            </a:r>
            <a:r>
              <a:rPr lang="en-US" altLang="ko-KR" dirty="0"/>
              <a:t>/</a:t>
            </a:r>
            <a:r>
              <a:rPr lang="ko-KR" altLang="en-US" dirty="0"/>
              <a:t>반사파 형성</a:t>
            </a:r>
            <a:r>
              <a:rPr lang="en-US" altLang="ko-KR" dirty="0"/>
              <a:t>)</a:t>
            </a:r>
            <a:r>
              <a:rPr lang="ko-KR" altLang="en-US" dirty="0"/>
              <a:t>하므로</a:t>
            </a:r>
            <a:r>
              <a:rPr lang="en-US" altLang="ko-KR" dirty="0"/>
              <a:t>, </a:t>
            </a:r>
            <a:r>
              <a:rPr lang="ko-KR" altLang="en-US" dirty="0"/>
              <a:t>단일 노드에서의 </a:t>
            </a:r>
            <a:r>
              <a:rPr lang="en-US" altLang="ko-KR" dirty="0"/>
              <a:t>"</a:t>
            </a:r>
            <a:r>
              <a:rPr lang="ko-KR" altLang="en-US" dirty="0"/>
              <a:t>단일 전압</a:t>
            </a:r>
            <a:r>
              <a:rPr lang="en-US" altLang="ko-KR" dirty="0"/>
              <a:t>"</a:t>
            </a:r>
            <a:r>
              <a:rPr lang="ko-KR" altLang="en-US" dirty="0"/>
              <a:t>이나 </a:t>
            </a:r>
            <a:r>
              <a:rPr lang="en-US" altLang="ko-KR" dirty="0"/>
              <a:t>"</a:t>
            </a:r>
            <a:r>
              <a:rPr lang="ko-KR" altLang="en-US" dirty="0"/>
              <a:t>단일 전류</a:t>
            </a:r>
            <a:r>
              <a:rPr lang="en-US" altLang="ko-KR" dirty="0"/>
              <a:t>"</a:t>
            </a:r>
            <a:r>
              <a:rPr lang="ko-KR" altLang="en-US" dirty="0"/>
              <a:t>를 정의하기 어렵거나 위치에 따라 달라 달라짐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79A8C5-42F6-4494-B3B9-9D4B4FA2A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4328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FD2E3F-EB20-4620-88E8-498DC498B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절대 전력 단위 </a:t>
            </a:r>
            <a:r>
              <a:rPr lang="en-US" altLang="ko-KR" dirty="0"/>
              <a:t>dBm</a:t>
            </a:r>
            <a:r>
              <a:rPr lang="ko-KR" altLang="en-US" dirty="0"/>
              <a:t>과 </a:t>
            </a:r>
            <a:r>
              <a:rPr lang="en-US" altLang="ko-KR" dirty="0"/>
              <a:t>Watt(W)</a:t>
            </a:r>
            <a:r>
              <a:rPr lang="ko-KR" altLang="en-US" dirty="0"/>
              <a:t>의 정의 및 변환 공식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62813A-3835-4518-9666-6B494AE21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0067"/>
            <a:ext cx="10515600" cy="4699000"/>
          </a:xfrm>
        </p:spPr>
        <p:txBody>
          <a:bodyPr>
            <a:normAutofit/>
          </a:bodyPr>
          <a:lstStyle/>
          <a:p>
            <a:r>
              <a:rPr lang="en-US" altLang="ko-KR" dirty="0"/>
              <a:t>dBm</a:t>
            </a:r>
            <a:r>
              <a:rPr lang="ko-KR" altLang="en-US" dirty="0"/>
              <a:t>의 정의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dBm:</a:t>
            </a:r>
            <a:r>
              <a:rPr lang="ko-KR" altLang="en-US" dirty="0"/>
              <a:t> </a:t>
            </a:r>
            <a:r>
              <a:rPr lang="en-US" altLang="ko-KR" dirty="0"/>
              <a:t>1 </a:t>
            </a:r>
            <a:r>
              <a:rPr lang="en-US" altLang="ko-KR" dirty="0" err="1"/>
              <a:t>mW</a:t>
            </a:r>
            <a:r>
              <a:rPr lang="ko-KR" altLang="en-US" dirty="0"/>
              <a:t>를 기준 전력 </a:t>
            </a:r>
            <a:r>
              <a:rPr lang="en-US" altLang="ko-KR" dirty="0"/>
              <a:t>0 dBm</a:t>
            </a:r>
            <a:r>
              <a:rPr lang="ko-KR" altLang="en-US" dirty="0"/>
              <a:t>으로 설정한 절대 전력 단위</a:t>
            </a:r>
            <a:endParaRPr lang="en-US" altLang="ko-KR" dirty="0"/>
          </a:p>
          <a:p>
            <a:pPr lvl="1"/>
            <a:r>
              <a:rPr lang="ko-KR" altLang="en-US" b="0" i="0" dirty="0">
                <a:solidFill>
                  <a:srgbClr val="303030"/>
                </a:solidFill>
                <a:effectLst/>
                <a:latin typeface="Google Sans Text"/>
              </a:rPr>
              <a:t>데시벨</a:t>
            </a:r>
            <a:r>
              <a:rPr lang="en-US" altLang="ko-KR" b="0" i="0" dirty="0">
                <a:solidFill>
                  <a:srgbClr val="303030"/>
                </a:solidFill>
                <a:effectLst/>
                <a:latin typeface="Google Sans Text"/>
              </a:rPr>
              <a:t>(dB) </a:t>
            </a:r>
            <a:r>
              <a:rPr lang="ko-KR" altLang="en-US" b="0" i="0" dirty="0">
                <a:solidFill>
                  <a:srgbClr val="303030"/>
                </a:solidFill>
                <a:effectLst/>
                <a:latin typeface="Google Sans Text"/>
              </a:rPr>
              <a:t>스케일 공식</a:t>
            </a:r>
            <a:endParaRPr lang="en-US" altLang="ko-KR" b="0" i="0" dirty="0">
              <a:solidFill>
                <a:srgbClr val="303030"/>
              </a:solidFill>
              <a:effectLst/>
              <a:latin typeface="Google Sans Text"/>
            </a:endParaRPr>
          </a:p>
          <a:p>
            <a:pPr lvl="1"/>
            <a:endParaRPr lang="en-US" altLang="ko-KR" dirty="0">
              <a:solidFill>
                <a:srgbClr val="303030"/>
              </a:solidFill>
              <a:latin typeface="Google Sans Text"/>
            </a:endParaRPr>
          </a:p>
          <a:p>
            <a:pPr lvl="1"/>
            <a:endParaRPr lang="en-US" altLang="ko-KR" dirty="0">
              <a:solidFill>
                <a:srgbClr val="303030"/>
              </a:solidFill>
              <a:latin typeface="Google Sans Text"/>
            </a:endParaRPr>
          </a:p>
          <a:p>
            <a:r>
              <a:rPr lang="en-US" altLang="ko-KR" dirty="0"/>
              <a:t>Watt (W / </a:t>
            </a:r>
            <a:r>
              <a:rPr lang="en-US" altLang="ko-KR" dirty="0" err="1"/>
              <a:t>mW</a:t>
            </a:r>
            <a:r>
              <a:rPr lang="en-US" altLang="ko-KR" dirty="0"/>
              <a:t>)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dBm </a:t>
            </a:r>
            <a:r>
              <a:rPr lang="ko-KR" altLang="en-US" dirty="0"/>
              <a:t>변환 공식</a:t>
            </a:r>
            <a:endParaRPr lang="en-US" altLang="ko-KR" dirty="0"/>
          </a:p>
          <a:p>
            <a:pPr lvl="1"/>
            <a:r>
              <a:rPr lang="ko-KR" altLang="en-US" dirty="0"/>
              <a:t>공식</a:t>
            </a:r>
            <a:r>
              <a:rPr lang="en-US" altLang="ko-KR" dirty="0"/>
              <a:t>:</a:t>
            </a:r>
          </a:p>
          <a:p>
            <a:pPr lvl="1"/>
            <a:r>
              <a:rPr lang="ko-KR" altLang="en-US" dirty="0"/>
              <a:t>주요 전력 레벨 매핑</a:t>
            </a:r>
            <a:endParaRPr lang="en-US" altLang="ko-KR" dirty="0"/>
          </a:p>
          <a:p>
            <a:pPr lvl="2"/>
            <a:r>
              <a:rPr lang="en-US" altLang="ko-KR" dirty="0"/>
              <a:t>1 W (1000 </a:t>
            </a:r>
            <a:r>
              <a:rPr lang="en-US" altLang="ko-KR" dirty="0" err="1"/>
              <a:t>mW</a:t>
            </a:r>
            <a:r>
              <a:rPr lang="en-US" altLang="ko-KR" dirty="0"/>
              <a:t>) </a:t>
            </a:r>
            <a:r>
              <a:rPr lang="en-US" altLang="ko-KR" dirty="0">
                <a:sym typeface="Wingdings" panose="05000000000000000000" pitchFamily="2" charset="2"/>
              </a:rPr>
              <a:t> 10 log</a:t>
            </a:r>
            <a:r>
              <a:rPr lang="en-US" altLang="ko-KR" baseline="-25000" dirty="0">
                <a:sym typeface="Wingdings" panose="05000000000000000000" pitchFamily="2" charset="2"/>
              </a:rPr>
              <a:t>10</a:t>
            </a:r>
            <a:r>
              <a:rPr lang="en-US" altLang="ko-KR" dirty="0">
                <a:sym typeface="Wingdings" panose="05000000000000000000" pitchFamily="2" charset="2"/>
              </a:rPr>
              <a:t>(1000) = + 30 dBm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1 </a:t>
            </a:r>
            <a:r>
              <a:rPr lang="en-US" altLang="ko-KR" dirty="0" err="1">
                <a:sym typeface="Wingdings" panose="05000000000000000000" pitchFamily="2" charset="2"/>
              </a:rPr>
              <a:t>mW</a:t>
            </a:r>
            <a:r>
              <a:rPr lang="en-US" altLang="ko-KR" dirty="0">
                <a:sym typeface="Wingdings" panose="05000000000000000000" pitchFamily="2" charset="2"/>
              </a:rPr>
              <a:t>  10 log</a:t>
            </a:r>
            <a:r>
              <a:rPr lang="en-US" altLang="ko-KR" baseline="-25000" dirty="0">
                <a:sym typeface="Wingdings" panose="05000000000000000000" pitchFamily="2" charset="2"/>
              </a:rPr>
              <a:t>10</a:t>
            </a:r>
            <a:r>
              <a:rPr lang="en-US" altLang="ko-KR" dirty="0">
                <a:sym typeface="Wingdings" panose="05000000000000000000" pitchFamily="2" charset="2"/>
              </a:rPr>
              <a:t>(1) = 0 dBm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1 </a:t>
            </a:r>
            <a:r>
              <a:rPr lang="en-US" altLang="ko-KR" dirty="0" err="1">
                <a:sym typeface="Wingdings" panose="05000000000000000000" pitchFamily="2" charset="2"/>
              </a:rPr>
              <a:t>uW</a:t>
            </a:r>
            <a:r>
              <a:rPr lang="en-US" altLang="ko-KR" dirty="0">
                <a:sym typeface="Wingdings" panose="05000000000000000000" pitchFamily="2" charset="2"/>
              </a:rPr>
              <a:t> (10</a:t>
            </a:r>
            <a:r>
              <a:rPr lang="en-US" altLang="ko-KR" baseline="30000" dirty="0">
                <a:sym typeface="Wingdings" panose="05000000000000000000" pitchFamily="2" charset="2"/>
              </a:rPr>
              <a:t>-3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en-US" altLang="ko-KR" dirty="0" err="1">
                <a:sym typeface="Wingdings" panose="05000000000000000000" pitchFamily="2" charset="2"/>
              </a:rPr>
              <a:t>mW</a:t>
            </a:r>
            <a:r>
              <a:rPr lang="en-US" altLang="ko-KR" dirty="0">
                <a:sym typeface="Wingdings" panose="05000000000000000000" pitchFamily="2" charset="2"/>
              </a:rPr>
              <a:t>)  10 log</a:t>
            </a:r>
            <a:r>
              <a:rPr lang="en-US" altLang="ko-KR" baseline="-25000" dirty="0">
                <a:sym typeface="Wingdings" panose="05000000000000000000" pitchFamily="2" charset="2"/>
              </a:rPr>
              <a:t>10</a:t>
            </a:r>
            <a:r>
              <a:rPr lang="en-US" altLang="ko-KR" dirty="0">
                <a:sym typeface="Wingdings" panose="05000000000000000000" pitchFamily="2" charset="2"/>
              </a:rPr>
              <a:t>(10</a:t>
            </a:r>
            <a:r>
              <a:rPr lang="en-US" altLang="ko-KR" baseline="30000" dirty="0">
                <a:sym typeface="Wingdings" panose="05000000000000000000" pitchFamily="2" charset="2"/>
              </a:rPr>
              <a:t>-3</a:t>
            </a:r>
            <a:r>
              <a:rPr lang="en-US" altLang="ko-KR" dirty="0">
                <a:sym typeface="Wingdings" panose="05000000000000000000" pitchFamily="2" charset="2"/>
              </a:rPr>
              <a:t>) =  -30 dBm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DB697D4-8D7A-4BA6-9719-B9E3B28B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61B4F3D-D101-4C59-AFCF-43538E75C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926" y="2633669"/>
            <a:ext cx="3029718" cy="67665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71C747C-E3A7-48AB-865E-06906BF66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506" y="3936871"/>
            <a:ext cx="7409704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2913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19282E-CF03-40CD-94C9-E282D0357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A4E4DB-7D95-4FAC-8C26-FC391FBAE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dBm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/>
              <a:t>Watt </a:t>
            </a:r>
            <a:r>
              <a:rPr lang="ko-KR" altLang="en-US" dirty="0" err="1"/>
              <a:t>역변환</a:t>
            </a:r>
            <a:r>
              <a:rPr lang="ko-KR" altLang="en-US" dirty="0"/>
              <a:t> 공식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공식</a:t>
            </a:r>
            <a:r>
              <a:rPr lang="en-US" altLang="ko-KR" dirty="0"/>
              <a:t>: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계산 예시</a:t>
            </a:r>
            <a:endParaRPr lang="en-US" altLang="ko-KR" dirty="0"/>
          </a:p>
          <a:p>
            <a:pPr lvl="1"/>
            <a:r>
              <a:rPr lang="en-US" altLang="ko-KR" dirty="0"/>
              <a:t>+20 dBm = ?</a:t>
            </a:r>
          </a:p>
          <a:p>
            <a:pPr lvl="1"/>
            <a:r>
              <a:rPr lang="en-US" altLang="ko-KR" dirty="0"/>
              <a:t>- 10 dBm = ?</a:t>
            </a:r>
          </a:p>
          <a:p>
            <a:pPr lvl="1"/>
            <a:r>
              <a:rPr lang="en-US" altLang="ko-KR" dirty="0"/>
              <a:t>+ 3 dBm = ?</a:t>
            </a:r>
          </a:p>
          <a:p>
            <a:pPr lvl="1"/>
            <a:r>
              <a:rPr lang="en-US" altLang="ko-KR" dirty="0"/>
              <a:t>4 </a:t>
            </a:r>
            <a:r>
              <a:rPr lang="en-US" altLang="ko-KR" dirty="0" err="1"/>
              <a:t>mW</a:t>
            </a:r>
            <a:r>
              <a:rPr lang="en-US" altLang="ko-KR" dirty="0"/>
              <a:t> = ?</a:t>
            </a:r>
          </a:p>
          <a:p>
            <a:pPr lvl="1"/>
            <a:r>
              <a:rPr lang="en-US" altLang="ko-KR" dirty="0"/>
              <a:t>1 </a:t>
            </a:r>
            <a:r>
              <a:rPr lang="en-US" altLang="ko-KR" dirty="0" err="1"/>
              <a:t>nW</a:t>
            </a:r>
            <a:r>
              <a:rPr lang="en-US" altLang="ko-KR" dirty="0"/>
              <a:t> = ?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9B3D21-7F38-43C4-ADC6-710D4A3E5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B536986-5F7F-4E4E-858A-2E7511A87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450" y="2125846"/>
            <a:ext cx="2496318" cy="48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217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BBF3BF-BAA0-4F8B-8096-078B5D3DE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0EB8BA-DD2A-4A4C-BEEB-698DB7D4C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LNA</a:t>
            </a:r>
            <a:r>
              <a:rPr lang="ko-KR" altLang="en-US" dirty="0"/>
              <a:t>가 저항이 아닌 </a:t>
            </a:r>
            <a:r>
              <a:rPr lang="ko-KR" altLang="en-US" dirty="0" err="1"/>
              <a:t>커패시터</a:t>
            </a:r>
            <a:r>
              <a:rPr lang="ko-KR" altLang="en-US" dirty="0"/>
              <a:t> </a:t>
            </a:r>
            <a:r>
              <a:rPr lang="en-US" altLang="ko-KR" i="1" dirty="0" err="1"/>
              <a:t>C</a:t>
            </a:r>
            <a:r>
              <a:rPr lang="en-US" altLang="ko-KR" baseline="-25000" dirty="0" err="1"/>
              <a:t>in</a:t>
            </a:r>
            <a:r>
              <a:rPr lang="ko-KR" altLang="en-US" dirty="0"/>
              <a:t>을 구동할 때의 신호 레벨 정량화 문제</a:t>
            </a:r>
            <a:endParaRPr lang="en-US" altLang="ko-KR" dirty="0"/>
          </a:p>
          <a:p>
            <a:pPr lvl="2"/>
            <a:r>
              <a:rPr lang="en-US" altLang="ko-KR" dirty="0"/>
              <a:t>(a) </a:t>
            </a:r>
            <a:r>
              <a:rPr lang="ko-KR" altLang="en-US" dirty="0" err="1"/>
              <a:t>용량성</a:t>
            </a:r>
            <a:r>
              <a:rPr lang="ko-KR" altLang="en-US" dirty="0"/>
              <a:t> 부하 구동</a:t>
            </a:r>
            <a:r>
              <a:rPr lang="en-US" altLang="ko-KR" dirty="0"/>
              <a:t>: </a:t>
            </a:r>
            <a:r>
              <a:rPr lang="ko-KR" altLang="en-US" dirty="0"/>
              <a:t>순수 </a:t>
            </a:r>
            <a:r>
              <a:rPr lang="ko-KR" altLang="en-US" dirty="0" err="1"/>
              <a:t>리액턴스</a:t>
            </a:r>
            <a:r>
              <a:rPr lang="ko-KR" altLang="en-US" dirty="0"/>
              <a:t> 부하는 전력을 소비하지 않아 전력</a:t>
            </a:r>
            <a:r>
              <a:rPr lang="en-US" altLang="ko-KR" dirty="0"/>
              <a:t>(dBm) </a:t>
            </a:r>
            <a:r>
              <a:rPr lang="ko-KR" altLang="en-US" dirty="0"/>
              <a:t>정의가 모호함</a:t>
            </a:r>
            <a:endParaRPr lang="en-US" altLang="ko-KR" dirty="0"/>
          </a:p>
          <a:p>
            <a:pPr lvl="2"/>
            <a:r>
              <a:rPr lang="en-US" altLang="ko-KR" dirty="0"/>
              <a:t>(b) </a:t>
            </a:r>
            <a:r>
              <a:rPr lang="ko-KR" altLang="en-US" dirty="0"/>
              <a:t>이상적 버퍼 모델</a:t>
            </a:r>
            <a:r>
              <a:rPr lang="en-US" altLang="ko-KR" dirty="0"/>
              <a:t>: </a:t>
            </a:r>
            <a:r>
              <a:rPr lang="ko-KR" altLang="en-US" dirty="0"/>
              <a:t>가상의 무손실 버퍼</a:t>
            </a:r>
            <a:r>
              <a:rPr lang="en-US" altLang="ko-KR" dirty="0"/>
              <a:t>(</a:t>
            </a:r>
            <a:r>
              <a:rPr lang="en-US" altLang="ko-KR" i="1" dirty="0"/>
              <a:t>A</a:t>
            </a:r>
            <a:r>
              <a:rPr lang="en-US" altLang="ko-KR" baseline="-25000" dirty="0"/>
              <a:t>v</a:t>
            </a:r>
            <a:r>
              <a:rPr lang="en-US" altLang="ko-KR" dirty="0"/>
              <a:t> = 1)</a:t>
            </a:r>
            <a:r>
              <a:rPr lang="ko-KR" altLang="en-US" dirty="0"/>
              <a:t>를 두고 </a:t>
            </a:r>
            <a:r>
              <a:rPr lang="en-US" altLang="ko-KR" dirty="0"/>
              <a:t>50-Ω </a:t>
            </a:r>
            <a:r>
              <a:rPr lang="ko-KR" altLang="en-US" dirty="0"/>
              <a:t>부하를 구동하여 전압 스윙을 </a:t>
            </a:r>
            <a:r>
              <a:rPr lang="en-US" altLang="ko-KR" dirty="0"/>
              <a:t>dBm</a:t>
            </a:r>
            <a:r>
              <a:rPr lang="ko-KR" altLang="en-US" dirty="0"/>
              <a:t>으로 직관적 환산</a:t>
            </a:r>
            <a:endParaRPr lang="en-US" altLang="ko-KR" dirty="0"/>
          </a:p>
          <a:p>
            <a:pPr lvl="2"/>
            <a:r>
              <a:rPr lang="ko-KR" altLang="en-US" sz="2000" dirty="0">
                <a:solidFill>
                  <a:srgbClr val="1A202C"/>
                </a:solidFill>
                <a:latin typeface="Arial"/>
              </a:rPr>
              <a:t>전압 구동 </a:t>
            </a:r>
            <a:r>
              <a:rPr lang="en-US" altLang="ko-KR" sz="2000" dirty="0">
                <a:solidFill>
                  <a:srgbClr val="1A202C"/>
                </a:solidFill>
                <a:latin typeface="Arial"/>
              </a:rPr>
              <a:t>vs </a:t>
            </a:r>
            <a:r>
              <a:rPr lang="ko-KR" altLang="en-US" sz="2000" dirty="0">
                <a:solidFill>
                  <a:srgbClr val="1A202C"/>
                </a:solidFill>
                <a:latin typeface="Arial"/>
              </a:rPr>
              <a:t>전력 정합</a:t>
            </a:r>
            <a:r>
              <a:rPr lang="en-US" altLang="ko-KR" sz="2000" dirty="0">
                <a:solidFill>
                  <a:srgbClr val="1A202C"/>
                </a:solidFill>
                <a:latin typeface="Arial"/>
              </a:rPr>
              <a:t>:</a:t>
            </a:r>
            <a:r>
              <a:rPr lang="en-US" altLang="ko-KR" sz="2000" b="1" dirty="0">
                <a:solidFill>
                  <a:srgbClr val="1A202C"/>
                </a:solidFill>
                <a:latin typeface="Arial"/>
              </a:rPr>
              <a:t> </a:t>
            </a:r>
            <a:r>
              <a:rPr lang="ko-KR" altLang="en-US" sz="2000" b="0" dirty="0">
                <a:solidFill>
                  <a:srgbClr val="1A202C"/>
                </a:solidFill>
                <a:latin typeface="Arial"/>
              </a:rPr>
              <a:t>저주파에서는 높은 입력 임피던스가 유리하나</a:t>
            </a:r>
            <a:r>
              <a:rPr lang="en-US" altLang="ko-KR" sz="2000" b="0" dirty="0">
                <a:solidFill>
                  <a:srgbClr val="1A202C"/>
                </a:solidFill>
                <a:latin typeface="Arial"/>
              </a:rPr>
              <a:t>, </a:t>
            </a:r>
            <a:r>
              <a:rPr lang="ko-KR" altLang="en-US" sz="2000" b="0" dirty="0">
                <a:solidFill>
                  <a:srgbClr val="1A202C"/>
                </a:solidFill>
                <a:latin typeface="Arial"/>
              </a:rPr>
              <a:t>고주파 </a:t>
            </a:r>
            <a:r>
              <a:rPr lang="en-US" altLang="ko-KR" sz="2000" b="0" dirty="0">
                <a:solidFill>
                  <a:srgbClr val="1A202C"/>
                </a:solidFill>
                <a:latin typeface="Arial"/>
              </a:rPr>
              <a:t>RF</a:t>
            </a:r>
            <a:r>
              <a:rPr lang="ko-KR" altLang="en-US" sz="2000" b="0" dirty="0">
                <a:solidFill>
                  <a:srgbClr val="1A202C"/>
                </a:solidFill>
                <a:latin typeface="Arial"/>
              </a:rPr>
              <a:t>에서는 </a:t>
            </a:r>
            <a:r>
              <a:rPr lang="ko-KR" altLang="en-US" sz="2000" b="0" dirty="0" err="1">
                <a:solidFill>
                  <a:srgbClr val="1A202C"/>
                </a:solidFill>
                <a:latin typeface="Arial"/>
              </a:rPr>
              <a:t>전송선</a:t>
            </a:r>
            <a:r>
              <a:rPr lang="ko-KR" altLang="en-US" sz="2000" b="0" dirty="0">
                <a:solidFill>
                  <a:srgbClr val="1A202C"/>
                </a:solidFill>
                <a:latin typeface="Arial"/>
              </a:rPr>
              <a:t> 반사 방지를 위해 </a:t>
            </a:r>
            <a:r>
              <a:rPr lang="en-US" altLang="ko-KR" sz="2000" b="0" dirty="0">
                <a:solidFill>
                  <a:srgbClr val="1A202C"/>
                </a:solidFill>
                <a:latin typeface="Arial"/>
              </a:rPr>
              <a:t>50-Ω </a:t>
            </a:r>
            <a:r>
              <a:rPr lang="ko-KR" altLang="en-US" sz="2000" b="0" dirty="0" err="1">
                <a:solidFill>
                  <a:srgbClr val="1A202C"/>
                </a:solidFill>
                <a:latin typeface="Arial"/>
              </a:rPr>
              <a:t>공액</a:t>
            </a:r>
            <a:r>
              <a:rPr lang="ko-KR" altLang="en-US" sz="2000" b="0" dirty="0">
                <a:solidFill>
                  <a:srgbClr val="1A202C"/>
                </a:solidFill>
                <a:latin typeface="Arial"/>
              </a:rPr>
              <a:t> 정합 필수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B43185-A6F2-4F58-8F69-44B51CB69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AAC1723-5BB6-4F86-9C65-1E811CA79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285" y="1428471"/>
            <a:ext cx="6125430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1584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ADECC3-6680-4B08-8B46-9F54AC69B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 2.1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98473C-43A8-4A61-9BE5-13A551C0D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  <a:endParaRPr lang="en-US" altLang="ko-KR" dirty="0"/>
          </a:p>
          <a:p>
            <a:pPr lvl="1"/>
            <a:r>
              <a:rPr lang="en-US" altLang="ko-KR" dirty="0"/>
              <a:t>50-Ω </a:t>
            </a:r>
            <a:r>
              <a:rPr lang="ko-KR" altLang="en-US" dirty="0"/>
              <a:t>저항에 인가된 전압 </a:t>
            </a:r>
            <a:r>
              <a:rPr lang="en-US" altLang="ko-KR" i="1" dirty="0" err="1"/>
              <a:t>V</a:t>
            </a:r>
            <a:r>
              <a:rPr lang="en-US" altLang="ko-KR" baseline="-25000" dirty="0" err="1"/>
              <a:t>pp</a:t>
            </a:r>
            <a:r>
              <a:rPr lang="en-US" altLang="ko-KR" dirty="0"/>
              <a:t> = 2 mV</a:t>
            </a:r>
            <a:r>
              <a:rPr lang="ko-KR" altLang="en-US" dirty="0"/>
              <a:t>인 </a:t>
            </a:r>
            <a:r>
              <a:rPr lang="ko-KR" altLang="en-US" dirty="0" err="1"/>
              <a:t>정현파</a:t>
            </a:r>
            <a:r>
              <a:rPr lang="ko-KR" altLang="en-US" dirty="0"/>
              <a:t> 신호의 전력을 </a:t>
            </a:r>
            <a:r>
              <a:rPr lang="en-US" altLang="ko-KR" dirty="0"/>
              <a:t>dBm </a:t>
            </a:r>
            <a:r>
              <a:rPr lang="ko-KR" altLang="en-US" dirty="0"/>
              <a:t>단위로 계산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풀이</a:t>
            </a:r>
            <a:endParaRPr lang="en-US" altLang="ko-KR" dirty="0"/>
          </a:p>
          <a:p>
            <a:pPr lvl="1"/>
            <a:r>
              <a:rPr lang="ko-KR" altLang="en-US" dirty="0"/>
              <a:t>실효 전압</a:t>
            </a:r>
            <a:r>
              <a:rPr lang="en-US" altLang="ko-KR" dirty="0"/>
              <a:t>(</a:t>
            </a:r>
            <a:r>
              <a:rPr lang="en-US" altLang="ko-KR" i="1" dirty="0" err="1"/>
              <a:t>V</a:t>
            </a:r>
            <a:r>
              <a:rPr lang="en-US" altLang="ko-KR" baseline="-25000" dirty="0" err="1"/>
              <a:t>rms</a:t>
            </a:r>
            <a:r>
              <a:rPr lang="en-US" altLang="ko-KR" dirty="0"/>
              <a:t>) </a:t>
            </a:r>
            <a:r>
              <a:rPr lang="ko-KR" altLang="en-US" dirty="0"/>
              <a:t>산출</a:t>
            </a:r>
            <a:endParaRPr lang="en-US" altLang="ko-KR" dirty="0"/>
          </a:p>
          <a:p>
            <a:pPr lvl="2"/>
            <a:r>
              <a:rPr lang="en-US" altLang="ko-KR" i="1" dirty="0" err="1"/>
              <a:t>V</a:t>
            </a:r>
            <a:r>
              <a:rPr lang="en-US" altLang="ko-KR" baseline="-25000" dirty="0" err="1"/>
              <a:t>rms</a:t>
            </a:r>
            <a:r>
              <a:rPr lang="en-US" altLang="ko-KR" dirty="0"/>
              <a:t> = </a:t>
            </a:r>
            <a:r>
              <a:rPr lang="en-US" altLang="ko-KR" i="1" dirty="0" err="1"/>
              <a:t>V</a:t>
            </a:r>
            <a:r>
              <a:rPr lang="en-US" altLang="ko-KR" baseline="-25000" dirty="0" err="1"/>
              <a:t>pp</a:t>
            </a:r>
            <a:r>
              <a:rPr lang="en-US" altLang="ko-KR" dirty="0"/>
              <a:t> / (2 × </a:t>
            </a:r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√</a:t>
            </a:r>
            <a:r>
              <a:rPr lang="en-US" altLang="ko-KR" dirty="0"/>
              <a:t>2) = 2 mV / 2.828 = 0.707 </a:t>
            </a:r>
            <a:r>
              <a:rPr lang="en-US" altLang="ko-KR" dirty="0" err="1"/>
              <a:t>mV</a:t>
            </a:r>
            <a:r>
              <a:rPr lang="en-US" altLang="ko-KR" baseline="-25000" dirty="0" err="1"/>
              <a:t>rms</a:t>
            </a:r>
            <a:endParaRPr lang="en-US" altLang="ko-KR" baseline="-25000" dirty="0"/>
          </a:p>
          <a:p>
            <a:pPr lvl="1"/>
            <a:r>
              <a:rPr lang="ko-KR" altLang="en-US" dirty="0"/>
              <a:t>평균 전력</a:t>
            </a:r>
            <a:r>
              <a:rPr lang="en-US" altLang="ko-KR" dirty="0"/>
              <a:t>(</a:t>
            </a:r>
            <a:r>
              <a:rPr lang="en-US" altLang="ko-KR" i="1" dirty="0"/>
              <a:t>P</a:t>
            </a:r>
            <a:r>
              <a:rPr lang="en-US" altLang="ko-KR" dirty="0"/>
              <a:t>) </a:t>
            </a:r>
            <a:r>
              <a:rPr lang="ko-KR" altLang="en-US" dirty="0"/>
              <a:t>계산</a:t>
            </a:r>
            <a:endParaRPr lang="en-US" altLang="ko-KR" dirty="0"/>
          </a:p>
          <a:p>
            <a:pPr lvl="2"/>
            <a:r>
              <a:rPr lang="en-US" altLang="ko-KR" i="1" dirty="0"/>
              <a:t>P</a:t>
            </a:r>
            <a:r>
              <a:rPr lang="en-US" altLang="ko-KR" dirty="0"/>
              <a:t> = </a:t>
            </a:r>
            <a:r>
              <a:rPr lang="en-US" altLang="ko-KR" i="1" dirty="0"/>
              <a:t>V</a:t>
            </a:r>
            <a:r>
              <a:rPr lang="en-US" altLang="ko-KR" baseline="-25000" dirty="0"/>
              <a:t>rms</a:t>
            </a:r>
            <a:r>
              <a:rPr lang="en-US" altLang="ko-KR" baseline="30000" dirty="0"/>
              <a:t>2</a:t>
            </a:r>
            <a:r>
              <a:rPr lang="en-US" altLang="ko-KR" dirty="0"/>
              <a:t> / 50 Ω = (0.707 * 10</a:t>
            </a:r>
            <a:r>
              <a:rPr lang="en-US" altLang="ko-KR" baseline="30000" dirty="0"/>
              <a:t>-3</a:t>
            </a:r>
            <a:r>
              <a:rPr lang="en-US" altLang="ko-KR" dirty="0"/>
              <a:t>)</a:t>
            </a:r>
            <a:r>
              <a:rPr lang="en-US" altLang="ko-KR" baseline="30000" dirty="0"/>
              <a:t>2</a:t>
            </a:r>
            <a:r>
              <a:rPr lang="en-US" altLang="ko-KR" dirty="0"/>
              <a:t> / 50 = 10</a:t>
            </a:r>
            <a:r>
              <a:rPr lang="en-US" altLang="ko-KR" baseline="30000" dirty="0"/>
              <a:t>-8</a:t>
            </a:r>
            <a:r>
              <a:rPr lang="en-US" altLang="ko-KR" dirty="0"/>
              <a:t> W = 10</a:t>
            </a:r>
            <a:r>
              <a:rPr lang="en-US" altLang="ko-KR" baseline="30000" dirty="0"/>
              <a:t>-5</a:t>
            </a:r>
            <a:r>
              <a:rPr lang="en-US" altLang="ko-KR" dirty="0"/>
              <a:t> </a:t>
            </a:r>
            <a:r>
              <a:rPr lang="en-US" altLang="ko-KR" dirty="0" err="1"/>
              <a:t>mW</a:t>
            </a:r>
            <a:endParaRPr lang="en-US" altLang="ko-KR" dirty="0"/>
          </a:p>
          <a:p>
            <a:pPr lvl="1"/>
            <a:r>
              <a:rPr lang="en-US" altLang="ko-KR" dirty="0"/>
              <a:t> dBm </a:t>
            </a:r>
            <a:r>
              <a:rPr lang="ko-KR" altLang="en-US" dirty="0"/>
              <a:t>스케일 변환</a:t>
            </a:r>
            <a:r>
              <a:rPr lang="en-US" altLang="ko-KR" dirty="0"/>
              <a:t>: P [dBm] = 10 * log</a:t>
            </a:r>
            <a:r>
              <a:rPr lang="en-US" altLang="ko-KR" baseline="-25000" dirty="0"/>
              <a:t>10</a:t>
            </a:r>
            <a:r>
              <a:rPr lang="en-US" altLang="ko-KR" dirty="0"/>
              <a:t>(10</a:t>
            </a:r>
            <a:r>
              <a:rPr lang="en-US" altLang="ko-KR" baseline="30000" dirty="0"/>
              <a:t>-5</a:t>
            </a:r>
            <a:r>
              <a:rPr lang="en-US" altLang="ko-KR" dirty="0"/>
              <a:t>) = -50 dBm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97E708-B42C-4002-B4A2-06E90B158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8301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3823B0-2164-42D8-A627-99D339EA4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 2.2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E7436E-6F03-4209-A64F-BADF4F7F0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  <a:endParaRPr lang="en-US" altLang="ko-KR" dirty="0"/>
          </a:p>
          <a:p>
            <a:pPr lvl="1"/>
            <a:r>
              <a:rPr lang="ko-KR" altLang="en-US" dirty="0"/>
              <a:t>안테나로부터 </a:t>
            </a:r>
            <a:r>
              <a:rPr lang="en-US" altLang="ko-KR" dirty="0"/>
              <a:t>-100 dBm</a:t>
            </a:r>
            <a:r>
              <a:rPr lang="ko-KR" altLang="en-US" dirty="0"/>
              <a:t>의 </a:t>
            </a:r>
            <a:r>
              <a:rPr lang="en-US" altLang="ko-KR" dirty="0"/>
              <a:t>RF </a:t>
            </a:r>
            <a:r>
              <a:rPr lang="ko-KR" altLang="en-US" dirty="0"/>
              <a:t>신호를 수신한 </a:t>
            </a:r>
            <a:r>
              <a:rPr lang="en-US" altLang="ko-KR" dirty="0"/>
              <a:t>15-dB </a:t>
            </a:r>
            <a:r>
              <a:rPr lang="ko-KR" altLang="en-US" dirty="0"/>
              <a:t>전압 이득 </a:t>
            </a:r>
            <a:r>
              <a:rPr lang="en-US" altLang="ko-KR" dirty="0"/>
              <a:t>LNA</a:t>
            </a:r>
            <a:r>
              <a:rPr lang="ko-KR" altLang="en-US" dirty="0"/>
              <a:t>가 있음</a:t>
            </a:r>
            <a:endParaRPr lang="en-US" altLang="ko-KR" dirty="0"/>
          </a:p>
          <a:p>
            <a:pPr lvl="1"/>
            <a:r>
              <a:rPr lang="en-US" altLang="ko-KR" dirty="0"/>
              <a:t>50-Ω </a:t>
            </a:r>
            <a:r>
              <a:rPr lang="ko-KR" altLang="en-US" dirty="0"/>
              <a:t>시스템 가정 하에 </a:t>
            </a:r>
            <a:r>
              <a:rPr lang="en-US" altLang="ko-KR" dirty="0"/>
              <a:t>LNA</a:t>
            </a:r>
            <a:r>
              <a:rPr lang="ko-KR" altLang="en-US" dirty="0"/>
              <a:t>의 출력 </a:t>
            </a:r>
            <a:r>
              <a:rPr lang="en-US" altLang="ko-KR" dirty="0"/>
              <a:t>peak-to-peak </a:t>
            </a:r>
            <a:r>
              <a:rPr lang="ko-KR" altLang="en-US" dirty="0"/>
              <a:t>전압 스윙을 계산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풀이</a:t>
            </a:r>
            <a:endParaRPr lang="en-US" altLang="ko-KR" dirty="0"/>
          </a:p>
          <a:p>
            <a:pPr lvl="1"/>
            <a:r>
              <a:rPr lang="ko-KR" altLang="en-US" dirty="0"/>
              <a:t>입력 전력의 전압 환산</a:t>
            </a:r>
            <a:r>
              <a:rPr lang="en-US" altLang="ko-KR" dirty="0"/>
              <a:t>: -100 dBm</a:t>
            </a:r>
            <a:r>
              <a:rPr lang="ko-KR" altLang="en-US" dirty="0"/>
              <a:t>은 </a:t>
            </a:r>
            <a:r>
              <a:rPr lang="en-US" altLang="ko-KR" dirty="0"/>
              <a:t>0 dBm(632 </a:t>
            </a:r>
            <a:r>
              <a:rPr lang="en-US" altLang="ko-KR" dirty="0" err="1"/>
              <a:t>mV</a:t>
            </a:r>
            <a:r>
              <a:rPr lang="en-US" altLang="ko-KR" baseline="-25000" dirty="0" err="1"/>
              <a:t>pp</a:t>
            </a:r>
            <a:r>
              <a:rPr lang="en-US" altLang="ko-KR" dirty="0"/>
              <a:t>, 50-</a:t>
            </a:r>
            <a:r>
              <a:rPr lang="el-GR" altLang="ko-KR" dirty="0"/>
              <a:t>Ω</a:t>
            </a:r>
            <a:r>
              <a:rPr lang="en-US" altLang="ko-KR" dirty="0"/>
              <a:t> </a:t>
            </a:r>
            <a:r>
              <a:rPr lang="ko-KR" altLang="en-US" dirty="0"/>
              <a:t>기준</a:t>
            </a:r>
            <a:r>
              <a:rPr lang="en-US" altLang="ko-KR" dirty="0"/>
              <a:t>)</a:t>
            </a:r>
            <a:r>
              <a:rPr lang="ko-KR" altLang="en-US" dirty="0"/>
              <a:t>보다 </a:t>
            </a:r>
            <a:r>
              <a:rPr lang="en-US" altLang="ko-KR" dirty="0"/>
              <a:t>100 dB </a:t>
            </a:r>
            <a:r>
              <a:rPr lang="ko-KR" altLang="en-US" dirty="0"/>
              <a:t>낮은 전력 레벨임</a:t>
            </a:r>
            <a:endParaRPr lang="en-US" altLang="ko-KR" dirty="0"/>
          </a:p>
          <a:p>
            <a:pPr lvl="1"/>
            <a:r>
              <a:rPr lang="ko-KR" altLang="en-US" dirty="0"/>
              <a:t>전압 </a:t>
            </a:r>
            <a:r>
              <a:rPr lang="ko-KR" altLang="en-US" dirty="0" err="1"/>
              <a:t>감쇄율</a:t>
            </a:r>
            <a:r>
              <a:rPr lang="ko-KR" altLang="en-US" dirty="0"/>
              <a:t> 계산</a:t>
            </a:r>
            <a:r>
              <a:rPr lang="en-US" altLang="ko-KR" dirty="0"/>
              <a:t>: </a:t>
            </a:r>
            <a:r>
              <a:rPr lang="ko-KR" altLang="en-US" dirty="0"/>
              <a:t>전력 </a:t>
            </a:r>
            <a:r>
              <a:rPr lang="en-US" altLang="ko-KR" dirty="0"/>
              <a:t>100 dB </a:t>
            </a:r>
            <a:r>
              <a:rPr lang="ko-KR" altLang="en-US" dirty="0"/>
              <a:t>감소는 전압 </a:t>
            </a:r>
            <a:r>
              <a:rPr lang="en-US" altLang="ko-KR" dirty="0"/>
              <a:t>100 dB </a:t>
            </a:r>
            <a:r>
              <a:rPr lang="ko-KR" altLang="en-US" dirty="0"/>
              <a:t>감소</a:t>
            </a:r>
            <a:r>
              <a:rPr lang="en-US" altLang="ko-KR" dirty="0"/>
              <a:t>(10</a:t>
            </a:r>
            <a:r>
              <a:rPr lang="en-US" altLang="ko-KR" baseline="30000" dirty="0"/>
              <a:t>5</a:t>
            </a:r>
            <a:r>
              <a:rPr lang="ko-KR" altLang="en-US" dirty="0"/>
              <a:t>배 감소</a:t>
            </a:r>
            <a:r>
              <a:rPr lang="en-US" altLang="ko-KR" dirty="0"/>
              <a:t>)</a:t>
            </a:r>
            <a:r>
              <a:rPr lang="ko-KR" altLang="en-US" dirty="0"/>
              <a:t>를 의미함</a:t>
            </a:r>
            <a:endParaRPr lang="en-US" altLang="ko-KR" dirty="0"/>
          </a:p>
          <a:p>
            <a:pPr lvl="1"/>
            <a:r>
              <a:rPr lang="ko-KR" altLang="en-US" dirty="0"/>
              <a:t>입력 전압 스윙</a:t>
            </a:r>
            <a:r>
              <a:rPr lang="en-US" altLang="ko-KR" dirty="0"/>
              <a:t>: </a:t>
            </a:r>
            <a:r>
              <a:rPr lang="en-US" altLang="ko-KR" i="1" dirty="0" err="1"/>
              <a:t>V</a:t>
            </a:r>
            <a:r>
              <a:rPr lang="en-US" altLang="ko-KR" baseline="-25000" dirty="0" err="1"/>
              <a:t>in,pp</a:t>
            </a:r>
            <a:r>
              <a:rPr lang="en-US" altLang="ko-KR" dirty="0"/>
              <a:t> = 632 </a:t>
            </a:r>
            <a:r>
              <a:rPr lang="en-US" altLang="ko-KR" dirty="0" err="1"/>
              <a:t>mV</a:t>
            </a:r>
            <a:r>
              <a:rPr lang="en-US" altLang="ko-KR" baseline="-25000" dirty="0" err="1"/>
              <a:t>pp</a:t>
            </a:r>
            <a:r>
              <a:rPr lang="en-US" altLang="ko-KR" dirty="0"/>
              <a:t> / 10</a:t>
            </a:r>
            <a:r>
              <a:rPr lang="en-US" altLang="ko-KR" baseline="30000" dirty="0"/>
              <a:t>5</a:t>
            </a:r>
            <a:r>
              <a:rPr lang="en-US" altLang="ko-KR" dirty="0"/>
              <a:t> = 6.32 </a:t>
            </a:r>
            <a:r>
              <a:rPr lang="en-US" altLang="ko-KR" dirty="0" err="1"/>
              <a:t>uV</a:t>
            </a:r>
            <a:r>
              <a:rPr lang="en-US" altLang="ko-KR" baseline="-25000" dirty="0" err="1"/>
              <a:t>pp</a:t>
            </a:r>
            <a:r>
              <a:rPr lang="en-US" altLang="ko-KR" dirty="0"/>
              <a:t> (0.00632 </a:t>
            </a:r>
            <a:r>
              <a:rPr lang="en-US" altLang="ko-KR" dirty="0" err="1"/>
              <a:t>mV</a:t>
            </a:r>
            <a:r>
              <a:rPr lang="en-US" altLang="ko-KR" baseline="-25000" dirty="0" err="1"/>
              <a:t>pp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LNA </a:t>
            </a:r>
            <a:r>
              <a:rPr lang="ko-KR" altLang="en-US" dirty="0"/>
              <a:t>출력 스윙 산출</a:t>
            </a:r>
            <a:r>
              <a:rPr lang="en-US" altLang="ko-KR" dirty="0"/>
              <a:t>: 15 dB </a:t>
            </a:r>
            <a:r>
              <a:rPr lang="ko-KR" altLang="en-US" dirty="0"/>
              <a:t>전압 이득은 </a:t>
            </a:r>
            <a:r>
              <a:rPr lang="en-US" altLang="ko-KR" dirty="0"/>
              <a:t>10</a:t>
            </a:r>
            <a:r>
              <a:rPr lang="en-US" altLang="ko-KR" baseline="30000" dirty="0"/>
              <a:t>(15/20)</a:t>
            </a:r>
            <a:r>
              <a:rPr lang="en-US" altLang="ko-KR" dirty="0"/>
              <a:t> = 5.62</a:t>
            </a:r>
            <a:r>
              <a:rPr lang="ko-KR" altLang="en-US" dirty="0"/>
              <a:t>배 전압 증폭에 해당함</a:t>
            </a:r>
            <a:r>
              <a:rPr lang="en-US" altLang="ko-KR" dirty="0"/>
              <a:t>. </a:t>
            </a:r>
            <a:r>
              <a:rPr lang="en-US" altLang="ko-KR" dirty="0" err="1"/>
              <a:t>V</a:t>
            </a:r>
            <a:r>
              <a:rPr lang="en-US" altLang="ko-KR" baseline="-25000" dirty="0" err="1"/>
              <a:t>out,pp</a:t>
            </a:r>
            <a:r>
              <a:rPr lang="en-US" altLang="ko-KR" dirty="0"/>
              <a:t> = 6.32 </a:t>
            </a:r>
            <a:r>
              <a:rPr lang="en-US" altLang="ko-KR" dirty="0" err="1"/>
              <a:t>uV</a:t>
            </a:r>
            <a:r>
              <a:rPr lang="en-US" altLang="ko-KR" baseline="-25000" dirty="0" err="1"/>
              <a:t>pp</a:t>
            </a:r>
            <a:r>
              <a:rPr lang="en-US" altLang="ko-KR" dirty="0"/>
              <a:t> × 5.62 = 35.5 </a:t>
            </a:r>
            <a:r>
              <a:rPr lang="en-US" altLang="ko-KR" dirty="0" err="1"/>
              <a:t>uV</a:t>
            </a:r>
            <a:r>
              <a:rPr lang="en-US" altLang="ko-KR" baseline="-25000" dirty="0" err="1"/>
              <a:t>pp</a:t>
            </a:r>
            <a:endParaRPr lang="ko-KR" altLang="en-US" baseline="-250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176432-7DF6-4C78-B011-11C5C247C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8137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24C0E-9F61-4F65-AC91-2671CF944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2.1.2: Time Variance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21287D-B3FD-49E4-842E-C57536ADCF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선형성</a:t>
            </a:r>
            <a:endParaRPr lang="en-US" altLang="ko-KR" dirty="0"/>
          </a:p>
          <a:p>
            <a:pPr lvl="1"/>
            <a:r>
              <a:rPr lang="ko-KR" altLang="en-US" dirty="0"/>
              <a:t>시스템이 중첩의 원리</a:t>
            </a:r>
            <a:r>
              <a:rPr lang="en-US" altLang="ko-KR" dirty="0"/>
              <a:t>(Superposition)</a:t>
            </a:r>
            <a:r>
              <a:rPr lang="ko-KR" altLang="en-US" dirty="0"/>
              <a:t>를 만족하면 선형 시스템임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시불변성 </a:t>
            </a:r>
            <a:r>
              <a:rPr lang="en-US" altLang="ko-KR" dirty="0"/>
              <a:t>(Time-Invariant)</a:t>
            </a:r>
          </a:p>
          <a:p>
            <a:pPr lvl="1"/>
            <a:r>
              <a:rPr lang="ko-KR" altLang="en-US" dirty="0"/>
              <a:t>입력의 시간 이동이 같은 양의 출력의 시간 이동을 만듦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 err="1"/>
              <a:t>시변성</a:t>
            </a:r>
            <a:r>
              <a:rPr lang="ko-KR" altLang="en-US" dirty="0"/>
              <a:t> </a:t>
            </a:r>
            <a:r>
              <a:rPr lang="en-US" altLang="ko-KR" dirty="0"/>
              <a:t>(Time-Variant)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0714EB-E960-48B6-9D2E-1AF8562A7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C2DC118-9BA4-4B92-9434-CACAD60160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7786" y="2470800"/>
            <a:ext cx="1887021" cy="66858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37A2F19-24C2-47E5-8EED-97611753F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4332" y="2621943"/>
            <a:ext cx="3998984" cy="3200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654DD4E-0730-4FD0-85F9-0F1EFF102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4715" y="4418142"/>
            <a:ext cx="1493524" cy="32004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2D74616-6158-4940-A10D-B644B4ECA1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074" y="4418142"/>
            <a:ext cx="2371348" cy="320040"/>
          </a:xfrm>
          <a:prstGeom prst="rect">
            <a:avLst/>
          </a:prstGeom>
        </p:spPr>
      </p:pic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2328B2-0BA6-42BC-B442-CD5AAB9B62E5}"/>
              </a:ext>
            </a:extLst>
          </p:cNvPr>
          <p:cNvCxnSpPr/>
          <p:nvPr/>
        </p:nvCxnSpPr>
        <p:spPr>
          <a:xfrm>
            <a:off x="4253948" y="2781963"/>
            <a:ext cx="6460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CE04A24D-963F-4C9D-B4CA-86F5F2B06D8B}"/>
              </a:ext>
            </a:extLst>
          </p:cNvPr>
          <p:cNvCxnSpPr/>
          <p:nvPr/>
        </p:nvCxnSpPr>
        <p:spPr>
          <a:xfrm>
            <a:off x="3869635" y="4578162"/>
            <a:ext cx="6460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3839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8971A4-2DF0-4073-B05A-A32396BAA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3863AB-E71E-45E2-ACF0-B7B6EB154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578088"/>
            <a:ext cx="10515600" cy="2971799"/>
          </a:xfrm>
        </p:spPr>
        <p:txBody>
          <a:bodyPr/>
          <a:lstStyle/>
          <a:p>
            <a:pPr lvl="1"/>
            <a:r>
              <a:rPr lang="en-US" altLang="ko-KR" dirty="0"/>
              <a:t>(a) </a:t>
            </a:r>
            <a:r>
              <a:rPr lang="ko-KR" altLang="en-US" dirty="0"/>
              <a:t>간단한 스위치 회로</a:t>
            </a:r>
            <a:endParaRPr lang="en-US" altLang="ko-KR" dirty="0"/>
          </a:p>
          <a:p>
            <a:pPr lvl="1"/>
            <a:r>
              <a:rPr lang="en-US" altLang="ko-KR" dirty="0"/>
              <a:t>(b) </a:t>
            </a:r>
            <a:r>
              <a:rPr lang="en-US" altLang="ko-KR" i="1" dirty="0"/>
              <a:t>V</a:t>
            </a:r>
            <a:r>
              <a:rPr lang="en-US" altLang="ko-KR" baseline="-25000" dirty="0"/>
              <a:t>in1</a:t>
            </a:r>
            <a:r>
              <a:rPr lang="ko-KR" altLang="en-US" dirty="0"/>
              <a:t>을 입력으로 간주</a:t>
            </a:r>
            <a:endParaRPr lang="en-US" altLang="ko-KR" dirty="0"/>
          </a:p>
          <a:p>
            <a:pPr lvl="2"/>
            <a:r>
              <a:rPr lang="ko-KR" altLang="en-US" dirty="0"/>
              <a:t>비선형</a:t>
            </a:r>
            <a:r>
              <a:rPr lang="en-US" altLang="ko-KR" dirty="0"/>
              <a:t>: </a:t>
            </a:r>
            <a:r>
              <a:rPr lang="en-US" altLang="ko-KR" i="1" dirty="0" err="1"/>
              <a:t>V</a:t>
            </a:r>
            <a:r>
              <a:rPr lang="en-US" altLang="ko-KR" baseline="-25000" dirty="0" err="1"/>
              <a:t>out</a:t>
            </a:r>
            <a:r>
              <a:rPr lang="ko-KR" altLang="en-US" dirty="0"/>
              <a:t>은 </a:t>
            </a:r>
            <a:r>
              <a:rPr lang="en-US" altLang="ko-KR" i="1" dirty="0"/>
              <a:t>V</a:t>
            </a:r>
            <a:r>
              <a:rPr lang="en-US" altLang="ko-KR" baseline="-25000" dirty="0"/>
              <a:t>in1</a:t>
            </a:r>
            <a:r>
              <a:rPr lang="ko-KR" altLang="en-US" dirty="0"/>
              <a:t>의 진폭에 무관함</a:t>
            </a:r>
            <a:endParaRPr lang="en-US" altLang="ko-KR" dirty="0"/>
          </a:p>
          <a:p>
            <a:pPr lvl="2"/>
            <a:r>
              <a:rPr lang="ko-KR" altLang="en-US" dirty="0" err="1"/>
              <a:t>시변성</a:t>
            </a:r>
            <a:r>
              <a:rPr lang="en-US" altLang="ko-KR" dirty="0"/>
              <a:t>: </a:t>
            </a:r>
            <a:r>
              <a:rPr lang="en-US" altLang="ko-KR" i="1" dirty="0" err="1"/>
              <a:t>V</a:t>
            </a:r>
            <a:r>
              <a:rPr lang="en-US" altLang="ko-KR" baseline="-25000" dirty="0" err="1"/>
              <a:t>out</a:t>
            </a:r>
            <a:r>
              <a:rPr lang="ko-KR" altLang="en-US" dirty="0"/>
              <a:t>이 </a:t>
            </a:r>
            <a:r>
              <a:rPr lang="en-US" altLang="ko-KR" i="1" dirty="0"/>
              <a:t>V</a:t>
            </a:r>
            <a:r>
              <a:rPr lang="en-US" altLang="ko-KR" baseline="-25000" dirty="0"/>
              <a:t>in2</a:t>
            </a:r>
            <a:r>
              <a:rPr lang="ko-KR" altLang="en-US" dirty="0"/>
              <a:t>에 영향을 받음 </a:t>
            </a:r>
            <a:endParaRPr lang="en-US" altLang="ko-KR" dirty="0"/>
          </a:p>
          <a:p>
            <a:pPr lvl="3"/>
            <a:r>
              <a:rPr lang="en-US" altLang="ko-KR" i="1" dirty="0"/>
              <a:t>V</a:t>
            </a:r>
            <a:r>
              <a:rPr lang="en-US" altLang="ko-KR" baseline="-25000" dirty="0"/>
              <a:t>in</a:t>
            </a:r>
            <a:r>
              <a:rPr lang="en-US" altLang="ko-KR" dirty="0"/>
              <a:t>: </a:t>
            </a:r>
            <a:r>
              <a:rPr lang="ko-KR" altLang="en-US" dirty="0" err="1"/>
              <a:t>양전압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i="1" dirty="0" err="1">
                <a:sym typeface="Wingdings" panose="05000000000000000000" pitchFamily="2" charset="2"/>
              </a:rPr>
              <a:t>V</a:t>
            </a:r>
            <a:r>
              <a:rPr lang="en-US" altLang="ko-KR" baseline="-25000" dirty="0" err="1">
                <a:sym typeface="Wingdings" panose="05000000000000000000" pitchFamily="2" charset="2"/>
              </a:rPr>
              <a:t>out</a:t>
            </a:r>
            <a:r>
              <a:rPr lang="en-US" altLang="ko-KR" dirty="0">
                <a:sym typeface="Wingdings" panose="05000000000000000000" pitchFamily="2" charset="2"/>
              </a:rPr>
              <a:t> = </a:t>
            </a:r>
            <a:r>
              <a:rPr lang="en-US" altLang="ko-KR" i="1" dirty="0">
                <a:sym typeface="Wingdings" panose="05000000000000000000" pitchFamily="2" charset="2"/>
              </a:rPr>
              <a:t>V</a:t>
            </a:r>
            <a:r>
              <a:rPr lang="en-US" altLang="ko-KR" baseline="-25000" dirty="0">
                <a:sym typeface="Wingdings" panose="05000000000000000000" pitchFamily="2" charset="2"/>
              </a:rPr>
              <a:t>in2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en-US" altLang="ko-KR" i="1" dirty="0">
                <a:sym typeface="Wingdings" panose="05000000000000000000" pitchFamily="2" charset="2"/>
              </a:rPr>
              <a:t>V</a:t>
            </a:r>
            <a:r>
              <a:rPr lang="en-US" altLang="ko-KR" baseline="-25000" dirty="0">
                <a:sym typeface="Wingdings" panose="05000000000000000000" pitchFamily="2" charset="2"/>
              </a:rPr>
              <a:t>in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 err="1">
                <a:sym typeface="Wingdings" panose="05000000000000000000" pitchFamily="2" charset="2"/>
              </a:rPr>
              <a:t>음전압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i="1" dirty="0" err="1">
                <a:sym typeface="Wingdings" panose="05000000000000000000" pitchFamily="2" charset="2"/>
              </a:rPr>
              <a:t>V</a:t>
            </a:r>
            <a:r>
              <a:rPr lang="en-US" altLang="ko-KR" baseline="-25000" dirty="0" err="1">
                <a:sym typeface="Wingdings" panose="05000000000000000000" pitchFamily="2" charset="2"/>
              </a:rPr>
              <a:t>out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=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0</a:t>
            </a: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(c) </a:t>
            </a:r>
            <a:r>
              <a:rPr lang="en-US" altLang="ko-KR" i="1" dirty="0">
                <a:sym typeface="Wingdings" panose="05000000000000000000" pitchFamily="2" charset="2"/>
              </a:rPr>
              <a:t>V</a:t>
            </a:r>
            <a:r>
              <a:rPr lang="en-US" altLang="ko-KR" baseline="-25000" dirty="0">
                <a:sym typeface="Wingdings" panose="05000000000000000000" pitchFamily="2" charset="2"/>
              </a:rPr>
              <a:t>in2</a:t>
            </a:r>
            <a:r>
              <a:rPr lang="ko-KR" altLang="en-US" dirty="0">
                <a:sym typeface="Wingdings" panose="05000000000000000000" pitchFamily="2" charset="2"/>
              </a:rPr>
              <a:t>를 입력으로 간주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선형</a:t>
            </a:r>
            <a:r>
              <a:rPr lang="en-US" altLang="ko-KR" dirty="0">
                <a:sym typeface="Wingdings" panose="05000000000000000000" pitchFamily="2" charset="2"/>
              </a:rPr>
              <a:t>:  </a:t>
            </a:r>
            <a:r>
              <a:rPr lang="en-US" altLang="ko-KR" i="1" dirty="0" err="1">
                <a:sym typeface="Wingdings" panose="05000000000000000000" pitchFamily="2" charset="2"/>
              </a:rPr>
              <a:t>V</a:t>
            </a:r>
            <a:r>
              <a:rPr lang="en-US" altLang="ko-KR" baseline="-25000" dirty="0" err="1">
                <a:sym typeface="Wingdings" panose="05000000000000000000" pitchFamily="2" charset="2"/>
              </a:rPr>
              <a:t>out</a:t>
            </a:r>
            <a:r>
              <a:rPr lang="en-US" altLang="ko-KR" dirty="0">
                <a:sym typeface="Wingdings" panose="05000000000000000000" pitchFamily="2" charset="2"/>
              </a:rPr>
              <a:t> = </a:t>
            </a:r>
            <a:r>
              <a:rPr lang="en-US" altLang="ko-KR" i="1" dirty="0">
                <a:sym typeface="Wingdings" panose="05000000000000000000" pitchFamily="2" charset="2"/>
              </a:rPr>
              <a:t>V</a:t>
            </a:r>
            <a:r>
              <a:rPr lang="en-US" altLang="ko-KR" baseline="-25000" dirty="0">
                <a:sym typeface="Wingdings" panose="05000000000000000000" pitchFamily="2" charset="2"/>
              </a:rPr>
              <a:t>in2</a:t>
            </a:r>
            <a:r>
              <a:rPr lang="en-US" altLang="ko-KR" dirty="0">
                <a:sym typeface="Wingdings" panose="05000000000000000000" pitchFamily="2" charset="2"/>
              </a:rPr>
              <a:t> (</a:t>
            </a:r>
            <a:r>
              <a:rPr lang="ko-KR" altLang="en-US" dirty="0">
                <a:sym typeface="Wingdings" panose="05000000000000000000" pitchFamily="2" charset="2"/>
              </a:rPr>
              <a:t>예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en-US" altLang="ko-KR" i="1" dirty="0">
                <a:sym typeface="Wingdings" panose="05000000000000000000" pitchFamily="2" charset="2"/>
              </a:rPr>
              <a:t>V</a:t>
            </a:r>
            <a:r>
              <a:rPr lang="en-US" altLang="ko-KR" baseline="-25000" dirty="0">
                <a:sym typeface="Wingdings" panose="05000000000000000000" pitchFamily="2" charset="2"/>
              </a:rPr>
              <a:t>in2</a:t>
            </a:r>
            <a:r>
              <a:rPr lang="ko-KR" altLang="en-US" dirty="0">
                <a:sym typeface="Wingdings" panose="05000000000000000000" pitchFamily="2" charset="2"/>
              </a:rPr>
              <a:t>의 진폭을 두배로 늘리면  </a:t>
            </a:r>
            <a:r>
              <a:rPr lang="en-US" altLang="ko-KR" i="1" dirty="0" err="1">
                <a:sym typeface="Wingdings" panose="05000000000000000000" pitchFamily="2" charset="2"/>
              </a:rPr>
              <a:t>V</a:t>
            </a:r>
            <a:r>
              <a:rPr lang="en-US" altLang="ko-KR" baseline="-25000" dirty="0" err="1">
                <a:sym typeface="Wingdings" panose="05000000000000000000" pitchFamily="2" charset="2"/>
              </a:rPr>
              <a:t>out</a:t>
            </a:r>
            <a:r>
              <a:rPr lang="ko-KR" altLang="en-US" dirty="0">
                <a:sym typeface="Wingdings" panose="05000000000000000000" pitchFamily="2" charset="2"/>
              </a:rPr>
              <a:t>이 두배로 증가함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</a:p>
          <a:p>
            <a:pPr lvl="2"/>
            <a:r>
              <a:rPr lang="ko-KR" altLang="en-US" dirty="0" err="1"/>
              <a:t>시변성</a:t>
            </a:r>
            <a:r>
              <a:rPr lang="ko-KR" altLang="en-US" dirty="0"/>
              <a:t> </a:t>
            </a:r>
            <a:r>
              <a:rPr lang="en-US" altLang="ko-KR" dirty="0"/>
              <a:t>:  </a:t>
            </a:r>
            <a:r>
              <a:rPr lang="en-US" altLang="ko-KR" i="1" dirty="0"/>
              <a:t>V</a:t>
            </a:r>
            <a:r>
              <a:rPr lang="en-US" altLang="ko-KR" baseline="-25000" dirty="0"/>
              <a:t>in1</a:t>
            </a:r>
            <a:r>
              <a:rPr lang="ko-KR" altLang="en-US" dirty="0"/>
              <a:t>이 </a:t>
            </a:r>
            <a:r>
              <a:rPr lang="en-US" altLang="ko-KR" i="1" dirty="0" err="1"/>
              <a:t>V</a:t>
            </a:r>
            <a:r>
              <a:rPr lang="en-US" altLang="ko-KR" baseline="-25000" dirty="0" err="1"/>
              <a:t>out</a:t>
            </a:r>
            <a:r>
              <a:rPr lang="ko-KR" altLang="en-US" dirty="0"/>
              <a:t>에 영향을 줌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C19B0B-1BBE-4263-BCDD-8AD683208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C779F13-8A2F-4AA6-81CF-EC0E9087E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080" y="1279688"/>
            <a:ext cx="7841840" cy="224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331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E65E61-9C8D-41B9-9C91-98C007AB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 2.3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A4DBB4-BB6F-4590-A399-F8AB0A008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ko-KR" altLang="en-US" dirty="0"/>
              <a:t>문제</a:t>
            </a:r>
            <a:endParaRPr lang="en-US" altLang="ko-KR" dirty="0"/>
          </a:p>
          <a:p>
            <a:pPr lvl="2"/>
            <a:r>
              <a:rPr lang="en-US" altLang="ko-KR" i="1" dirty="0"/>
              <a:t>v</a:t>
            </a:r>
            <a:r>
              <a:rPr lang="en-US" altLang="ko-KR" baseline="-25000" dirty="0"/>
              <a:t>in1</a:t>
            </a:r>
            <a:r>
              <a:rPr lang="en-US" altLang="ko-KR" dirty="0"/>
              <a:t> = </a:t>
            </a:r>
            <a:r>
              <a:rPr lang="en-US" altLang="ko-KR" i="1" dirty="0"/>
              <a:t>A</a:t>
            </a:r>
            <a:r>
              <a:rPr lang="en-US" altLang="ko-KR" baseline="-25000" dirty="0"/>
              <a:t>1</a:t>
            </a:r>
            <a:r>
              <a:rPr lang="en-US" altLang="ko-KR" dirty="0"/>
              <a:t>cos(</a:t>
            </a:r>
            <a:r>
              <a:rPr lang="el-GR" altLang="ko-KR" dirty="0"/>
              <a:t>ω</a:t>
            </a:r>
            <a:r>
              <a:rPr lang="en-US" altLang="ko-KR" baseline="-25000" dirty="0"/>
              <a:t>1</a:t>
            </a:r>
            <a:r>
              <a:rPr lang="en-US" altLang="ko-KR" i="1" dirty="0"/>
              <a:t>t</a:t>
            </a:r>
            <a:r>
              <a:rPr lang="en-US" altLang="ko-KR" dirty="0"/>
              <a:t>) (</a:t>
            </a:r>
            <a:r>
              <a:rPr lang="ko-KR" altLang="en-US" dirty="0"/>
              <a:t>스위치 구동</a:t>
            </a:r>
            <a:r>
              <a:rPr lang="en-US" altLang="ko-KR" dirty="0"/>
              <a:t>)</a:t>
            </a:r>
            <a:r>
              <a:rPr lang="ko-KR" altLang="en-US" dirty="0"/>
              <a:t>이고 </a:t>
            </a:r>
            <a:r>
              <a:rPr lang="en-US" altLang="ko-KR" i="1" dirty="0"/>
              <a:t>v</a:t>
            </a:r>
            <a:r>
              <a:rPr lang="en-US" altLang="ko-KR" baseline="-25000" dirty="0"/>
              <a:t>in2</a:t>
            </a:r>
            <a:r>
              <a:rPr lang="en-US" altLang="ko-KR" dirty="0"/>
              <a:t> = </a:t>
            </a:r>
            <a:r>
              <a:rPr lang="en-US" altLang="ko-KR" i="1" dirty="0"/>
              <a:t>A</a:t>
            </a:r>
            <a:r>
              <a:rPr lang="en-US" altLang="ko-KR" baseline="-25000" dirty="0"/>
              <a:t>2</a:t>
            </a:r>
            <a:r>
              <a:rPr lang="en-US" altLang="ko-KR" dirty="0"/>
              <a:t>cos(1.25</a:t>
            </a:r>
            <a:r>
              <a:rPr lang="el-GR" altLang="ko-KR" dirty="0"/>
              <a:t>ω</a:t>
            </a:r>
            <a:r>
              <a:rPr lang="en-US" altLang="ko-KR" baseline="-25000" dirty="0"/>
              <a:t>1</a:t>
            </a:r>
            <a:r>
              <a:rPr lang="en-US" altLang="ko-KR" i="1" dirty="0"/>
              <a:t>t</a:t>
            </a:r>
            <a:r>
              <a:rPr lang="en-US" altLang="ko-KR" dirty="0"/>
              <a:t>) </a:t>
            </a:r>
            <a:r>
              <a:rPr lang="ko-KR" altLang="en-US" dirty="0"/>
              <a:t>일 때 출력 파형과 생성되는 주파수를 도시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풀이</a:t>
            </a:r>
            <a:endParaRPr lang="en-US" altLang="ko-KR" dirty="0"/>
          </a:p>
          <a:p>
            <a:pPr lvl="2"/>
            <a:r>
              <a:rPr lang="ko-KR" altLang="en-US" dirty="0"/>
              <a:t>스위치 동작 조건</a:t>
            </a:r>
            <a:r>
              <a:rPr lang="en-US" altLang="ko-KR" dirty="0"/>
              <a:t>: </a:t>
            </a:r>
            <a:r>
              <a:rPr lang="en-US" altLang="ko-KR" i="1" dirty="0"/>
              <a:t>v</a:t>
            </a:r>
            <a:r>
              <a:rPr lang="en-US" altLang="ko-KR" baseline="-25000" dirty="0"/>
              <a:t>in1</a:t>
            </a:r>
            <a:r>
              <a:rPr lang="en-US" altLang="ko-KR" dirty="0"/>
              <a:t> &gt; 0</a:t>
            </a:r>
            <a:r>
              <a:rPr lang="ko-KR" altLang="en-US" dirty="0"/>
              <a:t>일 때 스위치가 닫혀 </a:t>
            </a:r>
            <a:r>
              <a:rPr lang="en-US" altLang="ko-KR" i="1" dirty="0" err="1"/>
              <a:t>v</a:t>
            </a:r>
            <a:r>
              <a:rPr lang="en-US" altLang="ko-KR" baseline="-25000" dirty="0" err="1"/>
              <a:t>out</a:t>
            </a:r>
            <a:r>
              <a:rPr lang="en-US" altLang="ko-KR" dirty="0"/>
              <a:t> = </a:t>
            </a:r>
            <a:r>
              <a:rPr lang="en-US" altLang="ko-KR" i="1" dirty="0"/>
              <a:t>v</a:t>
            </a:r>
            <a:r>
              <a:rPr lang="en-US" altLang="ko-KR" baseline="-25000" dirty="0"/>
              <a:t>in2</a:t>
            </a:r>
            <a:r>
              <a:rPr lang="ko-KR" altLang="en-US" dirty="0"/>
              <a:t>가 되고</a:t>
            </a:r>
            <a:r>
              <a:rPr lang="en-US" altLang="ko-KR" dirty="0"/>
              <a:t>, </a:t>
            </a:r>
            <a:r>
              <a:rPr lang="en-US" altLang="ko-KR" i="1" dirty="0"/>
              <a:t>v</a:t>
            </a:r>
            <a:r>
              <a:rPr lang="en-US" altLang="ko-KR" baseline="-25000" dirty="0"/>
              <a:t>in1</a:t>
            </a:r>
            <a:r>
              <a:rPr lang="en-US" altLang="ko-KR" dirty="0"/>
              <a:t> &lt; 0</a:t>
            </a:r>
            <a:r>
              <a:rPr lang="ko-KR" altLang="en-US" dirty="0"/>
              <a:t>일 때 열려 </a:t>
            </a:r>
            <a:r>
              <a:rPr lang="en-US" altLang="ko-KR" i="1" dirty="0" err="1"/>
              <a:t>v</a:t>
            </a:r>
            <a:r>
              <a:rPr lang="en-US" altLang="ko-KR" baseline="-25000" dirty="0" err="1"/>
              <a:t>out</a:t>
            </a:r>
            <a:r>
              <a:rPr lang="en-US" altLang="ko-KR" dirty="0"/>
              <a:t> = 0</a:t>
            </a:r>
            <a:r>
              <a:rPr lang="ko-KR" altLang="en-US" dirty="0"/>
              <a:t>이 됨</a:t>
            </a:r>
            <a:endParaRPr lang="en-US" altLang="ko-KR" dirty="0"/>
          </a:p>
          <a:p>
            <a:pPr lvl="2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9321E0-F550-42AC-8634-1002B39A4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A788850-644F-44E9-9C69-E15234F93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524" y="3742612"/>
            <a:ext cx="3632951" cy="297886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9D2CDAA-708A-4981-A4CA-EEE8CC11A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415" y="136525"/>
            <a:ext cx="4936920" cy="141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668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C7C432-F474-4066-9C89-0AB8BB8B7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7E8BC3-81A0-43F4-845F-E36D0C5369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ko-KR" altLang="en-US" dirty="0"/>
              <a:t>위의 스위칭 회로는 </a:t>
            </a:r>
            <a:r>
              <a:rPr lang="en-US" altLang="ko-KR" dirty="0"/>
              <a:t>RF mixer</a:t>
            </a:r>
            <a:r>
              <a:rPr lang="ko-KR" altLang="en-US" dirty="0"/>
              <a:t>가 됨</a:t>
            </a:r>
            <a:endParaRPr lang="en-US" altLang="ko-KR" dirty="0"/>
          </a:p>
          <a:p>
            <a:pPr lvl="2"/>
            <a:r>
              <a:rPr lang="ko-KR" altLang="en-US" dirty="0"/>
              <a:t>예제 </a:t>
            </a:r>
            <a:r>
              <a:rPr lang="en-US" altLang="ko-KR" dirty="0"/>
              <a:t>2.3</a:t>
            </a:r>
            <a:r>
              <a:rPr lang="ko-KR" altLang="en-US" dirty="0"/>
              <a:t>을 식으로 표현</a:t>
            </a:r>
            <a:endParaRPr lang="en-US" altLang="ko-KR" dirty="0"/>
          </a:p>
          <a:p>
            <a:pPr lvl="3"/>
            <a:r>
              <a:rPr lang="en-US" altLang="ko-KR" i="1" dirty="0"/>
              <a:t>S</a:t>
            </a:r>
            <a:r>
              <a:rPr lang="en-US" altLang="ko-KR" dirty="0"/>
              <a:t>(</a:t>
            </a:r>
            <a:r>
              <a:rPr lang="en-US" altLang="ko-KR" i="1" dirty="0"/>
              <a:t>t</a:t>
            </a:r>
            <a:r>
              <a:rPr lang="en-US" altLang="ko-KR" dirty="0"/>
              <a:t>): </a:t>
            </a:r>
            <a:r>
              <a:rPr lang="ko-KR" altLang="en-US" dirty="0"/>
              <a:t>사각파의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이 </a:t>
            </a:r>
            <a:r>
              <a:rPr lang="en-US" altLang="ko-KR" i="1" dirty="0"/>
              <a:t>f</a:t>
            </a:r>
            <a:r>
              <a:rPr lang="en-US" altLang="ko-KR" baseline="-25000" dirty="0"/>
              <a:t>1</a:t>
            </a:r>
            <a:r>
              <a:rPr lang="en-US" altLang="ko-KR" dirty="0"/>
              <a:t> = </a:t>
            </a:r>
            <a:r>
              <a:rPr lang="el-GR" altLang="ko-KR" dirty="0"/>
              <a:t>ω</a:t>
            </a:r>
            <a:r>
              <a:rPr lang="en-US" altLang="ko-KR" baseline="-25000" dirty="0"/>
              <a:t>1</a:t>
            </a:r>
            <a:r>
              <a:rPr lang="en-US" altLang="ko-KR" dirty="0"/>
              <a:t>/(2</a:t>
            </a:r>
            <a:r>
              <a:rPr lang="el-GR" altLang="ko-KR" dirty="0"/>
              <a:t>π</a:t>
            </a:r>
            <a:r>
              <a:rPr lang="en-US" altLang="ko-KR" dirty="0"/>
              <a:t>)</a:t>
            </a:r>
            <a:r>
              <a:rPr lang="ko-KR" altLang="en-US" dirty="0"/>
              <a:t>의 주파수로 바뀌는 것을 의미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93A46F-4A0B-4EFF-B5B6-407EC6650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37948F9-3870-4844-97E7-E0C4A48710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29" y="1759679"/>
            <a:ext cx="2535942" cy="32004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49F5E91-A012-4FA4-B74B-E383CB893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064" y="3022147"/>
            <a:ext cx="2535942" cy="32004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BE8C1D0-39AF-4C54-A696-2AA59A3CC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3235" y="2502928"/>
            <a:ext cx="5282194" cy="1524004"/>
          </a:xfrm>
          <a:prstGeom prst="rect">
            <a:avLst/>
          </a:prstGeom>
        </p:spPr>
      </p:pic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496D82D-951C-4871-A9E3-E7B17B92BF84}"/>
              </a:ext>
            </a:extLst>
          </p:cNvPr>
          <p:cNvCxnSpPr>
            <a:cxnSpLocks/>
          </p:cNvCxnSpPr>
          <p:nvPr/>
        </p:nvCxnSpPr>
        <p:spPr>
          <a:xfrm>
            <a:off x="4413899" y="3210379"/>
            <a:ext cx="16821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3E9B1C6-6635-48FC-B579-6E477FA89603}"/>
              </a:ext>
            </a:extLst>
          </p:cNvPr>
          <p:cNvSpPr txBox="1"/>
          <p:nvPr/>
        </p:nvSpPr>
        <p:spPr>
          <a:xfrm>
            <a:off x="4147006" y="3411469"/>
            <a:ext cx="2598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주파수 도메인으로 변환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4C47C00-DAC0-4EF3-A355-0994DAB74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7130" y="4300694"/>
            <a:ext cx="7177739" cy="219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911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1D357A-0089-4739-8442-9355510B1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2.1.3: Nonlinearity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625AE5-4CE4-4306-B583-EE80D9869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“Memoryless”</a:t>
            </a:r>
            <a:r>
              <a:rPr lang="ko-KR" altLang="en-US" dirty="0"/>
              <a:t> 혹은 </a:t>
            </a:r>
            <a:r>
              <a:rPr lang="en-US" altLang="ko-KR" dirty="0"/>
              <a:t>“Static” </a:t>
            </a:r>
            <a:r>
              <a:rPr lang="ko-KR" altLang="en-US" dirty="0"/>
              <a:t>시스템</a:t>
            </a:r>
            <a:endParaRPr lang="en-US" altLang="ko-KR" dirty="0"/>
          </a:p>
          <a:p>
            <a:pPr lvl="1"/>
            <a:r>
              <a:rPr lang="ko-KR" altLang="en-US" dirty="0"/>
              <a:t>출력이 과거의 </a:t>
            </a:r>
            <a:r>
              <a:rPr lang="ko-KR" altLang="en-US" dirty="0" err="1"/>
              <a:t>입력값에</a:t>
            </a:r>
            <a:r>
              <a:rPr lang="ko-KR" altLang="en-US" dirty="0"/>
              <a:t> 의존하지 않음</a:t>
            </a:r>
            <a:endParaRPr lang="en-US" altLang="ko-KR" dirty="0"/>
          </a:p>
          <a:p>
            <a:r>
              <a:rPr lang="ko-KR" altLang="en-US" dirty="0"/>
              <a:t>메모리리스 선형 시스템</a:t>
            </a:r>
            <a:r>
              <a:rPr lang="en-US" altLang="ko-KR" dirty="0"/>
              <a:t>: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메모리리스 비선형 시스템</a:t>
            </a:r>
            <a:endParaRPr lang="en-US" altLang="ko-KR" dirty="0"/>
          </a:p>
          <a:p>
            <a:pPr lvl="1"/>
            <a:r>
              <a:rPr lang="ko-KR" altLang="en-US" dirty="0"/>
              <a:t>출력이 현재 입력에만 의존할 때 테일러 급수로 근사 전개</a:t>
            </a:r>
            <a:r>
              <a:rPr lang="en-US" altLang="ko-KR" dirty="0"/>
              <a:t> </a:t>
            </a:r>
            <a:r>
              <a:rPr lang="ko-KR" altLang="en-US" dirty="0"/>
              <a:t>가능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예</a:t>
            </a:r>
            <a:r>
              <a:rPr lang="en-US" altLang="ko-KR" dirty="0"/>
              <a:t>: Common-source </a:t>
            </a:r>
            <a:r>
              <a:rPr lang="ko-KR" altLang="en-US" dirty="0"/>
              <a:t>증폭기의 경우</a:t>
            </a:r>
            <a:r>
              <a:rPr lang="en-US" altLang="ko-KR" dirty="0"/>
              <a:t> 2</a:t>
            </a:r>
            <a:r>
              <a:rPr lang="ko-KR" altLang="en-US" dirty="0"/>
              <a:t>차 비선형성을 보임</a:t>
            </a:r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2BC4FE-6402-445D-832A-471F23CFB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34C0866-2C63-4B31-8DC2-0D74966B5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4896" y="2346189"/>
            <a:ext cx="1459994" cy="32004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9B8EFBF-CEC4-44EC-AE38-1CB7399E2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3181" y="4098134"/>
            <a:ext cx="5041402" cy="35661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A7735FF-C01C-458F-9D31-C2D8D3E6CF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7105" y="5263836"/>
            <a:ext cx="4733554" cy="89611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8EBBF05-E94D-4237-8906-8A69975A6A4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9211"/>
          <a:stretch/>
        </p:blipFill>
        <p:spPr>
          <a:xfrm>
            <a:off x="9669595" y="4454750"/>
            <a:ext cx="2276190" cy="196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140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E06958-C4F4-4E0B-B8D9-430D2281F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29D1FC-4B51-4A03-8018-CEC404B73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 err="1"/>
              <a:t>차동</a:t>
            </a:r>
            <a:r>
              <a:rPr lang="ko-KR" altLang="en-US" dirty="0"/>
              <a:t> 쌍의 경우</a:t>
            </a:r>
            <a:endParaRPr lang="en-US" altLang="ko-KR" dirty="0"/>
          </a:p>
          <a:p>
            <a:pPr lvl="1"/>
            <a:r>
              <a:rPr lang="ko-KR" altLang="en-US" sz="2400" dirty="0">
                <a:solidFill>
                  <a:srgbClr val="1A202C"/>
                </a:solidFill>
                <a:latin typeface="Arial"/>
              </a:rPr>
              <a:t>기함수 대칭성</a:t>
            </a:r>
            <a:r>
              <a:rPr lang="en-US" altLang="ko-KR" sz="2400" dirty="0">
                <a:solidFill>
                  <a:srgbClr val="1A202C"/>
                </a:solidFill>
                <a:latin typeface="Arial"/>
              </a:rPr>
              <a:t>:</a:t>
            </a:r>
            <a:r>
              <a:rPr lang="en-US" altLang="ko-KR" sz="2400" b="1" dirty="0">
                <a:solidFill>
                  <a:srgbClr val="1A202C"/>
                </a:solidFill>
                <a:latin typeface="Arial"/>
              </a:rPr>
              <a:t> </a:t>
            </a:r>
            <a:r>
              <a:rPr lang="ko-KR" altLang="en-US" sz="2400" b="0" dirty="0" err="1">
                <a:solidFill>
                  <a:srgbClr val="1A202C"/>
                </a:solidFill>
                <a:latin typeface="Arial"/>
              </a:rPr>
              <a:t>차동</a:t>
            </a:r>
            <a:r>
              <a:rPr lang="ko-KR" altLang="en-US" sz="2400" b="0" dirty="0">
                <a:solidFill>
                  <a:srgbClr val="1A202C"/>
                </a:solidFill>
                <a:latin typeface="Arial"/>
              </a:rPr>
              <a:t> 쌍</a:t>
            </a:r>
            <a:r>
              <a:rPr lang="en-US" altLang="ko-KR" sz="2400" b="0" dirty="0">
                <a:solidFill>
                  <a:srgbClr val="1A202C"/>
                </a:solidFill>
                <a:latin typeface="Arial"/>
              </a:rPr>
              <a:t>(Differential Pair)</a:t>
            </a:r>
            <a:r>
              <a:rPr lang="ko-KR" altLang="en-US" sz="2400" b="0" dirty="0">
                <a:solidFill>
                  <a:srgbClr val="1A202C"/>
                </a:solidFill>
                <a:latin typeface="Arial"/>
              </a:rPr>
              <a:t>은 완벽한 원점 대칭 입출력 특성을 가짐</a:t>
            </a:r>
            <a:endParaRPr lang="en-US" altLang="ko-KR" sz="2400" b="0" dirty="0">
              <a:solidFill>
                <a:srgbClr val="1A202C"/>
              </a:solidFill>
              <a:latin typeface="Arial"/>
            </a:endParaRPr>
          </a:p>
          <a:p>
            <a:pPr lvl="1"/>
            <a:r>
              <a:rPr lang="ko-KR" altLang="en-US" sz="2400" dirty="0">
                <a:solidFill>
                  <a:srgbClr val="1A202C"/>
                </a:solidFill>
                <a:latin typeface="Arial"/>
              </a:rPr>
              <a:t>기함수 조건 </a:t>
            </a:r>
            <a:r>
              <a:rPr lang="en-US" altLang="ko-KR" sz="2400" i="1" dirty="0">
                <a:solidFill>
                  <a:srgbClr val="1A202C"/>
                </a:solidFill>
                <a:latin typeface="Arial"/>
              </a:rPr>
              <a:t>f</a:t>
            </a:r>
            <a:r>
              <a:rPr lang="en-US" altLang="ko-KR" sz="2400" dirty="0">
                <a:solidFill>
                  <a:srgbClr val="1A202C"/>
                </a:solidFill>
                <a:latin typeface="Arial"/>
              </a:rPr>
              <a:t>(-</a:t>
            </a:r>
            <a:r>
              <a:rPr lang="en-US" altLang="ko-KR" sz="2400" i="1" dirty="0">
                <a:solidFill>
                  <a:srgbClr val="1A202C"/>
                </a:solidFill>
                <a:latin typeface="Arial"/>
              </a:rPr>
              <a:t>x</a:t>
            </a:r>
            <a:r>
              <a:rPr lang="en-US" altLang="ko-KR" sz="2400" dirty="0">
                <a:solidFill>
                  <a:srgbClr val="1A202C"/>
                </a:solidFill>
                <a:latin typeface="Arial"/>
              </a:rPr>
              <a:t>) = -</a:t>
            </a:r>
            <a:r>
              <a:rPr lang="en-US" altLang="ko-KR" sz="2400" i="1" dirty="0">
                <a:solidFill>
                  <a:srgbClr val="1A202C"/>
                </a:solidFill>
                <a:latin typeface="Arial"/>
              </a:rPr>
              <a:t>f</a:t>
            </a:r>
            <a:r>
              <a:rPr lang="en-US" altLang="ko-KR" sz="2400" dirty="0">
                <a:solidFill>
                  <a:srgbClr val="1A202C"/>
                </a:solidFill>
                <a:latin typeface="Arial"/>
              </a:rPr>
              <a:t>(</a:t>
            </a:r>
            <a:r>
              <a:rPr lang="en-US" altLang="ko-KR" sz="2400" i="1" dirty="0">
                <a:solidFill>
                  <a:srgbClr val="1A202C"/>
                </a:solidFill>
                <a:latin typeface="Arial"/>
              </a:rPr>
              <a:t>x</a:t>
            </a:r>
            <a:r>
              <a:rPr lang="en-US" altLang="ko-KR" sz="2400" dirty="0">
                <a:solidFill>
                  <a:srgbClr val="1A202C"/>
                </a:solidFill>
                <a:latin typeface="Arial"/>
              </a:rPr>
              <a:t>):</a:t>
            </a:r>
            <a:r>
              <a:rPr lang="en-US" altLang="ko-KR" sz="2400" b="1" dirty="0">
                <a:solidFill>
                  <a:srgbClr val="1A202C"/>
                </a:solidFill>
                <a:latin typeface="Arial"/>
              </a:rPr>
              <a:t> </a:t>
            </a:r>
            <a:r>
              <a:rPr lang="ko-KR" altLang="en-US" sz="2400" b="0" dirty="0">
                <a:solidFill>
                  <a:srgbClr val="1A202C"/>
                </a:solidFill>
                <a:latin typeface="Arial"/>
              </a:rPr>
              <a:t>테일러 전개에서 모든 </a:t>
            </a:r>
            <a:r>
              <a:rPr lang="ko-KR" altLang="en-US" sz="2400" b="0" dirty="0" err="1">
                <a:solidFill>
                  <a:srgbClr val="1A202C"/>
                </a:solidFill>
                <a:latin typeface="Arial"/>
              </a:rPr>
              <a:t>짝수차</a:t>
            </a:r>
            <a:r>
              <a:rPr lang="ko-KR" altLang="en-US" sz="2400" b="0" dirty="0">
                <a:solidFill>
                  <a:srgbClr val="1A202C"/>
                </a:solidFill>
                <a:latin typeface="Arial"/>
              </a:rPr>
              <a:t> 항</a:t>
            </a:r>
            <a:r>
              <a:rPr lang="en-US" altLang="ko-KR" sz="2400" b="0" dirty="0">
                <a:solidFill>
                  <a:srgbClr val="1A202C"/>
                </a:solidFill>
                <a:latin typeface="Arial"/>
              </a:rPr>
              <a:t>(</a:t>
            </a:r>
            <a:r>
              <a:rPr lang="en-US" altLang="ko-KR" sz="2400" b="0" i="1" dirty="0">
                <a:solidFill>
                  <a:srgbClr val="1A202C"/>
                </a:solidFill>
                <a:latin typeface="Arial"/>
              </a:rPr>
              <a:t>a</a:t>
            </a:r>
            <a:r>
              <a:rPr lang="en-US" altLang="ko-KR" sz="2400" b="0" baseline="-25000" dirty="0">
                <a:solidFill>
                  <a:srgbClr val="1A202C"/>
                </a:solidFill>
                <a:latin typeface="Arial"/>
              </a:rPr>
              <a:t>2</a:t>
            </a:r>
            <a:r>
              <a:rPr lang="en-US" altLang="ko-KR" sz="2400" b="0" dirty="0">
                <a:solidFill>
                  <a:srgbClr val="1A202C"/>
                </a:solidFill>
                <a:latin typeface="Arial"/>
              </a:rPr>
              <a:t>, </a:t>
            </a:r>
            <a:r>
              <a:rPr lang="en-US" altLang="ko-KR" sz="2400" b="0" i="1" dirty="0">
                <a:solidFill>
                  <a:srgbClr val="1A202C"/>
                </a:solidFill>
                <a:latin typeface="Arial"/>
              </a:rPr>
              <a:t>a</a:t>
            </a:r>
            <a:r>
              <a:rPr lang="en-US" altLang="ko-KR" sz="2400" b="0" baseline="-25000" dirty="0">
                <a:solidFill>
                  <a:srgbClr val="1A202C"/>
                </a:solidFill>
                <a:latin typeface="Arial"/>
              </a:rPr>
              <a:t>4</a:t>
            </a:r>
            <a:r>
              <a:rPr lang="en-US" altLang="ko-KR" sz="2400" b="0" dirty="0">
                <a:solidFill>
                  <a:srgbClr val="1A202C"/>
                </a:solidFill>
                <a:latin typeface="Arial"/>
              </a:rPr>
              <a:t>, ...)</a:t>
            </a:r>
            <a:r>
              <a:rPr lang="ko-KR" altLang="en-US" sz="2400" b="0" dirty="0">
                <a:solidFill>
                  <a:srgbClr val="1A202C"/>
                </a:solidFill>
                <a:latin typeface="Arial"/>
              </a:rPr>
              <a:t>이 수학적으로 </a:t>
            </a:r>
            <a:r>
              <a:rPr lang="en-US" altLang="ko-KR" sz="2400" b="0" dirty="0">
                <a:solidFill>
                  <a:srgbClr val="1A202C"/>
                </a:solidFill>
                <a:latin typeface="Arial"/>
              </a:rPr>
              <a:t>0</a:t>
            </a:r>
            <a:r>
              <a:rPr lang="ko-KR" altLang="en-US" sz="2400" b="0" dirty="0">
                <a:solidFill>
                  <a:srgbClr val="1A202C"/>
                </a:solidFill>
                <a:latin typeface="Arial"/>
              </a:rPr>
              <a:t>으로 소거됨</a:t>
            </a:r>
            <a:endParaRPr lang="en-US" altLang="ko-KR" dirty="0">
              <a:solidFill>
                <a:srgbClr val="1A202C"/>
              </a:solidFill>
              <a:latin typeface="Arial"/>
            </a:endParaRPr>
          </a:p>
          <a:p>
            <a:pPr lvl="1"/>
            <a:r>
              <a:rPr lang="ko-KR" altLang="en-US" sz="2400" dirty="0" err="1">
                <a:solidFill>
                  <a:srgbClr val="1A202C"/>
                </a:solidFill>
                <a:latin typeface="Arial"/>
              </a:rPr>
              <a:t>차동</a:t>
            </a:r>
            <a:r>
              <a:rPr lang="ko-KR" altLang="en-US" sz="2400" dirty="0">
                <a:solidFill>
                  <a:srgbClr val="1A202C"/>
                </a:solidFill>
                <a:latin typeface="Arial"/>
              </a:rPr>
              <a:t> 토폴로지의 결정적 이점</a:t>
            </a:r>
            <a:r>
              <a:rPr lang="en-US" altLang="ko-KR" sz="2400" dirty="0">
                <a:solidFill>
                  <a:srgbClr val="1A202C"/>
                </a:solidFill>
                <a:latin typeface="Arial"/>
              </a:rPr>
              <a:t>: </a:t>
            </a:r>
            <a:r>
              <a:rPr lang="ko-KR" altLang="en-US" b="0" dirty="0" err="1">
                <a:solidFill>
                  <a:srgbClr val="1A202C"/>
                </a:solidFill>
                <a:latin typeface="Arial"/>
              </a:rPr>
              <a:t>짝수차</a:t>
            </a:r>
            <a:r>
              <a:rPr lang="ko-KR" altLang="en-US" b="0" dirty="0">
                <a:solidFill>
                  <a:srgbClr val="1A202C"/>
                </a:solidFill>
                <a:latin typeface="Arial"/>
              </a:rPr>
              <a:t> 왜곡 및 </a:t>
            </a:r>
            <a:r>
              <a:rPr lang="en-US" altLang="ko-KR" b="0" dirty="0">
                <a:solidFill>
                  <a:srgbClr val="1A202C"/>
                </a:solidFill>
                <a:latin typeface="Arial"/>
              </a:rPr>
              <a:t>2</a:t>
            </a:r>
            <a:r>
              <a:rPr lang="ko-KR" altLang="en-US" b="0" dirty="0">
                <a:solidFill>
                  <a:srgbClr val="1A202C"/>
                </a:solidFill>
                <a:latin typeface="Arial"/>
              </a:rPr>
              <a:t>차 </a:t>
            </a:r>
            <a:r>
              <a:rPr lang="ko-KR" altLang="en-US" b="0" dirty="0" err="1">
                <a:solidFill>
                  <a:srgbClr val="1A202C"/>
                </a:solidFill>
                <a:latin typeface="Arial"/>
              </a:rPr>
              <a:t>상호변조</a:t>
            </a:r>
            <a:r>
              <a:rPr lang="en-US" altLang="ko-KR" b="0" dirty="0">
                <a:solidFill>
                  <a:srgbClr val="1A202C"/>
                </a:solidFill>
                <a:latin typeface="Arial"/>
              </a:rPr>
              <a:t>(IP</a:t>
            </a:r>
            <a:r>
              <a:rPr lang="en-US" altLang="ko-KR" b="0" baseline="-25000" dirty="0">
                <a:solidFill>
                  <a:srgbClr val="1A202C"/>
                </a:solidFill>
                <a:latin typeface="Arial"/>
              </a:rPr>
              <a:t>2</a:t>
            </a:r>
            <a:r>
              <a:rPr lang="en-US" altLang="ko-KR" b="0" dirty="0">
                <a:solidFill>
                  <a:srgbClr val="1A202C"/>
                </a:solidFill>
                <a:latin typeface="Arial"/>
              </a:rPr>
              <a:t>)</a:t>
            </a:r>
            <a:r>
              <a:rPr lang="ko-KR" altLang="en-US" b="0" dirty="0">
                <a:solidFill>
                  <a:srgbClr val="1A202C"/>
                </a:solidFill>
                <a:latin typeface="Arial"/>
              </a:rPr>
              <a:t>가 이상적으로 제거되어 </a:t>
            </a:r>
            <a:r>
              <a:rPr lang="en-US" altLang="ko-KR" b="0" dirty="0">
                <a:solidFill>
                  <a:srgbClr val="1A202C"/>
                </a:solidFill>
                <a:latin typeface="Arial"/>
              </a:rPr>
              <a:t>RF IC</a:t>
            </a:r>
            <a:r>
              <a:rPr lang="ko-KR" altLang="en-US" b="0" dirty="0">
                <a:solidFill>
                  <a:srgbClr val="1A202C"/>
                </a:solidFill>
                <a:latin typeface="Arial"/>
              </a:rPr>
              <a:t>의 기본 구조로 채택됨</a:t>
            </a:r>
            <a:endParaRPr lang="en-US" altLang="ko-KR" b="0" dirty="0">
              <a:solidFill>
                <a:srgbClr val="1A202C"/>
              </a:solidFill>
              <a:latin typeface="Arial"/>
            </a:endParaRPr>
          </a:p>
          <a:p>
            <a:pPr lvl="1"/>
            <a:endParaRPr lang="en-US" altLang="ko-KR" sz="2400" b="0" dirty="0">
              <a:solidFill>
                <a:srgbClr val="1A202C"/>
              </a:solidFill>
              <a:latin typeface="Arial"/>
            </a:endParaRP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C6409B-0E1F-4496-9D17-523E09D6B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A10D5EB-B6FE-4136-B5B3-B8CE8C9793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211"/>
          <a:stretch/>
        </p:blipFill>
        <p:spPr>
          <a:xfrm>
            <a:off x="452956" y="4303885"/>
            <a:ext cx="2276190" cy="196277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A869B95-7062-45DF-A743-D9E4FB6F1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9146" y="4186506"/>
            <a:ext cx="4511531" cy="234393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83DE971-9164-4870-967B-C37372E493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1130" y="4681468"/>
            <a:ext cx="3270604" cy="137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785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E66FC2-F5DA-47EC-B3E1-56EDFD981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9A0DC2-CF08-429E-B6B5-B9DB9B3F2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“Dynamic” </a:t>
            </a:r>
            <a:r>
              <a:rPr lang="ko-KR" altLang="en-US" dirty="0"/>
              <a:t>시스템</a:t>
            </a:r>
            <a:endParaRPr lang="en-US" altLang="ko-KR" dirty="0"/>
          </a:p>
          <a:p>
            <a:pPr lvl="1"/>
            <a:r>
              <a:rPr lang="ko-KR" altLang="en-US" dirty="0"/>
              <a:t>출력이 입력의 과거 값에 의존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세가지 경우</a:t>
            </a:r>
            <a:endParaRPr lang="en-US" altLang="ko-KR" dirty="0"/>
          </a:p>
          <a:p>
            <a:pPr lvl="1"/>
            <a:r>
              <a:rPr lang="en-US" altLang="ko-KR" dirty="0"/>
              <a:t>1) Linear, Time-invariant,  Dynamic </a:t>
            </a:r>
            <a:r>
              <a:rPr lang="ko-KR" altLang="en-US" dirty="0"/>
              <a:t>시스템</a:t>
            </a:r>
            <a:r>
              <a:rPr lang="en-US" altLang="ko-KR" dirty="0"/>
              <a:t>:</a:t>
            </a:r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2) Linear, Time-variant, Dynamic </a:t>
            </a:r>
            <a:r>
              <a:rPr lang="ko-KR" altLang="en-US" dirty="0"/>
              <a:t>시스템</a:t>
            </a:r>
            <a:r>
              <a:rPr lang="en-US" altLang="ko-KR" dirty="0"/>
              <a:t>:</a:t>
            </a:r>
          </a:p>
          <a:p>
            <a:pPr lvl="3"/>
            <a:endParaRPr lang="en-US" altLang="ko-KR" dirty="0"/>
          </a:p>
          <a:p>
            <a:pPr lvl="2"/>
            <a:r>
              <a:rPr lang="en-US" altLang="ko-KR" dirty="0"/>
              <a:t>Impulse response </a:t>
            </a:r>
            <a:r>
              <a:rPr lang="ko-KR" altLang="en-US" dirty="0"/>
              <a:t>시간 원점에 의존</a:t>
            </a:r>
            <a:r>
              <a:rPr lang="en-US" altLang="ko-KR" dirty="0"/>
              <a:t>: δ(</a:t>
            </a:r>
            <a:r>
              <a:rPr lang="en-US" altLang="ko-KR" i="1" dirty="0"/>
              <a:t>t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i="1" dirty="0">
                <a:sym typeface="Wingdings" panose="05000000000000000000" pitchFamily="2" charset="2"/>
              </a:rPr>
              <a:t>h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en-US" altLang="ko-KR" i="1" dirty="0">
                <a:sym typeface="Wingdings" panose="05000000000000000000" pitchFamily="2" charset="2"/>
              </a:rPr>
              <a:t>t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r>
              <a:rPr lang="ko-KR" altLang="en-US" dirty="0">
                <a:sym typeface="Wingdings" panose="05000000000000000000" pitchFamily="2" charset="2"/>
              </a:rPr>
              <a:t>인 경우 </a:t>
            </a:r>
            <a:r>
              <a:rPr lang="en-US" altLang="ko-KR" dirty="0"/>
              <a:t>δ(</a:t>
            </a:r>
            <a:r>
              <a:rPr lang="en-US" altLang="ko-KR" i="1" dirty="0"/>
              <a:t>t</a:t>
            </a:r>
            <a:r>
              <a:rPr lang="en-US" altLang="ko-KR" dirty="0"/>
              <a:t> - </a:t>
            </a:r>
            <a:r>
              <a:rPr lang="el-GR" altLang="ko-KR" dirty="0"/>
              <a:t>τ</a:t>
            </a:r>
            <a:r>
              <a:rPr lang="en-US" altLang="ko-KR" dirty="0"/>
              <a:t>)</a:t>
            </a:r>
            <a:r>
              <a:rPr lang="ko-KR" altLang="en-US" dirty="0"/>
              <a:t> 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i="1" dirty="0">
                <a:sym typeface="Wingdings" panose="05000000000000000000" pitchFamily="2" charset="2"/>
              </a:rPr>
              <a:t>h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en-US" altLang="ko-KR" i="1" dirty="0">
                <a:sym typeface="Wingdings" panose="05000000000000000000" pitchFamily="2" charset="2"/>
              </a:rPr>
              <a:t>t</a:t>
            </a:r>
            <a:r>
              <a:rPr lang="en-US" altLang="ko-KR" dirty="0">
                <a:sym typeface="Wingdings" panose="05000000000000000000" pitchFamily="2" charset="2"/>
              </a:rPr>
              <a:t> - </a:t>
            </a:r>
            <a:r>
              <a:rPr lang="el-GR" altLang="ko-KR" dirty="0">
                <a:sym typeface="Wingdings" panose="05000000000000000000" pitchFamily="2" charset="2"/>
              </a:rPr>
              <a:t>τ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3) Nonlinear, Dynamic </a:t>
            </a:r>
            <a:r>
              <a:rPr lang="ko-KR" altLang="en-US" dirty="0"/>
              <a:t>시스템</a:t>
            </a:r>
            <a:r>
              <a:rPr lang="en-US" altLang="ko-KR" dirty="0"/>
              <a:t>: Volterra </a:t>
            </a:r>
            <a:r>
              <a:rPr lang="ko-KR" altLang="en-US" dirty="0"/>
              <a:t>시리즈 사용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C178E3-A330-4109-8380-612B6DC44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84D34A1-347F-4792-9586-1D9C01E4D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0672" y="3092026"/>
            <a:ext cx="1889764" cy="32004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076C55C-86D7-43FC-8858-E4C5B93BE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9070" y="3815998"/>
            <a:ext cx="2206756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655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2FC36C-E4EF-470C-894F-19759E088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2.2: Effect</a:t>
            </a:r>
            <a:r>
              <a:rPr lang="ko-KR" altLang="en-US" dirty="0"/>
              <a:t> </a:t>
            </a:r>
            <a:r>
              <a:rPr lang="en-US" altLang="ko-KR" dirty="0"/>
              <a:t>of</a:t>
            </a:r>
            <a:r>
              <a:rPr lang="ko-KR" altLang="en-US" dirty="0"/>
              <a:t> </a:t>
            </a:r>
            <a:r>
              <a:rPr lang="en-US" altLang="ko-KR" dirty="0"/>
              <a:t>Nonlinearity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C1238B-75EE-4C22-BF45-0A7E8868E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ko-KR" altLang="en-US" dirty="0"/>
              <a:t>다음과 같은 특성을 가지는 </a:t>
            </a:r>
            <a:r>
              <a:rPr lang="en-US" altLang="ko-KR" dirty="0"/>
              <a:t>Nonlinear, Memoryless </a:t>
            </a:r>
            <a:r>
              <a:rPr lang="ko-KR" altLang="en-US" dirty="0"/>
              <a:t>시스템을 가정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F578AF-4D6A-4F6C-849C-C05458702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568E043-2619-4A1E-8A2E-36018CD1F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2520" y="1998063"/>
            <a:ext cx="3806960" cy="356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186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1B865F-DB87-478E-A237-1257D58E1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2.2.1: Harmonic Distortion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2DFC7A-ECEE-49B2-A430-D302FFD6E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Nonlinear </a:t>
            </a:r>
            <a:r>
              <a:rPr lang="ko-KR" altLang="en-US" dirty="0"/>
              <a:t>시스템에 다음과 같은 정형파를 인가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첫 번째 항</a:t>
            </a:r>
            <a:r>
              <a:rPr lang="en-US" altLang="ko-KR" dirty="0"/>
              <a:t>: dc</a:t>
            </a:r>
          </a:p>
          <a:p>
            <a:pPr lvl="1"/>
            <a:r>
              <a:rPr lang="ko-KR" altLang="en-US" dirty="0"/>
              <a:t>두 번째 항</a:t>
            </a:r>
            <a:r>
              <a:rPr lang="en-US" altLang="ko-KR" dirty="0"/>
              <a:t>: </a:t>
            </a:r>
            <a:r>
              <a:rPr lang="ko-KR" altLang="en-US" dirty="0" err="1"/>
              <a:t>기본파</a:t>
            </a:r>
            <a:r>
              <a:rPr lang="en-US" altLang="ko-KR" dirty="0"/>
              <a:t> (Fundamental)</a:t>
            </a:r>
          </a:p>
          <a:p>
            <a:pPr lvl="1"/>
            <a:r>
              <a:rPr lang="ko-KR" altLang="en-US" dirty="0"/>
              <a:t>세 번째 항</a:t>
            </a:r>
            <a:r>
              <a:rPr lang="en-US" altLang="ko-KR" dirty="0"/>
              <a:t>: 2</a:t>
            </a:r>
            <a:r>
              <a:rPr lang="ko-KR" altLang="en-US" dirty="0"/>
              <a:t>차 고조파 </a:t>
            </a:r>
            <a:r>
              <a:rPr lang="en-US" altLang="ko-KR" dirty="0"/>
              <a:t>(2</a:t>
            </a:r>
            <a:r>
              <a:rPr lang="en-US" altLang="ko-KR" baseline="30000" dirty="0"/>
              <a:t>nd</a:t>
            </a:r>
            <a:r>
              <a:rPr lang="en-US" altLang="ko-KR" dirty="0"/>
              <a:t> harmonic)</a:t>
            </a:r>
          </a:p>
          <a:p>
            <a:pPr lvl="1"/>
            <a:r>
              <a:rPr lang="ko-KR" altLang="en-US" dirty="0"/>
              <a:t>네 번째 항</a:t>
            </a:r>
            <a:r>
              <a:rPr lang="en-US" altLang="ko-KR" dirty="0"/>
              <a:t>: 3</a:t>
            </a:r>
            <a:r>
              <a:rPr lang="ko-KR" altLang="en-US" dirty="0"/>
              <a:t>차 고조파 </a:t>
            </a:r>
            <a:r>
              <a:rPr lang="en-US" altLang="ko-KR" dirty="0"/>
              <a:t>(3</a:t>
            </a:r>
            <a:r>
              <a:rPr lang="en-US" altLang="ko-KR" baseline="30000" dirty="0"/>
              <a:t>rd</a:t>
            </a:r>
            <a:r>
              <a:rPr lang="en-US" altLang="ko-KR" dirty="0"/>
              <a:t> harmonic)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6099F3-7E89-4A48-8490-C241E8818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D48FADC-4A57-47EF-8823-3D5D5B63C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60" y="2641816"/>
            <a:ext cx="1676404" cy="32004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D6D8EF5-F816-4C05-9D7C-807DFE96F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9854" y="1959560"/>
            <a:ext cx="7906528" cy="1685548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439168D-EA93-41A1-9392-765AF5492BCA}"/>
              </a:ext>
            </a:extLst>
          </p:cNvPr>
          <p:cNvCxnSpPr>
            <a:cxnSpLocks/>
          </p:cNvCxnSpPr>
          <p:nvPr/>
        </p:nvCxnSpPr>
        <p:spPr>
          <a:xfrm>
            <a:off x="1871024" y="2801836"/>
            <a:ext cx="6435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167AE219-BF27-4B01-B4F1-026B12BA4B70}"/>
              </a:ext>
            </a:extLst>
          </p:cNvPr>
          <p:cNvCxnSpPr>
            <a:cxnSpLocks/>
          </p:cNvCxnSpPr>
          <p:nvPr/>
        </p:nvCxnSpPr>
        <p:spPr>
          <a:xfrm>
            <a:off x="3583867" y="2774335"/>
            <a:ext cx="6435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59D4C84-9CBD-4B0B-BFDF-B62D41FBBE39}"/>
              </a:ext>
            </a:extLst>
          </p:cNvPr>
          <p:cNvSpPr/>
          <p:nvPr/>
        </p:nvSpPr>
        <p:spPr>
          <a:xfrm>
            <a:off x="2544416" y="2333701"/>
            <a:ext cx="999695" cy="92433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4464AD-E2C1-4140-A032-F635969A2DFB}"/>
              </a:ext>
            </a:extLst>
          </p:cNvPr>
          <p:cNvSpPr txBox="1"/>
          <p:nvPr/>
        </p:nvSpPr>
        <p:spPr>
          <a:xfrm>
            <a:off x="2520781" y="2563618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Nonlinear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8844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564CD7-77B4-4B3D-AEB7-E2F1C0AB7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2.5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60B7E9-6738-4AB8-AC1E-BF0BF2FBC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  <a:endParaRPr lang="en-US" altLang="ko-KR" dirty="0"/>
          </a:p>
          <a:p>
            <a:pPr lvl="1"/>
            <a:r>
              <a:rPr lang="ko-KR" altLang="en-US" dirty="0"/>
              <a:t>이상적인 믹서는 </a:t>
            </a:r>
            <a:r>
              <a:rPr lang="fr-FR" altLang="ko-KR" i="1" dirty="0"/>
              <a:t>y</a:t>
            </a:r>
            <a:r>
              <a:rPr lang="fr-FR" altLang="ko-KR" dirty="0"/>
              <a:t>(</a:t>
            </a:r>
            <a:r>
              <a:rPr lang="fr-FR" altLang="ko-KR" i="1" dirty="0"/>
              <a:t>t</a:t>
            </a:r>
            <a:r>
              <a:rPr lang="fr-FR" altLang="ko-KR" dirty="0"/>
              <a:t>) = </a:t>
            </a:r>
            <a:r>
              <a:rPr lang="fr-FR" altLang="ko-KR" i="1" dirty="0"/>
              <a:t>k </a:t>
            </a:r>
            <a:r>
              <a:rPr lang="fr-FR" altLang="ko-KR" dirty="0"/>
              <a:t>×</a:t>
            </a:r>
            <a:r>
              <a:rPr lang="fr-FR" altLang="ko-KR" i="1" dirty="0"/>
              <a:t> x</a:t>
            </a:r>
            <a:r>
              <a:rPr lang="fr-FR" altLang="ko-KR" baseline="-25000" dirty="0"/>
              <a:t>1</a:t>
            </a:r>
            <a:r>
              <a:rPr lang="fr-FR" altLang="ko-KR" dirty="0"/>
              <a:t>(</a:t>
            </a:r>
            <a:r>
              <a:rPr lang="fr-FR" altLang="ko-KR" i="1" dirty="0"/>
              <a:t>t</a:t>
            </a:r>
            <a:r>
              <a:rPr lang="fr-FR" altLang="ko-KR" dirty="0"/>
              <a:t>) × </a:t>
            </a:r>
            <a:r>
              <a:rPr lang="fr-FR" altLang="ko-KR" i="1" dirty="0"/>
              <a:t>x</a:t>
            </a:r>
            <a:r>
              <a:rPr lang="fr-FR" altLang="ko-KR" baseline="-25000" dirty="0"/>
              <a:t>2</a:t>
            </a:r>
            <a:r>
              <a:rPr lang="fr-FR" altLang="ko-KR" dirty="0"/>
              <a:t>(</a:t>
            </a:r>
            <a:r>
              <a:rPr lang="fr-FR" altLang="ko-KR" i="1" dirty="0"/>
              <a:t>t</a:t>
            </a:r>
            <a:r>
              <a:rPr lang="fr-FR" altLang="ko-KR" dirty="0"/>
              <a:t>)</a:t>
            </a:r>
            <a:r>
              <a:rPr lang="ko-KR" altLang="en-US" dirty="0"/>
              <a:t>로 표현할 수 있음</a:t>
            </a:r>
            <a:endParaRPr lang="en-US" altLang="ko-KR" dirty="0"/>
          </a:p>
          <a:p>
            <a:pPr lvl="2"/>
            <a:r>
              <a:rPr lang="fr-FR" altLang="ko-KR" b="0" dirty="0">
                <a:solidFill>
                  <a:srgbClr val="1A202C"/>
                </a:solidFill>
                <a:latin typeface="Arial"/>
              </a:rPr>
              <a:t>x</a:t>
            </a:r>
            <a:r>
              <a:rPr lang="fr-FR" altLang="ko-KR" b="0" baseline="-25000" dirty="0">
                <a:solidFill>
                  <a:srgbClr val="1A202C"/>
                </a:solidFill>
                <a:latin typeface="Arial"/>
              </a:rPr>
              <a:t>1</a:t>
            </a:r>
            <a:r>
              <a:rPr lang="fr-FR" altLang="ko-KR" b="0" dirty="0">
                <a:solidFill>
                  <a:srgbClr val="1A202C"/>
                </a:solidFill>
                <a:latin typeface="Arial"/>
              </a:rPr>
              <a:t>(</a:t>
            </a:r>
            <a:r>
              <a:rPr lang="fr-FR" altLang="ko-KR" b="0" i="1" dirty="0">
                <a:solidFill>
                  <a:srgbClr val="1A202C"/>
                </a:solidFill>
                <a:latin typeface="Arial"/>
              </a:rPr>
              <a:t>t</a:t>
            </a:r>
            <a:r>
              <a:rPr lang="fr-FR" altLang="ko-KR" b="0" dirty="0">
                <a:solidFill>
                  <a:srgbClr val="1A202C"/>
                </a:solidFill>
                <a:latin typeface="Arial"/>
              </a:rPr>
              <a:t>) = </a:t>
            </a:r>
            <a:r>
              <a:rPr lang="fr-FR" altLang="ko-KR" b="0" i="1" dirty="0">
                <a:solidFill>
                  <a:srgbClr val="1A202C"/>
                </a:solidFill>
                <a:latin typeface="Arial"/>
              </a:rPr>
              <a:t>A</a:t>
            </a:r>
            <a:r>
              <a:rPr lang="fr-FR" altLang="ko-KR" b="0" baseline="-25000" dirty="0">
                <a:solidFill>
                  <a:srgbClr val="1A202C"/>
                </a:solidFill>
                <a:latin typeface="Arial"/>
              </a:rPr>
              <a:t>1</a:t>
            </a:r>
            <a:r>
              <a:rPr lang="fr-FR" altLang="ko-KR" b="0" dirty="0">
                <a:solidFill>
                  <a:srgbClr val="1A202C"/>
                </a:solidFill>
                <a:latin typeface="Arial"/>
              </a:rPr>
              <a:t>cos(</a:t>
            </a:r>
            <a:r>
              <a:rPr lang="el-GR" altLang="ko-KR" b="0" dirty="0">
                <a:solidFill>
                  <a:srgbClr val="1A202C"/>
                </a:solidFill>
                <a:latin typeface="Arial"/>
              </a:rPr>
              <a:t>ω</a:t>
            </a:r>
            <a:r>
              <a:rPr lang="en-US" altLang="ko-KR" b="0" baseline="-25000" dirty="0">
                <a:solidFill>
                  <a:srgbClr val="1A202C"/>
                </a:solidFill>
                <a:latin typeface="Arial"/>
              </a:rPr>
              <a:t>1</a:t>
            </a:r>
            <a:r>
              <a:rPr lang="en-US" altLang="ko-KR" b="0" i="1" dirty="0">
                <a:solidFill>
                  <a:srgbClr val="1A202C"/>
                </a:solidFill>
                <a:latin typeface="Arial"/>
              </a:rPr>
              <a:t>t</a:t>
            </a:r>
            <a:r>
              <a:rPr lang="fr-FR" altLang="ko-KR" b="0" dirty="0">
                <a:solidFill>
                  <a:srgbClr val="1A202C"/>
                </a:solidFill>
                <a:latin typeface="Arial"/>
              </a:rPr>
              <a:t>), </a:t>
            </a:r>
            <a:r>
              <a:rPr lang="fr-FR" altLang="ko-KR" b="0" i="1" dirty="0">
                <a:solidFill>
                  <a:srgbClr val="1A202C"/>
                </a:solidFill>
                <a:latin typeface="Arial"/>
              </a:rPr>
              <a:t>x</a:t>
            </a:r>
            <a:r>
              <a:rPr lang="fr-FR" altLang="ko-KR" b="0" baseline="-25000" dirty="0">
                <a:solidFill>
                  <a:srgbClr val="1A202C"/>
                </a:solidFill>
                <a:latin typeface="Arial"/>
              </a:rPr>
              <a:t>2</a:t>
            </a:r>
            <a:r>
              <a:rPr lang="fr-FR" altLang="ko-KR" b="0" dirty="0">
                <a:solidFill>
                  <a:srgbClr val="1A202C"/>
                </a:solidFill>
                <a:latin typeface="Arial"/>
              </a:rPr>
              <a:t>(</a:t>
            </a:r>
            <a:r>
              <a:rPr lang="fr-FR" altLang="ko-KR" b="0" i="1" dirty="0">
                <a:solidFill>
                  <a:srgbClr val="1A202C"/>
                </a:solidFill>
                <a:latin typeface="Arial"/>
              </a:rPr>
              <a:t>t</a:t>
            </a:r>
            <a:r>
              <a:rPr lang="fr-FR" altLang="ko-KR" b="0" dirty="0">
                <a:solidFill>
                  <a:srgbClr val="1A202C"/>
                </a:solidFill>
                <a:latin typeface="Arial"/>
              </a:rPr>
              <a:t>) = </a:t>
            </a:r>
            <a:r>
              <a:rPr lang="fr-FR" altLang="ko-KR" b="0" i="1" dirty="0">
                <a:solidFill>
                  <a:srgbClr val="1A202C"/>
                </a:solidFill>
                <a:latin typeface="Arial"/>
              </a:rPr>
              <a:t>A</a:t>
            </a:r>
            <a:r>
              <a:rPr lang="fr-FR" altLang="ko-KR" b="0" baseline="-25000" dirty="0">
                <a:solidFill>
                  <a:srgbClr val="1A202C"/>
                </a:solidFill>
                <a:latin typeface="Arial"/>
              </a:rPr>
              <a:t>2</a:t>
            </a:r>
            <a:r>
              <a:rPr lang="fr-FR" altLang="ko-KR" b="0" dirty="0">
                <a:solidFill>
                  <a:srgbClr val="1A202C"/>
                </a:solidFill>
                <a:latin typeface="Arial"/>
              </a:rPr>
              <a:t>cos(</a:t>
            </a:r>
            <a:r>
              <a:rPr lang="el-GR" altLang="ko-KR" b="0" dirty="0">
                <a:solidFill>
                  <a:srgbClr val="1A202C"/>
                </a:solidFill>
                <a:latin typeface="Arial"/>
              </a:rPr>
              <a:t>ω</a:t>
            </a:r>
            <a:r>
              <a:rPr lang="en-US" altLang="ko-KR" b="0" baseline="-25000" dirty="0">
                <a:solidFill>
                  <a:srgbClr val="1A202C"/>
                </a:solidFill>
                <a:latin typeface="Arial"/>
              </a:rPr>
              <a:t>2</a:t>
            </a:r>
            <a:r>
              <a:rPr lang="en-US" altLang="ko-KR" b="0" i="1" dirty="0">
                <a:solidFill>
                  <a:srgbClr val="1A202C"/>
                </a:solidFill>
                <a:latin typeface="Arial"/>
              </a:rPr>
              <a:t>t</a:t>
            </a:r>
            <a:r>
              <a:rPr lang="fr-FR" altLang="ko-KR" b="0" dirty="0">
                <a:solidFill>
                  <a:srgbClr val="1A202C"/>
                </a:solidFill>
                <a:latin typeface="Arial"/>
              </a:rPr>
              <a:t>)</a:t>
            </a:r>
            <a:endParaRPr lang="en-US" altLang="ko-KR" dirty="0">
              <a:solidFill>
                <a:srgbClr val="1A202C"/>
              </a:solidFill>
              <a:latin typeface="Arial"/>
            </a:endParaRPr>
          </a:p>
          <a:p>
            <a:pPr lvl="1"/>
            <a:endParaRPr lang="en-US" altLang="ko-KR" dirty="0">
              <a:solidFill>
                <a:srgbClr val="1A202C"/>
              </a:solidFill>
              <a:latin typeface="Arial"/>
            </a:endParaRPr>
          </a:p>
          <a:p>
            <a:pPr lvl="2"/>
            <a:endParaRPr lang="en-US" altLang="ko-KR" dirty="0">
              <a:solidFill>
                <a:srgbClr val="1A202C"/>
              </a:solidFill>
              <a:latin typeface="Arial"/>
            </a:endParaRPr>
          </a:p>
          <a:p>
            <a:pPr lvl="2"/>
            <a:endParaRPr lang="en-US" altLang="ko-KR" dirty="0">
              <a:solidFill>
                <a:srgbClr val="1A202C"/>
              </a:solidFill>
              <a:latin typeface="Arial"/>
            </a:endParaRPr>
          </a:p>
          <a:p>
            <a:pPr lvl="2"/>
            <a:endParaRPr lang="en-US" altLang="ko-KR" dirty="0">
              <a:solidFill>
                <a:srgbClr val="1A202C"/>
              </a:solidFill>
              <a:latin typeface="Arial"/>
            </a:endParaRPr>
          </a:p>
          <a:p>
            <a:pPr lvl="2"/>
            <a:endParaRPr lang="en-US" altLang="ko-KR" dirty="0">
              <a:solidFill>
                <a:srgbClr val="1A202C"/>
              </a:solidFill>
              <a:latin typeface="Arial"/>
            </a:endParaRPr>
          </a:p>
          <a:p>
            <a:pPr lvl="2"/>
            <a:r>
              <a:rPr lang="en-US" altLang="ko-KR" dirty="0">
                <a:solidFill>
                  <a:srgbClr val="1A202C"/>
                </a:solidFill>
                <a:latin typeface="Arial"/>
              </a:rPr>
              <a:t>(a) </a:t>
            </a:r>
            <a:r>
              <a:rPr lang="ko-KR" altLang="en-US" dirty="0">
                <a:solidFill>
                  <a:srgbClr val="1A202C"/>
                </a:solidFill>
                <a:latin typeface="Arial"/>
              </a:rPr>
              <a:t>믹서가 이상적일 때 출력 주파수 성분 계산</a:t>
            </a:r>
            <a:endParaRPr lang="en-US" altLang="ko-KR" dirty="0">
              <a:solidFill>
                <a:srgbClr val="1A202C"/>
              </a:solidFill>
              <a:latin typeface="Arial"/>
            </a:endParaRPr>
          </a:p>
          <a:p>
            <a:pPr lvl="2"/>
            <a:r>
              <a:rPr lang="en-US" altLang="ko-KR" dirty="0">
                <a:solidFill>
                  <a:srgbClr val="1A202C"/>
                </a:solidFill>
                <a:latin typeface="Arial"/>
              </a:rPr>
              <a:t>(b) </a:t>
            </a:r>
            <a:r>
              <a:rPr lang="en-US" altLang="ko-KR" i="1" dirty="0">
                <a:solidFill>
                  <a:srgbClr val="1A202C"/>
                </a:solidFill>
                <a:latin typeface="Arial"/>
              </a:rPr>
              <a:t>x</a:t>
            </a:r>
            <a:r>
              <a:rPr lang="en-US" altLang="ko-KR" baseline="-25000" dirty="0">
                <a:solidFill>
                  <a:srgbClr val="1A202C"/>
                </a:solidFill>
                <a:latin typeface="Arial"/>
              </a:rPr>
              <a:t>2</a:t>
            </a:r>
            <a:r>
              <a:rPr lang="en-US" altLang="ko-KR" dirty="0">
                <a:solidFill>
                  <a:srgbClr val="1A202C"/>
                </a:solidFill>
                <a:latin typeface="Arial"/>
              </a:rPr>
              <a:t>(</a:t>
            </a:r>
            <a:r>
              <a:rPr lang="en-US" altLang="ko-KR" i="1" dirty="0">
                <a:solidFill>
                  <a:srgbClr val="1A202C"/>
                </a:solidFill>
                <a:latin typeface="Arial"/>
              </a:rPr>
              <a:t>t</a:t>
            </a:r>
            <a:r>
              <a:rPr lang="en-US" altLang="ko-KR" dirty="0">
                <a:solidFill>
                  <a:srgbClr val="1A202C"/>
                </a:solidFill>
                <a:latin typeface="Arial"/>
              </a:rPr>
              <a:t>)</a:t>
            </a:r>
            <a:r>
              <a:rPr lang="ko-KR" altLang="en-US" dirty="0">
                <a:solidFill>
                  <a:srgbClr val="1A202C"/>
                </a:solidFill>
                <a:latin typeface="Arial"/>
              </a:rPr>
              <a:t>의 입력 포트가 </a:t>
            </a:r>
            <a:r>
              <a:rPr lang="en-US" altLang="ko-KR" dirty="0">
                <a:solidFill>
                  <a:srgbClr val="1A202C"/>
                </a:solidFill>
                <a:latin typeface="Arial"/>
              </a:rPr>
              <a:t>3</a:t>
            </a:r>
            <a:r>
              <a:rPr lang="ko-KR" altLang="en-US" dirty="0">
                <a:solidFill>
                  <a:srgbClr val="1A202C"/>
                </a:solidFill>
                <a:latin typeface="Arial"/>
              </a:rPr>
              <a:t>차 비선형성으로 왜곡될 때</a:t>
            </a:r>
            <a:r>
              <a:rPr lang="en-US" altLang="ko-KR" dirty="0">
                <a:solidFill>
                  <a:srgbClr val="1A202C"/>
                </a:solidFill>
                <a:latin typeface="Arial"/>
              </a:rPr>
              <a:t>, </a:t>
            </a:r>
            <a:r>
              <a:rPr lang="ko-KR" altLang="en-US" dirty="0">
                <a:solidFill>
                  <a:srgbClr val="1A202C"/>
                </a:solidFill>
                <a:latin typeface="Arial"/>
              </a:rPr>
              <a:t>출력 주파수 성분을 계산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DD5F38-BE5E-4356-AB10-387107772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25B90AD-8852-4891-9965-E53CE7285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6997" y="2709894"/>
            <a:ext cx="3258005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0466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7B3609-44F1-462D-803D-80D11E43B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5295C4-D64E-4FCC-8306-6FFA13FF4A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풀이</a:t>
            </a:r>
            <a:endParaRPr lang="en-US" altLang="ko-KR" dirty="0"/>
          </a:p>
          <a:p>
            <a:pPr lvl="1"/>
            <a:r>
              <a:rPr lang="en-US" altLang="ko-KR" dirty="0"/>
              <a:t>(a)</a:t>
            </a:r>
            <a:r>
              <a:rPr lang="ko-KR" altLang="en-US" dirty="0"/>
              <a:t> 믹서가 이상적일 경우</a:t>
            </a:r>
            <a:r>
              <a:rPr lang="en-US" altLang="ko-KR" dirty="0"/>
              <a:t>,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(b) </a:t>
            </a:r>
            <a:r>
              <a:rPr lang="en-US" altLang="ko-KR" i="1" dirty="0"/>
              <a:t>x</a:t>
            </a:r>
            <a:r>
              <a:rPr lang="en-US" altLang="ko-KR" baseline="-25000" dirty="0"/>
              <a:t>2</a:t>
            </a:r>
            <a:r>
              <a:rPr lang="en-US" altLang="ko-KR" dirty="0"/>
              <a:t>(</a:t>
            </a:r>
            <a:r>
              <a:rPr lang="en-US" altLang="ko-KR" i="1" dirty="0"/>
              <a:t>t</a:t>
            </a:r>
            <a:r>
              <a:rPr lang="en-US" altLang="ko-KR" dirty="0"/>
              <a:t>) </a:t>
            </a:r>
            <a:r>
              <a:rPr lang="ko-KR" altLang="en-US" dirty="0"/>
              <a:t>포트에 </a:t>
            </a:r>
            <a:r>
              <a:rPr lang="en-US" altLang="ko-KR" dirty="0"/>
              <a:t>3</a:t>
            </a:r>
            <a:r>
              <a:rPr lang="ko-KR" altLang="en-US" dirty="0"/>
              <a:t>차 비선형 성분이 나타남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81264C-9B97-4BC3-873D-978B242C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3422705-3BEE-4AC7-8B1A-E5E74440C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246" y="2293651"/>
            <a:ext cx="5873508" cy="92354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C3F9D7C-CF99-4BA4-B243-9E11AC85C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8037" y="3929712"/>
            <a:ext cx="6915926" cy="208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935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BC1377-9CA9-43E4-AF45-7DFB355C3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2.6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FDC372-48C3-406E-AEAC-E81992286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  <a:endParaRPr lang="en-US" altLang="ko-KR" dirty="0"/>
          </a:p>
          <a:p>
            <a:pPr lvl="1"/>
            <a:r>
              <a:rPr lang="en-US" altLang="ko-KR" dirty="0"/>
              <a:t>900MHz GSM </a:t>
            </a:r>
            <a:r>
              <a:rPr lang="ko-KR" altLang="en-US" dirty="0"/>
              <a:t>휴대전화의 송신기는 안테나에 </a:t>
            </a:r>
            <a:r>
              <a:rPr lang="en-US" altLang="ko-KR" dirty="0"/>
              <a:t>1 W</a:t>
            </a:r>
            <a:r>
              <a:rPr lang="ko-KR" altLang="en-US" dirty="0"/>
              <a:t>의 전력을 공급</a:t>
            </a:r>
            <a:endParaRPr lang="en-US" altLang="ko-KR" dirty="0"/>
          </a:p>
          <a:p>
            <a:pPr lvl="1"/>
            <a:r>
              <a:rPr lang="ko-KR" altLang="en-US" dirty="0"/>
              <a:t>이 신호의 고조파가 미치는 영향을 설명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해답</a:t>
            </a:r>
            <a:endParaRPr lang="en-US" altLang="ko-KR" dirty="0"/>
          </a:p>
          <a:p>
            <a:pPr lvl="1"/>
            <a:r>
              <a:rPr lang="en-US" altLang="ko-KR" dirty="0"/>
              <a:t>2</a:t>
            </a:r>
            <a:r>
              <a:rPr lang="ko-KR" altLang="en-US" dirty="0"/>
              <a:t>차 고조파</a:t>
            </a:r>
            <a:r>
              <a:rPr lang="en-US" altLang="ko-KR" dirty="0"/>
              <a:t>: GSM1800 </a:t>
            </a:r>
            <a:r>
              <a:rPr lang="ko-KR" altLang="en-US" dirty="0"/>
              <a:t>대역에 포함됨</a:t>
            </a:r>
            <a:endParaRPr lang="en-US" altLang="ko-KR" dirty="0"/>
          </a:p>
          <a:p>
            <a:pPr lvl="1"/>
            <a:r>
              <a:rPr lang="en-US" altLang="ko-KR" dirty="0"/>
              <a:t>3</a:t>
            </a:r>
            <a:r>
              <a:rPr lang="ko-KR" altLang="en-US" dirty="0"/>
              <a:t>차</a:t>
            </a:r>
            <a:r>
              <a:rPr lang="en-US" altLang="ko-KR" dirty="0"/>
              <a:t>, 4</a:t>
            </a:r>
            <a:r>
              <a:rPr lang="ko-KR" altLang="en-US" dirty="0"/>
              <a:t>차</a:t>
            </a:r>
            <a:r>
              <a:rPr lang="en-US" altLang="ko-KR" dirty="0"/>
              <a:t>, 5</a:t>
            </a:r>
            <a:r>
              <a:rPr lang="ko-KR" altLang="en-US" dirty="0"/>
              <a:t>차 고조파</a:t>
            </a:r>
            <a:r>
              <a:rPr lang="en-US" altLang="ko-KR" dirty="0"/>
              <a:t>: </a:t>
            </a:r>
            <a:r>
              <a:rPr lang="ko-KR" altLang="en-US" dirty="0"/>
              <a:t>영향 없음</a:t>
            </a:r>
            <a:endParaRPr lang="en-US" altLang="ko-KR" dirty="0"/>
          </a:p>
          <a:p>
            <a:pPr lvl="1"/>
            <a:r>
              <a:rPr lang="en-US" altLang="ko-KR" dirty="0"/>
              <a:t>6</a:t>
            </a:r>
            <a:r>
              <a:rPr lang="ko-KR" altLang="en-US" dirty="0"/>
              <a:t>차 고조파</a:t>
            </a:r>
            <a:r>
              <a:rPr lang="en-US" altLang="ko-KR" dirty="0"/>
              <a:t>: WLAN </a:t>
            </a:r>
            <a:r>
              <a:rPr lang="ko-KR" altLang="en-US" dirty="0"/>
              <a:t>대역에 포함됨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8911DE-EC2C-4CEC-A7F8-E5ED0ECD4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829BBFB-CBDF-44A8-9619-AE191476B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839" y="4797896"/>
            <a:ext cx="4628321" cy="193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8905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110697-09FC-4E89-9A49-36A19E255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2.2.2: Gain</a:t>
            </a:r>
            <a:r>
              <a:rPr lang="ko-KR" altLang="en-US" dirty="0"/>
              <a:t> </a:t>
            </a:r>
            <a:r>
              <a:rPr lang="en-US" altLang="ko-KR" dirty="0"/>
              <a:t>Compression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455C66-EE9D-4F18-9417-10BD77421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비선형 시스템에서의 이득</a:t>
            </a:r>
            <a:endParaRPr lang="en-US" altLang="ko-KR" dirty="0"/>
          </a:p>
          <a:p>
            <a:pPr lvl="1"/>
            <a:r>
              <a:rPr lang="ko-KR" altLang="en-US" dirty="0"/>
              <a:t>이득</a:t>
            </a:r>
            <a:r>
              <a:rPr lang="en-US" altLang="ko-KR" dirty="0"/>
              <a:t>:</a:t>
            </a:r>
          </a:p>
          <a:p>
            <a:pPr lvl="1"/>
            <a:endParaRPr lang="en-US" altLang="ko-KR" dirty="0"/>
          </a:p>
          <a:p>
            <a:pPr lvl="1"/>
            <a:r>
              <a:rPr lang="el-GR" altLang="ko-KR" dirty="0"/>
              <a:t>α</a:t>
            </a:r>
            <a:r>
              <a:rPr lang="en-US" altLang="ko-KR" baseline="-25000" dirty="0"/>
              <a:t>1</a:t>
            </a:r>
            <a:r>
              <a:rPr lang="el-GR" altLang="ko-KR" dirty="0"/>
              <a:t>α</a:t>
            </a:r>
            <a:r>
              <a:rPr lang="en-US" altLang="ko-KR" baseline="-25000" dirty="0"/>
              <a:t>3</a:t>
            </a:r>
            <a:r>
              <a:rPr lang="ko-KR" altLang="en-US" dirty="0"/>
              <a:t>에 따라 두 가지 경우가 가능함</a:t>
            </a:r>
            <a:r>
              <a:rPr lang="en-US" altLang="ko-KR" dirty="0"/>
              <a:t>:  Expansive &amp; Compressive</a:t>
            </a:r>
          </a:p>
          <a:p>
            <a:pPr lvl="2"/>
            <a:r>
              <a:rPr lang="ko-KR" altLang="en-US" sz="2000" b="0" dirty="0">
                <a:solidFill>
                  <a:srgbClr val="1A202C"/>
                </a:solidFill>
                <a:latin typeface="Arial"/>
              </a:rPr>
              <a:t>대부분 회로에서 </a:t>
            </a:r>
            <a:r>
              <a:rPr lang="el-GR" altLang="ko-KR" sz="2000" b="0" dirty="0">
                <a:solidFill>
                  <a:srgbClr val="1A202C"/>
                </a:solidFill>
                <a:latin typeface="Arial"/>
              </a:rPr>
              <a:t>α</a:t>
            </a:r>
            <a:r>
              <a:rPr lang="en-US" altLang="ko-KR" sz="2000" b="0" baseline="-25000" dirty="0">
                <a:solidFill>
                  <a:srgbClr val="1A202C"/>
                </a:solidFill>
                <a:latin typeface="Arial"/>
              </a:rPr>
              <a:t>3</a:t>
            </a:r>
            <a:r>
              <a:rPr lang="en-US" altLang="ko-KR" sz="2000" b="0" dirty="0">
                <a:solidFill>
                  <a:srgbClr val="1A202C"/>
                </a:solidFill>
                <a:latin typeface="Arial"/>
              </a:rPr>
              <a:t> &lt; 0</a:t>
            </a:r>
            <a:r>
              <a:rPr lang="ko-KR" altLang="en-US" sz="2000" b="0" dirty="0">
                <a:solidFill>
                  <a:srgbClr val="1A202C"/>
                </a:solidFill>
                <a:latin typeface="Arial"/>
              </a:rPr>
              <a:t>이므로 진폭 </a:t>
            </a:r>
            <a:r>
              <a:rPr lang="en-US" altLang="ko-KR" sz="2000" b="0" i="1" dirty="0">
                <a:solidFill>
                  <a:srgbClr val="1A202C"/>
                </a:solidFill>
                <a:latin typeface="Arial"/>
              </a:rPr>
              <a:t>A</a:t>
            </a:r>
            <a:r>
              <a:rPr lang="ko-KR" altLang="en-US" sz="2000" b="0" dirty="0">
                <a:solidFill>
                  <a:srgbClr val="1A202C"/>
                </a:solidFill>
                <a:latin typeface="Arial"/>
              </a:rPr>
              <a:t>가 증가하면 이득이 감쇄하는 </a:t>
            </a:r>
            <a:r>
              <a:rPr lang="en-US" altLang="ko-KR" sz="2000" b="0" dirty="0">
                <a:solidFill>
                  <a:srgbClr val="1A202C"/>
                </a:solidFill>
                <a:latin typeface="Arial"/>
              </a:rPr>
              <a:t>(b)</a:t>
            </a:r>
            <a:r>
              <a:rPr lang="ko-KR" altLang="en-US" sz="2000" b="0" dirty="0">
                <a:solidFill>
                  <a:srgbClr val="1A202C"/>
                </a:solidFill>
                <a:latin typeface="Arial"/>
              </a:rPr>
              <a:t>의 경우가 일반적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84BDE8-C43C-495B-8904-CDD48BE26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B0926B8-E682-45C3-A1B5-E45247D0D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182" y="1799281"/>
            <a:ext cx="1581916" cy="35661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7166FC2-6B3F-494A-81B4-B19D15BD9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362" y="3694944"/>
            <a:ext cx="8059275" cy="28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9701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C00B55-69C2-4A1A-A9B2-5E2C357F3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1AD063-EC6D-47D3-9A77-C8DB90EDA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1-dB Compression Point (1-dB</a:t>
            </a:r>
            <a:r>
              <a:rPr lang="ko-KR" altLang="en-US" dirty="0"/>
              <a:t> </a:t>
            </a:r>
            <a:r>
              <a:rPr lang="ko-KR" altLang="en-US" dirty="0" err="1"/>
              <a:t>압축점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계산</a:t>
            </a:r>
            <a:r>
              <a:rPr lang="en-US" altLang="ko-KR" dirty="0"/>
              <a:t>: </a:t>
            </a:r>
            <a:r>
              <a:rPr lang="ko-KR" altLang="en-US" dirty="0"/>
              <a:t>이득이 </a:t>
            </a:r>
            <a:r>
              <a:rPr lang="en-US" altLang="ko-KR" dirty="0"/>
              <a:t>1 dB</a:t>
            </a:r>
            <a:r>
              <a:rPr lang="ko-KR" altLang="en-US" dirty="0"/>
              <a:t> 작아지는 입력 신호의 크기를 구함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842839-97B7-4A78-A7E4-CA67B6C09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74A59CC-7F81-48F6-BFAF-AAE71C6CB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912" y="1868637"/>
            <a:ext cx="3590176" cy="240733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B704266-1054-467B-AD8D-194B9DB50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6635" y="4918618"/>
            <a:ext cx="4998730" cy="61569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398F072-6B0A-4FE6-9BE9-9CA915F1CE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881" y="5763958"/>
            <a:ext cx="2618238" cy="826010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E27E63B6-C185-0507-18B6-0004FB9A078E}"/>
              </a:ext>
            </a:extLst>
          </p:cNvPr>
          <p:cNvGrpSpPr/>
          <p:nvPr/>
        </p:nvGrpSpPr>
        <p:grpSpPr>
          <a:xfrm>
            <a:off x="1551923" y="1793917"/>
            <a:ext cx="313920" cy="352080"/>
            <a:chOff x="1551923" y="1793917"/>
            <a:chExt cx="313920" cy="35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AEE34DF9-13DC-1EC0-63BF-69900B8E55E7}"/>
                    </a:ext>
                  </a:extLst>
                </p14:cNvPr>
                <p14:cNvContentPartPr/>
                <p14:nvPr/>
              </p14:nvContentPartPr>
              <p14:xfrm>
                <a:off x="1551923" y="1793917"/>
                <a:ext cx="215280" cy="24012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AEE34DF9-13DC-1EC0-63BF-69900B8E55E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515923" y="1758277"/>
                  <a:ext cx="2869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8CBD6574-4CCC-9E8E-93DF-460F6002E194}"/>
                    </a:ext>
                  </a:extLst>
                </p14:cNvPr>
                <p14:cNvContentPartPr/>
                <p14:nvPr/>
              </p14:nvContentPartPr>
              <p14:xfrm>
                <a:off x="1724363" y="1910917"/>
                <a:ext cx="141480" cy="23508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8CBD6574-4CCC-9E8E-93DF-460F6002E19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688723" y="1874917"/>
                  <a:ext cx="213120" cy="30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BA6C7A0-40F0-0ACD-15B8-4F2368A569D9}"/>
              </a:ext>
            </a:extLst>
          </p:cNvPr>
          <p:cNvGrpSpPr/>
          <p:nvPr/>
        </p:nvGrpSpPr>
        <p:grpSpPr>
          <a:xfrm>
            <a:off x="2071403" y="1964197"/>
            <a:ext cx="561240" cy="251640"/>
            <a:chOff x="2071403" y="1964197"/>
            <a:chExt cx="561240" cy="25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A17F1B1A-CBDF-0650-8F64-08202D68FE6A}"/>
                    </a:ext>
                  </a:extLst>
                </p14:cNvPr>
                <p14:cNvContentPartPr/>
                <p14:nvPr/>
              </p14:nvContentPartPr>
              <p14:xfrm>
                <a:off x="2071403" y="1964197"/>
                <a:ext cx="88560" cy="1836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A17F1B1A-CBDF-0650-8F64-08202D68FE6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035763" y="1928197"/>
                  <a:ext cx="1602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1FC9626E-C3CE-EA94-D62C-88555C483702}"/>
                    </a:ext>
                  </a:extLst>
                </p14:cNvPr>
                <p14:cNvContentPartPr/>
                <p14:nvPr/>
              </p14:nvContentPartPr>
              <p14:xfrm>
                <a:off x="2077523" y="2021437"/>
                <a:ext cx="90000" cy="1368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1FC9626E-C3CE-EA94-D62C-88555C48370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041523" y="1985797"/>
                  <a:ext cx="1616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F65A3943-5AC7-8041-3F4F-61FC5543849A}"/>
                    </a:ext>
                  </a:extLst>
                </p14:cNvPr>
                <p14:cNvContentPartPr/>
                <p14:nvPr/>
              </p14:nvContentPartPr>
              <p14:xfrm>
                <a:off x="2109203" y="2071117"/>
                <a:ext cx="50400" cy="6120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F65A3943-5AC7-8041-3F4F-61FC5543849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073203" y="2035477"/>
                  <a:ext cx="1220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B5E6E186-3C76-3170-8D1F-4F0A56829B68}"/>
                    </a:ext>
                  </a:extLst>
                </p14:cNvPr>
                <p14:cNvContentPartPr/>
                <p14:nvPr/>
              </p14:nvContentPartPr>
              <p14:xfrm>
                <a:off x="2128283" y="2120797"/>
                <a:ext cx="73080" cy="4788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B5E6E186-3C76-3170-8D1F-4F0A56829B68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2092643" y="2085157"/>
                  <a:ext cx="14472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5FF31C24-3967-258C-1997-1D50BEEED540}"/>
                    </a:ext>
                  </a:extLst>
                </p14:cNvPr>
                <p14:cNvContentPartPr/>
                <p14:nvPr/>
              </p14:nvContentPartPr>
              <p14:xfrm>
                <a:off x="2227643" y="2031877"/>
                <a:ext cx="15480" cy="18396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5FF31C24-3967-258C-1997-1D50BEEED54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191643" y="1995877"/>
                  <a:ext cx="8712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0F67D558-17E6-5F63-0C38-9E3F7CBDDBEA}"/>
                    </a:ext>
                  </a:extLst>
                </p14:cNvPr>
                <p14:cNvContentPartPr/>
                <p14:nvPr/>
              </p14:nvContentPartPr>
              <p14:xfrm>
                <a:off x="2273363" y="2022157"/>
                <a:ext cx="95040" cy="9180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0F67D558-17E6-5F63-0C38-9E3F7CBDDBE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237363" y="1986517"/>
                  <a:ext cx="16668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D9435193-C6EF-D373-EFAC-76CA23271559}"/>
                    </a:ext>
                  </a:extLst>
                </p14:cNvPr>
                <p14:cNvContentPartPr/>
                <p14:nvPr/>
              </p14:nvContentPartPr>
              <p14:xfrm>
                <a:off x="2341763" y="2116837"/>
                <a:ext cx="13320" cy="6588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D9435193-C6EF-D373-EFAC-76CA2327155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305763" y="2081197"/>
                  <a:ext cx="849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3BECBCD9-CFF0-BFB9-CFA2-3551513046D4}"/>
                    </a:ext>
                  </a:extLst>
                </p14:cNvPr>
                <p14:cNvContentPartPr/>
                <p14:nvPr/>
              </p14:nvContentPartPr>
              <p14:xfrm>
                <a:off x="2315483" y="2169757"/>
                <a:ext cx="74880" cy="2196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3BECBCD9-CFF0-BFB9-CFA2-3551513046D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279843" y="2134117"/>
                  <a:ext cx="1465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AE9AD113-FD81-CDC9-A823-E9A111467CB9}"/>
                    </a:ext>
                  </a:extLst>
                </p14:cNvPr>
                <p14:cNvContentPartPr/>
                <p14:nvPr/>
              </p14:nvContentPartPr>
              <p14:xfrm>
                <a:off x="2470283" y="2043037"/>
                <a:ext cx="51840" cy="11520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AE9AD113-FD81-CDC9-A823-E9A111467CB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434643" y="2007397"/>
                  <a:ext cx="1234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AC6D4887-7FEC-01EE-9F5E-0AD77965EEFE}"/>
                    </a:ext>
                  </a:extLst>
                </p14:cNvPr>
                <p14:cNvContentPartPr/>
                <p14:nvPr/>
              </p14:nvContentPartPr>
              <p14:xfrm>
                <a:off x="2579003" y="2021437"/>
                <a:ext cx="7920" cy="11736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AC6D4887-7FEC-01EE-9F5E-0AD77965EEF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543003" y="1985437"/>
                  <a:ext cx="795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475AC526-4E55-CB7A-0D8C-C5B73740E93F}"/>
                    </a:ext>
                  </a:extLst>
                </p14:cNvPr>
                <p14:cNvContentPartPr/>
                <p14:nvPr/>
              </p14:nvContentPartPr>
              <p14:xfrm>
                <a:off x="2590163" y="2078677"/>
                <a:ext cx="42480" cy="2196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475AC526-4E55-CB7A-0D8C-C5B73740E93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554523" y="2042677"/>
                  <a:ext cx="114120" cy="9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E29D692D-EBBC-D078-F9A9-E948E7B0DCFF}"/>
              </a:ext>
            </a:extLst>
          </p:cNvPr>
          <p:cNvGrpSpPr/>
          <p:nvPr/>
        </p:nvGrpSpPr>
        <p:grpSpPr>
          <a:xfrm>
            <a:off x="2870963" y="1946557"/>
            <a:ext cx="1235520" cy="293040"/>
            <a:chOff x="2870963" y="1946557"/>
            <a:chExt cx="1235520" cy="29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FBA580E1-2F69-0DD2-25E3-30D23C881D67}"/>
                    </a:ext>
                  </a:extLst>
                </p14:cNvPr>
                <p14:cNvContentPartPr/>
                <p14:nvPr/>
              </p14:nvContentPartPr>
              <p14:xfrm>
                <a:off x="2870963" y="1997317"/>
                <a:ext cx="15120" cy="15156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FBA580E1-2F69-0DD2-25E3-30D23C881D6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834963" y="1961317"/>
                  <a:ext cx="8676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8D5DEF04-DDC5-DAE3-D8F0-58E6C8FE5A9D}"/>
                    </a:ext>
                  </a:extLst>
                </p14:cNvPr>
                <p14:cNvContentPartPr/>
                <p14:nvPr/>
              </p14:nvContentPartPr>
              <p14:xfrm>
                <a:off x="2954483" y="1993357"/>
                <a:ext cx="20880" cy="12528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8D5DEF04-DDC5-DAE3-D8F0-58E6C8FE5A9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918843" y="1957357"/>
                  <a:ext cx="925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2208620A-BB30-D4D6-F5E6-135142B085D9}"/>
                    </a:ext>
                  </a:extLst>
                </p14:cNvPr>
                <p14:cNvContentPartPr/>
                <p14:nvPr/>
              </p14:nvContentPartPr>
              <p14:xfrm>
                <a:off x="2893643" y="2094157"/>
                <a:ext cx="56520" cy="1368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2208620A-BB30-D4D6-F5E6-135142B085D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857643" y="2058517"/>
                  <a:ext cx="1281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9A398666-2973-A9AB-B3FF-B1A02D5F0FCC}"/>
                    </a:ext>
                  </a:extLst>
                </p14:cNvPr>
                <p14:cNvContentPartPr/>
                <p14:nvPr/>
              </p14:nvContentPartPr>
              <p14:xfrm>
                <a:off x="2899763" y="2138797"/>
                <a:ext cx="43920" cy="1800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9A398666-2973-A9AB-B3FF-B1A02D5F0FC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864123" y="2102797"/>
                  <a:ext cx="1155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B8453BCA-1DB6-79E9-50F5-D122EA691BB9}"/>
                    </a:ext>
                  </a:extLst>
                </p14:cNvPr>
                <p14:cNvContentPartPr/>
                <p14:nvPr/>
              </p14:nvContentPartPr>
              <p14:xfrm>
                <a:off x="3029723" y="2003077"/>
                <a:ext cx="21600" cy="14076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B8453BCA-1DB6-79E9-50F5-D122EA691BB9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993723" y="1967437"/>
                  <a:ext cx="9324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46D7321D-0B7C-5685-99F8-05E6DD6E3203}"/>
                    </a:ext>
                  </a:extLst>
                </p14:cNvPr>
                <p14:cNvContentPartPr/>
                <p14:nvPr/>
              </p14:nvContentPartPr>
              <p14:xfrm>
                <a:off x="3102803" y="1990477"/>
                <a:ext cx="77040" cy="9936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46D7321D-0B7C-5685-99F8-05E6DD6E320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066803" y="1954477"/>
                  <a:ext cx="1486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BA226790-B3E5-7432-EEB5-CE2E90D6E95F}"/>
                    </a:ext>
                  </a:extLst>
                </p14:cNvPr>
                <p14:cNvContentPartPr/>
                <p14:nvPr/>
              </p14:nvContentPartPr>
              <p14:xfrm>
                <a:off x="3188483" y="2024317"/>
                <a:ext cx="49680" cy="1404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BA226790-B3E5-7432-EEB5-CE2E90D6E95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152483" y="1988317"/>
                  <a:ext cx="1213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38730626-F1D5-27EE-2E09-EABAD3ADFAD5}"/>
                    </a:ext>
                  </a:extLst>
                </p14:cNvPr>
                <p14:cNvContentPartPr/>
                <p14:nvPr/>
              </p14:nvContentPartPr>
              <p14:xfrm>
                <a:off x="3238883" y="1980037"/>
                <a:ext cx="10800" cy="10944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38730626-F1D5-27EE-2E09-EABAD3ADFAD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203243" y="1944037"/>
                  <a:ext cx="824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53EEAD97-A475-C7FE-E5AD-3ECFB53591D3}"/>
                    </a:ext>
                  </a:extLst>
                </p14:cNvPr>
                <p14:cNvContentPartPr/>
                <p14:nvPr/>
              </p14:nvContentPartPr>
              <p14:xfrm>
                <a:off x="3170483" y="2108197"/>
                <a:ext cx="44640" cy="5616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53EEAD97-A475-C7FE-E5AD-3ECFB53591D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134843" y="2072197"/>
                  <a:ext cx="11628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CE1AD9F0-C179-4826-CC34-FEEB3DE04BA2}"/>
                    </a:ext>
                  </a:extLst>
                </p14:cNvPr>
                <p14:cNvContentPartPr/>
                <p14:nvPr/>
              </p14:nvContentPartPr>
              <p14:xfrm>
                <a:off x="3318443" y="1962037"/>
                <a:ext cx="78840" cy="1512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CE1AD9F0-C179-4826-CC34-FEEB3DE04BA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282803" y="1926397"/>
                  <a:ext cx="1504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3F081811-5261-7148-BE39-24C62A4ECB2A}"/>
                    </a:ext>
                  </a:extLst>
                </p14:cNvPr>
                <p14:cNvContentPartPr/>
                <p14:nvPr/>
              </p14:nvContentPartPr>
              <p14:xfrm>
                <a:off x="3317723" y="2013517"/>
                <a:ext cx="82080" cy="18360"/>
              </p14:xfrm>
            </p:contentPart>
          </mc:Choice>
          <mc:Fallback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3F081811-5261-7148-BE39-24C62A4ECB2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281723" y="1977517"/>
                  <a:ext cx="1537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CC1B492E-0BC8-897A-AEC0-6F6633505275}"/>
                    </a:ext>
                  </a:extLst>
                </p14:cNvPr>
                <p14:cNvContentPartPr/>
                <p14:nvPr/>
              </p14:nvContentPartPr>
              <p14:xfrm>
                <a:off x="3321323" y="2050597"/>
                <a:ext cx="85680" cy="64800"/>
              </p14:xfrm>
            </p:contentPart>
          </mc:Choice>
          <mc:Fallback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CC1B492E-0BC8-897A-AEC0-6F663350527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285683" y="2014957"/>
                  <a:ext cx="1573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11F6EEA5-389E-AC15-E527-A66F96F3376B}"/>
                    </a:ext>
                  </a:extLst>
                </p14:cNvPr>
                <p14:cNvContentPartPr/>
                <p14:nvPr/>
              </p14:nvContentPartPr>
              <p14:xfrm>
                <a:off x="3411683" y="2039437"/>
                <a:ext cx="63000" cy="19440"/>
              </p14:xfrm>
            </p:contentPart>
          </mc:Choice>
          <mc:Fallback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11F6EEA5-389E-AC15-E527-A66F96F3376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376043" y="2003797"/>
                  <a:ext cx="1346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AECA1A24-F62B-4A48-A7DB-B73284C64D91}"/>
                    </a:ext>
                  </a:extLst>
                </p14:cNvPr>
                <p14:cNvContentPartPr/>
                <p14:nvPr/>
              </p14:nvContentPartPr>
              <p14:xfrm>
                <a:off x="3431483" y="2081917"/>
                <a:ext cx="21600" cy="11160"/>
              </p14:xfrm>
            </p:contentPart>
          </mc:Choice>
          <mc:Fallback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AECA1A24-F62B-4A48-A7DB-B73284C64D91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395483" y="2046277"/>
                  <a:ext cx="932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F6326B35-3D07-6F98-6D9A-544E04F99CC8}"/>
                    </a:ext>
                  </a:extLst>
                </p14:cNvPr>
                <p14:cNvContentPartPr/>
                <p14:nvPr/>
              </p14:nvContentPartPr>
              <p14:xfrm>
                <a:off x="3472883" y="1989757"/>
                <a:ext cx="14400" cy="93960"/>
              </p14:xfrm>
            </p:contentPart>
          </mc:Choice>
          <mc:Fallback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F6326B35-3D07-6F98-6D9A-544E04F99CC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3436883" y="1954117"/>
                  <a:ext cx="8604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ABE529EF-FF8D-2118-6F06-5899E16FB19F}"/>
                    </a:ext>
                  </a:extLst>
                </p14:cNvPr>
                <p14:cNvContentPartPr/>
                <p14:nvPr/>
              </p14:nvContentPartPr>
              <p14:xfrm>
                <a:off x="3382163" y="2140237"/>
                <a:ext cx="72720" cy="99360"/>
              </p14:xfrm>
            </p:contentPart>
          </mc:Choice>
          <mc:Fallback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ABE529EF-FF8D-2118-6F06-5899E16FB19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3346523" y="2104237"/>
                  <a:ext cx="1443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1BE97A7F-A446-37FD-5C8D-DC675CB461D7}"/>
                    </a:ext>
                  </a:extLst>
                </p14:cNvPr>
                <p14:cNvContentPartPr/>
                <p14:nvPr/>
              </p14:nvContentPartPr>
              <p14:xfrm>
                <a:off x="3558563" y="2016397"/>
                <a:ext cx="82080" cy="89640"/>
              </p14:xfrm>
            </p:contentPart>
          </mc:Choice>
          <mc:Fallback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1BE97A7F-A446-37FD-5C8D-DC675CB461D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522923" y="1980397"/>
                  <a:ext cx="1537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5781C36E-DED5-E317-5FBD-E4FC5D68ADA1}"/>
                    </a:ext>
                  </a:extLst>
                </p14:cNvPr>
                <p14:cNvContentPartPr/>
                <p14:nvPr/>
              </p14:nvContentPartPr>
              <p14:xfrm>
                <a:off x="3644603" y="2050597"/>
                <a:ext cx="42120" cy="15480"/>
              </p14:xfrm>
            </p:contentPart>
          </mc:Choice>
          <mc:Fallback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5781C36E-DED5-E317-5FBD-E4FC5D68ADA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3608603" y="2014597"/>
                  <a:ext cx="1137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83F4C825-F794-9741-343B-564D312AD6EF}"/>
                    </a:ext>
                  </a:extLst>
                </p14:cNvPr>
                <p14:cNvContentPartPr/>
                <p14:nvPr/>
              </p14:nvContentPartPr>
              <p14:xfrm>
                <a:off x="3709403" y="1982917"/>
                <a:ext cx="4680" cy="89280"/>
              </p14:xfrm>
            </p:contentPart>
          </mc:Choice>
          <mc:Fallback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83F4C825-F794-9741-343B-564D312AD6E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3673763" y="1946917"/>
                  <a:ext cx="7632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E9526212-208A-6162-B9A0-D0E843E88C3E}"/>
                    </a:ext>
                  </a:extLst>
                </p14:cNvPr>
                <p14:cNvContentPartPr/>
                <p14:nvPr/>
              </p14:nvContentPartPr>
              <p14:xfrm>
                <a:off x="3627683" y="2146357"/>
                <a:ext cx="65520" cy="52920"/>
              </p14:xfrm>
            </p:contentPart>
          </mc:Choice>
          <mc:Fallback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E9526212-208A-6162-B9A0-D0E843E88C3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592043" y="2110717"/>
                  <a:ext cx="13716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C36B7AF3-ADCB-3976-AC8D-E86F76D90B45}"/>
                    </a:ext>
                  </a:extLst>
                </p14:cNvPr>
                <p14:cNvContentPartPr/>
                <p14:nvPr/>
              </p14:nvContentPartPr>
              <p14:xfrm>
                <a:off x="3778883" y="2018917"/>
                <a:ext cx="76320" cy="82080"/>
              </p14:xfrm>
            </p:contentPart>
          </mc:Choice>
          <mc:Fallback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C36B7AF3-ADCB-3976-AC8D-E86F76D90B4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743243" y="1982917"/>
                  <a:ext cx="14796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015C7FAD-6AE8-D7B6-B939-710E97E8BAB5}"/>
                    </a:ext>
                  </a:extLst>
                </p14:cNvPr>
                <p14:cNvContentPartPr/>
                <p14:nvPr/>
              </p14:nvContentPartPr>
              <p14:xfrm>
                <a:off x="3880763" y="1996597"/>
                <a:ext cx="5760" cy="144360"/>
              </p14:xfrm>
            </p:contentPart>
          </mc:Choice>
          <mc:Fallback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015C7FAD-6AE8-D7B6-B939-710E97E8BAB5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844763" y="1960957"/>
                  <a:ext cx="774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0FD8F063-9FE9-40F1-EA98-3F15E7D9545A}"/>
                    </a:ext>
                  </a:extLst>
                </p14:cNvPr>
                <p14:cNvContentPartPr/>
                <p14:nvPr/>
              </p14:nvContentPartPr>
              <p14:xfrm>
                <a:off x="3914243" y="1991197"/>
                <a:ext cx="97920" cy="95760"/>
              </p14:xfrm>
            </p:contentPart>
          </mc:Choice>
          <mc:Fallback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0FD8F063-9FE9-40F1-EA98-3F15E7D9545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878603" y="1955197"/>
                  <a:ext cx="16956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CC38B99E-D419-056A-CF4A-AF61134F031D}"/>
                    </a:ext>
                  </a:extLst>
                </p14:cNvPr>
                <p14:cNvContentPartPr/>
                <p14:nvPr/>
              </p14:nvContentPartPr>
              <p14:xfrm>
                <a:off x="4036283" y="1946557"/>
                <a:ext cx="18000" cy="161640"/>
              </p14:xfrm>
            </p:contentPart>
          </mc:Choice>
          <mc:Fallback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CC38B99E-D419-056A-CF4A-AF61134F031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000643" y="1910557"/>
                  <a:ext cx="8964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8" name="잉크 47">
                  <a:extLst>
                    <a:ext uri="{FF2B5EF4-FFF2-40B4-BE49-F238E27FC236}">
                      <a16:creationId xmlns:a16="http://schemas.microsoft.com/office/drawing/2014/main" id="{12020757-C63E-CA0D-5936-1A56568C39F0}"/>
                    </a:ext>
                  </a:extLst>
                </p14:cNvPr>
                <p14:cNvContentPartPr/>
                <p14:nvPr/>
              </p14:nvContentPartPr>
              <p14:xfrm>
                <a:off x="4061123" y="2041597"/>
                <a:ext cx="45360" cy="15480"/>
              </p14:xfrm>
            </p:contentPart>
          </mc:Choice>
          <mc:Fallback>
            <p:pic>
              <p:nvPicPr>
                <p:cNvPr id="48" name="잉크 47">
                  <a:extLst>
                    <a:ext uri="{FF2B5EF4-FFF2-40B4-BE49-F238E27FC236}">
                      <a16:creationId xmlns:a16="http://schemas.microsoft.com/office/drawing/2014/main" id="{12020757-C63E-CA0D-5936-1A56568C39F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025123" y="2005597"/>
                  <a:ext cx="117000" cy="8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925DCF7B-52FC-8AAE-AC33-ACE8BA683BB1}"/>
              </a:ext>
            </a:extLst>
          </p:cNvPr>
          <p:cNvGrpSpPr/>
          <p:nvPr/>
        </p:nvGrpSpPr>
        <p:grpSpPr>
          <a:xfrm>
            <a:off x="4301963" y="1859797"/>
            <a:ext cx="358200" cy="279720"/>
            <a:chOff x="4301963" y="1859797"/>
            <a:chExt cx="358200" cy="27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1141F772-537B-F4CF-F1E5-595BB075F661}"/>
                    </a:ext>
                  </a:extLst>
                </p14:cNvPr>
                <p14:cNvContentPartPr/>
                <p14:nvPr/>
              </p14:nvContentPartPr>
              <p14:xfrm>
                <a:off x="4301963" y="1884277"/>
                <a:ext cx="80280" cy="111960"/>
              </p14:xfrm>
            </p:contentPart>
          </mc:Choice>
          <mc:Fallback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1141F772-537B-F4CF-F1E5-595BB075F661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266323" y="1848277"/>
                  <a:ext cx="1519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30AFA7D2-A2CD-8495-83A3-1626D933A8D0}"/>
                    </a:ext>
                  </a:extLst>
                </p14:cNvPr>
                <p14:cNvContentPartPr/>
                <p14:nvPr/>
              </p14:nvContentPartPr>
              <p14:xfrm>
                <a:off x="4431923" y="1875997"/>
                <a:ext cx="5400" cy="115920"/>
              </p14:xfrm>
            </p:contentPart>
          </mc:Choice>
          <mc:Fallback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30AFA7D2-A2CD-8495-83A3-1626D933A8D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395923" y="1839997"/>
                  <a:ext cx="770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A29C2ACF-55A6-8D05-A243-3614D189EFB6}"/>
                    </a:ext>
                  </a:extLst>
                </p14:cNvPr>
                <p14:cNvContentPartPr/>
                <p14:nvPr/>
              </p14:nvContentPartPr>
              <p14:xfrm>
                <a:off x="4441283" y="1935397"/>
                <a:ext cx="25920" cy="18000"/>
              </p14:xfrm>
            </p:contentPart>
          </mc:Choice>
          <mc:Fallback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A29C2ACF-55A6-8D05-A243-3614D189EFB6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405643" y="1899757"/>
                  <a:ext cx="975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679704A2-DCE2-B6D9-CEB6-B0D82CC400FC}"/>
                    </a:ext>
                  </a:extLst>
                </p14:cNvPr>
                <p14:cNvContentPartPr/>
                <p14:nvPr/>
              </p14:nvContentPartPr>
              <p14:xfrm>
                <a:off x="4472243" y="1859797"/>
                <a:ext cx="12600" cy="130680"/>
              </p14:xfrm>
            </p:contentPart>
          </mc:Choice>
          <mc:Fallback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679704A2-DCE2-B6D9-CEB6-B0D82CC400FC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436603" y="1823797"/>
                  <a:ext cx="8424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BA75531D-A6B1-1A5C-9B4F-E485D438B89C}"/>
                    </a:ext>
                  </a:extLst>
                </p14:cNvPr>
                <p14:cNvContentPartPr/>
                <p14:nvPr/>
              </p14:nvContentPartPr>
              <p14:xfrm>
                <a:off x="4356323" y="2041237"/>
                <a:ext cx="86400" cy="98280"/>
              </p14:xfrm>
            </p:contentPart>
          </mc:Choice>
          <mc:Fallback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BA75531D-A6B1-1A5C-9B4F-E485D438B89C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320683" y="2005597"/>
                  <a:ext cx="1580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4" name="잉크 53">
                  <a:extLst>
                    <a:ext uri="{FF2B5EF4-FFF2-40B4-BE49-F238E27FC236}">
                      <a16:creationId xmlns:a16="http://schemas.microsoft.com/office/drawing/2014/main" id="{B7C40EA9-6F0B-C732-211D-ADDF1386E17F}"/>
                    </a:ext>
                  </a:extLst>
                </p14:cNvPr>
                <p14:cNvContentPartPr/>
                <p14:nvPr/>
              </p14:nvContentPartPr>
              <p14:xfrm>
                <a:off x="4508963" y="1900477"/>
                <a:ext cx="88920" cy="110520"/>
              </p14:xfrm>
            </p:contentPart>
          </mc:Choice>
          <mc:Fallback>
            <p:pic>
              <p:nvPicPr>
                <p:cNvPr id="54" name="잉크 53">
                  <a:extLst>
                    <a:ext uri="{FF2B5EF4-FFF2-40B4-BE49-F238E27FC236}">
                      <a16:creationId xmlns:a16="http://schemas.microsoft.com/office/drawing/2014/main" id="{B7C40EA9-6F0B-C732-211D-ADDF1386E17F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472963" y="1864477"/>
                  <a:ext cx="16056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5" name="잉크 54">
                  <a:extLst>
                    <a:ext uri="{FF2B5EF4-FFF2-40B4-BE49-F238E27FC236}">
                      <a16:creationId xmlns:a16="http://schemas.microsoft.com/office/drawing/2014/main" id="{2D810C19-CE98-B0B5-2290-8F61E49EBCE4}"/>
                    </a:ext>
                  </a:extLst>
                </p14:cNvPr>
                <p14:cNvContentPartPr/>
                <p14:nvPr/>
              </p14:nvContentPartPr>
              <p14:xfrm>
                <a:off x="4641443" y="1864117"/>
                <a:ext cx="18720" cy="154080"/>
              </p14:xfrm>
            </p:contentPart>
          </mc:Choice>
          <mc:Fallback>
            <p:pic>
              <p:nvPicPr>
                <p:cNvPr id="55" name="잉크 54">
                  <a:extLst>
                    <a:ext uri="{FF2B5EF4-FFF2-40B4-BE49-F238E27FC236}">
                      <a16:creationId xmlns:a16="http://schemas.microsoft.com/office/drawing/2014/main" id="{2D810C19-CE98-B0B5-2290-8F61E49EBCE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605803" y="1828117"/>
                  <a:ext cx="903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6" name="잉크 55">
                  <a:extLst>
                    <a:ext uri="{FF2B5EF4-FFF2-40B4-BE49-F238E27FC236}">
                      <a16:creationId xmlns:a16="http://schemas.microsoft.com/office/drawing/2014/main" id="{A6DF4C45-9CE6-497F-590F-8214A57C1EFA}"/>
                    </a:ext>
                  </a:extLst>
                </p14:cNvPr>
                <p14:cNvContentPartPr/>
                <p14:nvPr/>
              </p14:nvContentPartPr>
              <p14:xfrm>
                <a:off x="4566923" y="2039437"/>
                <a:ext cx="10800" cy="70200"/>
              </p14:xfrm>
            </p:contentPart>
          </mc:Choice>
          <mc:Fallback>
            <p:pic>
              <p:nvPicPr>
                <p:cNvPr id="56" name="잉크 55">
                  <a:extLst>
                    <a:ext uri="{FF2B5EF4-FFF2-40B4-BE49-F238E27FC236}">
                      <a16:creationId xmlns:a16="http://schemas.microsoft.com/office/drawing/2014/main" id="{A6DF4C45-9CE6-497F-590F-8214A57C1EF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530923" y="2003797"/>
                  <a:ext cx="8244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7" name="잉크 56">
                  <a:extLst>
                    <a:ext uri="{FF2B5EF4-FFF2-40B4-BE49-F238E27FC236}">
                      <a16:creationId xmlns:a16="http://schemas.microsoft.com/office/drawing/2014/main" id="{FECE28AF-ACB3-D9A4-4363-794212CA4004}"/>
                    </a:ext>
                  </a:extLst>
                </p14:cNvPr>
                <p14:cNvContentPartPr/>
                <p14:nvPr/>
              </p14:nvContentPartPr>
              <p14:xfrm>
                <a:off x="4598603" y="2046997"/>
                <a:ext cx="61200" cy="36360"/>
              </p14:xfrm>
            </p:contentPart>
          </mc:Choice>
          <mc:Fallback>
            <p:pic>
              <p:nvPicPr>
                <p:cNvPr id="57" name="잉크 56">
                  <a:extLst>
                    <a:ext uri="{FF2B5EF4-FFF2-40B4-BE49-F238E27FC236}">
                      <a16:creationId xmlns:a16="http://schemas.microsoft.com/office/drawing/2014/main" id="{FECE28AF-ACB3-D9A4-4363-794212CA400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562603" y="2010997"/>
                  <a:ext cx="1328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C643B719-DB1D-FE76-DF17-8B53D8987D22}"/>
                    </a:ext>
                  </a:extLst>
                </p14:cNvPr>
                <p14:cNvContentPartPr/>
                <p14:nvPr/>
              </p14:nvContentPartPr>
              <p14:xfrm>
                <a:off x="4575923" y="2115037"/>
                <a:ext cx="63360" cy="17280"/>
              </p14:xfrm>
            </p:contentPart>
          </mc:Choice>
          <mc:Fallback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C643B719-DB1D-FE76-DF17-8B53D8987D2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539923" y="2079397"/>
                  <a:ext cx="135000" cy="88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816227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7A2DED-26D6-458B-A23C-C642B0BAB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F8A210-B0EA-43B5-BA4C-9F86CBBF8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이득 압축이 변조 방식에 미치는 성능 저하</a:t>
            </a:r>
            <a:endParaRPr lang="en-US" altLang="ko-KR" dirty="0"/>
          </a:p>
          <a:p>
            <a:pPr lvl="1"/>
            <a:r>
              <a:rPr lang="en-US" altLang="ko-KR" dirty="0"/>
              <a:t>(a) FM (Frequency Modulation): </a:t>
            </a:r>
            <a:r>
              <a:rPr lang="ko-KR" altLang="en-US" dirty="0"/>
              <a:t>정보가 주파수 변화에만 존재하므로</a:t>
            </a:r>
            <a:r>
              <a:rPr lang="en-US" altLang="ko-KR" dirty="0"/>
              <a:t>, </a:t>
            </a:r>
            <a:r>
              <a:rPr lang="ko-KR" altLang="en-US" dirty="0"/>
              <a:t>이득 압축으로 인한 진폭 제한이 발생해도 정보 손실이 거의 없음</a:t>
            </a:r>
            <a:endParaRPr lang="en-US" altLang="ko-KR" dirty="0"/>
          </a:p>
          <a:p>
            <a:pPr lvl="1"/>
            <a:r>
              <a:rPr lang="en-US" altLang="ko-KR" dirty="0"/>
              <a:t>(b) AM (Amplitude Modulation): </a:t>
            </a:r>
            <a:r>
              <a:rPr lang="ko-KR" altLang="en-US" dirty="0"/>
              <a:t>정보가 신호의 </a:t>
            </a:r>
            <a:r>
              <a:rPr lang="ko-KR" altLang="en-US" dirty="0" err="1"/>
              <a:t>포락선</a:t>
            </a:r>
            <a:r>
              <a:rPr lang="en-US" altLang="ko-KR" dirty="0"/>
              <a:t>(Envelope)</a:t>
            </a:r>
            <a:r>
              <a:rPr lang="ko-KR" altLang="en-US" dirty="0"/>
              <a:t>에 담겨 있으므로</a:t>
            </a:r>
            <a:r>
              <a:rPr lang="en-US" altLang="ko-KR" dirty="0"/>
              <a:t>, </a:t>
            </a:r>
            <a:r>
              <a:rPr lang="ko-KR" altLang="en-US" dirty="0"/>
              <a:t>이득 압축이 발생하면 </a:t>
            </a:r>
            <a:r>
              <a:rPr lang="ko-KR" altLang="en-US" dirty="0" err="1"/>
              <a:t>포락선</a:t>
            </a:r>
            <a:r>
              <a:rPr lang="ko-KR" altLang="en-US" dirty="0"/>
              <a:t> 왜곡이 발생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C02FAA-BDC0-4F1B-AA27-92BADBBC2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FF6BAEE-2A18-40D8-86BA-8C3B1A5B2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4820" y="3429000"/>
            <a:ext cx="6621263" cy="3129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6537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092FDD-9AE2-454A-AEA2-F8B623C48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60BD59C-BB89-44EB-B418-5240DBF4772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Desensitization (</a:t>
                </a:r>
                <a:r>
                  <a:rPr lang="ko-KR" altLang="en-US" dirty="0"/>
                  <a:t>감도 저하</a:t>
                </a:r>
                <a:r>
                  <a:rPr lang="en-US" altLang="ko-KR" dirty="0"/>
                  <a:t>) </a:t>
                </a:r>
                <a:r>
                  <a:rPr lang="ko-KR" altLang="en-US" dirty="0"/>
                  <a:t>및 </a:t>
                </a:r>
                <a:r>
                  <a:rPr lang="en-US" altLang="ko-KR" dirty="0"/>
                  <a:t>Blocker </a:t>
                </a:r>
                <a:r>
                  <a:rPr lang="ko-KR" altLang="en-US" dirty="0"/>
                  <a:t>신호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작은 입력 신호 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𝑐𝑜𝑠</m:t>
                    </m:r>
                    <m:sSub>
                      <m:sSubPr>
                        <m:ctrlP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altLang="ko-KR" dirty="0"/>
                  <a:t>)</a:t>
                </a:r>
                <a:r>
                  <a:rPr lang="ko-KR" altLang="en-US" dirty="0"/>
                  <a:t>와 강한 간섭파</a:t>
                </a:r>
                <a:r>
                  <a:rPr lang="en-US" altLang="ko-KR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𝑐𝑜𝑠</m:t>
                    </m:r>
                    <m:sSub>
                      <m:sSubPr>
                        <m:ctrlPr>
                          <a:rPr lang="en-US" altLang="ko-KR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ko-KR" b="0" i="1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en-US" altLang="ko-KR" dirty="0"/>
                  <a:t>) </a:t>
                </a:r>
                <a:r>
                  <a:rPr lang="ko-KR" altLang="en-US" dirty="0"/>
                  <a:t>가 동시에 입력되는 경우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 kern="100" smtClean="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𝑥</m:t>
                    </m:r>
                    <m:d>
                      <m:dPr>
                        <m:ctrlP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</m:d>
                    <m:r>
                      <a:rPr lang="en-US" altLang="ko-KR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𝑐𝑜𝑠</m:t>
                    </m:r>
                    <m:sSub>
                      <m:sSubPr>
                        <m:ctrlP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ko-KR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𝑐𝑜𝑠</m:t>
                    </m:r>
                    <m:sSub>
                      <m:sSubPr>
                        <m:ctrlP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ko-KR" i="1" kern="1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 kern="1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lang="ko-KR" altLang="en-US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일 때</a:t>
                </a:r>
                <a:r>
                  <a:rPr lang="en-US" altLang="ko-KR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,</a:t>
                </a:r>
                <a:r>
                  <a:rPr lang="ko-KR" altLang="en-US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ω</a:t>
                </a:r>
                <a:r>
                  <a:rPr lang="en-US" altLang="ko-KR" kern="100" baseline="-250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1</a:t>
                </a:r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 </a:t>
                </a:r>
                <a:r>
                  <a:rPr lang="ko-KR" altLang="en-US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성분을 구하면</a:t>
                </a:r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,</a:t>
                </a:r>
              </a:p>
              <a:p>
                <a:pPr lvl="1"/>
                <a:endParaRPr lang="en-US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/>
                <a:endParaRPr lang="en-US" altLang="ko-KR" sz="1800" kern="100" dirty="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/>
                <a:endParaRPr lang="en-US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/>
                <a:endParaRPr lang="en-US" altLang="ko-KR" sz="1800" kern="100" dirty="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/>
                <a:endParaRPr lang="en-US" altLang="ko-KR" sz="18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ko-KR" kern="100" dirty="0">
                    <a:effectLst/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Blocker</a:t>
                </a:r>
              </a:p>
              <a:p>
                <a:pPr lvl="2"/>
                <a:r>
                  <a:rPr lang="en-US" altLang="ko-KR" i="1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A</a:t>
                </a:r>
                <a:r>
                  <a:rPr lang="en-US" altLang="ko-KR" kern="100" baseline="-250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2</a:t>
                </a:r>
                <a:r>
                  <a:rPr lang="ko-KR" altLang="en-US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가 충분히 큰 경우</a:t>
                </a:r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, </a:t>
                </a:r>
                <a:r>
                  <a:rPr lang="ko-KR" altLang="en-US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이득이 </a:t>
                </a:r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0</a:t>
                </a:r>
                <a:r>
                  <a:rPr lang="ko-KR" altLang="en-US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</a:rPr>
                  <a:t>이 될 수 있음 </a:t>
                </a:r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  <a:sym typeface="Wingdings" panose="05000000000000000000" pitchFamily="2" charset="2"/>
                  </a:rPr>
                  <a:t> </a:t>
                </a:r>
                <a:r>
                  <a:rPr lang="ko-KR" altLang="en-US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  <a:sym typeface="Wingdings" panose="05000000000000000000" pitchFamily="2" charset="2"/>
                  </a:rPr>
                  <a:t>간섭파를 </a:t>
                </a:r>
                <a:r>
                  <a:rPr lang="en-US" altLang="ko-KR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  <a:sym typeface="Wingdings" panose="05000000000000000000" pitchFamily="2" charset="2"/>
                  </a:rPr>
                  <a:t>Blocker</a:t>
                </a:r>
                <a:r>
                  <a:rPr lang="ko-KR" altLang="en-US" kern="100" dirty="0">
                    <a:latin typeface="맑은 고딕" panose="020B0503020000020004" pitchFamily="50" charset="-127"/>
                    <a:ea typeface="맑은 고딕" panose="020B0503020000020004" pitchFamily="50" charset="-127"/>
                    <a:cs typeface="Times New Roman" panose="02020603050405020304" pitchFamily="18" charset="0"/>
                    <a:sym typeface="Wingdings" panose="05000000000000000000" pitchFamily="2" charset="2"/>
                  </a:rPr>
                  <a:t>라고 부름</a:t>
                </a:r>
                <a:endParaRPr lang="en-US" altLang="ko-KR" kern="100" dirty="0"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2"/>
                <a:endParaRPr lang="ko-KR" altLang="ko-KR" sz="1400" kern="100" dirty="0">
                  <a:effectLst/>
                  <a:latin typeface="맑은 고딕" panose="020B0503020000020004" pitchFamily="50" charset="-127"/>
                  <a:ea typeface="맑은 고딕" panose="020B0503020000020004" pitchFamily="50" charset="-127"/>
                  <a:cs typeface="Times New Roman" panose="02020603050405020304" pitchFamily="18" charset="0"/>
                </a:endParaRPr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  <a:p>
                <a:pPr lvl="1"/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60BD59C-BB89-44EB-B418-5240DBF477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414" r="-5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F3E558-8F52-4653-A6E5-991555622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5D09792-5397-4D3D-ABAC-599BBF805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852" y="3101857"/>
            <a:ext cx="5358394" cy="67665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D322045-4225-469F-8663-7ED7BEA038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4006" y="3083467"/>
            <a:ext cx="4233680" cy="676658"/>
          </a:xfrm>
          <a:prstGeom prst="rect">
            <a:avLst/>
          </a:prstGeom>
        </p:spPr>
      </p:pic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5F9E6A49-1078-41A5-9F53-775EB667099E}"/>
              </a:ext>
            </a:extLst>
          </p:cNvPr>
          <p:cNvCxnSpPr/>
          <p:nvPr/>
        </p:nvCxnSpPr>
        <p:spPr>
          <a:xfrm flipV="1">
            <a:off x="6013174" y="3421796"/>
            <a:ext cx="884583" cy="7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20FA761-C2C1-4636-80C6-000DDCA39401}"/>
              </a:ext>
            </a:extLst>
          </p:cNvPr>
          <p:cNvSpPr txBox="1"/>
          <p:nvPr/>
        </p:nvSpPr>
        <p:spPr>
          <a:xfrm>
            <a:off x="5995193" y="3464467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i="1" dirty="0"/>
              <a:t>A</a:t>
            </a:r>
            <a:r>
              <a:rPr lang="en-US" altLang="ko-KR" baseline="-25000" dirty="0"/>
              <a:t>2</a:t>
            </a:r>
            <a:r>
              <a:rPr lang="en-US" altLang="ko-KR" dirty="0"/>
              <a:t> &gt;&gt; </a:t>
            </a:r>
            <a:r>
              <a:rPr lang="en-US" altLang="ko-KR" i="1" dirty="0"/>
              <a:t>A</a:t>
            </a:r>
            <a:r>
              <a:rPr lang="en-US" altLang="ko-KR" baseline="-25000" dirty="0"/>
              <a:t>1</a:t>
            </a:r>
            <a:endParaRPr lang="ko-KR" alt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22706741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0386F4-E205-486D-BCF0-B521D990C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2.7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34D98F-EEB0-4B2E-90FF-6FDC1FBAD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0066"/>
            <a:ext cx="10515600" cy="5229456"/>
          </a:xfrm>
        </p:spPr>
        <p:txBody>
          <a:bodyPr/>
          <a:lstStyle/>
          <a:p>
            <a:r>
              <a:rPr lang="ko-KR" altLang="en-US" dirty="0"/>
              <a:t>문제</a:t>
            </a:r>
            <a:endParaRPr lang="en-US" altLang="ko-KR" dirty="0"/>
          </a:p>
          <a:p>
            <a:pPr lvl="1"/>
            <a:r>
              <a:rPr lang="en-US" altLang="ko-KR" dirty="0"/>
              <a:t>900MHz GSM </a:t>
            </a:r>
            <a:r>
              <a:rPr lang="ko-KR" altLang="en-US" dirty="0"/>
              <a:t>송신기가 </a:t>
            </a:r>
            <a:r>
              <a:rPr lang="en-US" altLang="ko-KR" dirty="0"/>
              <a:t>1 W( +30 dBm) </a:t>
            </a:r>
            <a:r>
              <a:rPr lang="ko-KR" altLang="en-US" dirty="0"/>
              <a:t>를 방사</a:t>
            </a:r>
            <a:endParaRPr lang="en-US" altLang="ko-KR" dirty="0"/>
          </a:p>
          <a:p>
            <a:pPr lvl="1"/>
            <a:r>
              <a:rPr lang="en-US" altLang="ko-KR" dirty="0"/>
              <a:t>1m </a:t>
            </a:r>
            <a:r>
              <a:rPr lang="ko-KR" altLang="en-US" dirty="0"/>
              <a:t>거리의 </a:t>
            </a:r>
            <a:r>
              <a:rPr lang="en-US" altLang="ko-KR" dirty="0"/>
              <a:t>1.8GHz </a:t>
            </a:r>
            <a:r>
              <a:rPr lang="ko-KR" altLang="en-US" dirty="0"/>
              <a:t>수신기 </a:t>
            </a:r>
            <a:r>
              <a:rPr lang="en-US" altLang="ko-KR" dirty="0"/>
              <a:t>(P</a:t>
            </a:r>
            <a:r>
              <a:rPr lang="en-US" altLang="ko-KR" baseline="-25000" dirty="0"/>
              <a:t>1dB</a:t>
            </a:r>
            <a:r>
              <a:rPr lang="en-US" altLang="ko-KR" dirty="0"/>
              <a:t> = -25 dBm)</a:t>
            </a:r>
            <a:r>
              <a:rPr lang="ko-KR" altLang="en-US" dirty="0"/>
              <a:t>가 존재</a:t>
            </a:r>
            <a:endParaRPr lang="en-US" altLang="ko-KR" dirty="0"/>
          </a:p>
          <a:p>
            <a:pPr lvl="1"/>
            <a:r>
              <a:rPr lang="ko-KR" altLang="en-US" dirty="0"/>
              <a:t>거리 감쇄가 </a:t>
            </a:r>
            <a:r>
              <a:rPr lang="en-US" altLang="ko-KR" dirty="0"/>
              <a:t>10 dB</a:t>
            </a:r>
            <a:r>
              <a:rPr lang="ko-KR" altLang="en-US" dirty="0"/>
              <a:t>일 때 수신기가 보호되기 위한 송신기의 고조파 억제 조건 구하기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E10E06-6936-4CFF-B484-D4ED44DB7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6EFD940-2DDE-42E0-9859-17BA219E0F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680" y="3429000"/>
            <a:ext cx="5658640" cy="28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9035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CA2023-6C36-4D0A-8F22-07F6A3F0D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03E895-BA0F-4A05-BDF7-66943AC78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풀이</a:t>
            </a:r>
            <a:endParaRPr lang="en-US" altLang="ko-KR" dirty="0"/>
          </a:p>
          <a:p>
            <a:pPr lvl="1"/>
            <a:r>
              <a:rPr lang="ko-KR" altLang="en-US" dirty="0"/>
              <a:t>수신기 허용치</a:t>
            </a:r>
            <a:endParaRPr lang="en-US" altLang="ko-KR" dirty="0"/>
          </a:p>
          <a:p>
            <a:pPr lvl="2"/>
            <a:r>
              <a:rPr lang="ko-KR" altLang="en-US" dirty="0"/>
              <a:t>수신기가 감도 저하를 일으키지 않으려면 입력되는 방해 성분이 자신의 </a:t>
            </a:r>
            <a:r>
              <a:rPr lang="en-US" altLang="ko-KR" dirty="0"/>
              <a:t>P1-dB</a:t>
            </a:r>
            <a:r>
              <a:rPr lang="ko-KR" altLang="en-US" dirty="0"/>
              <a:t>인 </a:t>
            </a:r>
            <a:r>
              <a:rPr lang="en-US" altLang="ko-KR" dirty="0"/>
              <a:t>-25 dBm</a:t>
            </a:r>
            <a:r>
              <a:rPr lang="ko-KR" altLang="en-US" dirty="0"/>
              <a:t>을 넘지 않아야 함</a:t>
            </a:r>
            <a:endParaRPr lang="en-US" altLang="ko-KR" dirty="0"/>
          </a:p>
          <a:p>
            <a:pPr lvl="1"/>
            <a:r>
              <a:rPr lang="ko-KR" altLang="en-US" dirty="0"/>
              <a:t>경로 손실 고려</a:t>
            </a:r>
            <a:endParaRPr lang="en-US" altLang="ko-KR" dirty="0"/>
          </a:p>
          <a:p>
            <a:pPr lvl="2"/>
            <a:r>
              <a:rPr lang="ko-KR" altLang="en-US" dirty="0"/>
              <a:t>거리 감쇄 </a:t>
            </a:r>
            <a:r>
              <a:rPr lang="en-US" altLang="ko-KR" dirty="0"/>
              <a:t>10 dB</a:t>
            </a:r>
            <a:r>
              <a:rPr lang="ko-KR" altLang="en-US" dirty="0"/>
              <a:t>를 고려한</a:t>
            </a:r>
            <a:r>
              <a:rPr lang="en-US" altLang="ko-KR" dirty="0"/>
              <a:t>, </a:t>
            </a:r>
            <a:r>
              <a:rPr lang="ko-KR" altLang="en-US" dirty="0"/>
              <a:t>송신기 안테나에서 방사되는 </a:t>
            </a:r>
            <a:r>
              <a:rPr lang="en-US" altLang="ko-KR" dirty="0"/>
              <a:t>1.8GHz </a:t>
            </a:r>
            <a:r>
              <a:rPr lang="ko-KR" altLang="en-US" dirty="0"/>
              <a:t>고조파 전력</a:t>
            </a:r>
            <a:endParaRPr lang="en-US" altLang="ko-KR" dirty="0"/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/>
              <a:t>억제 조건</a:t>
            </a:r>
            <a:endParaRPr lang="en-US" altLang="ko-KR" dirty="0"/>
          </a:p>
          <a:p>
            <a:pPr lvl="2"/>
            <a:r>
              <a:rPr lang="ko-KR" altLang="en-US" dirty="0"/>
              <a:t>송신기의 </a:t>
            </a:r>
            <a:r>
              <a:rPr lang="ko-KR" altLang="en-US" dirty="0" err="1"/>
              <a:t>기본파</a:t>
            </a:r>
            <a:r>
              <a:rPr lang="ko-KR" altLang="en-US" dirty="0"/>
              <a:t> 출력 </a:t>
            </a:r>
            <a:r>
              <a:rPr lang="en-US" altLang="ko-KR" dirty="0"/>
              <a:t>(+30 dBm) </a:t>
            </a:r>
            <a:r>
              <a:rPr lang="ko-KR" altLang="en-US" dirty="0"/>
              <a:t>대비 필요한 </a:t>
            </a:r>
            <a:r>
              <a:rPr lang="ko-KR" altLang="en-US" dirty="0" err="1"/>
              <a:t>억제량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FB1436-4F09-4CC5-9743-DA53E82E0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24D44E4-06BB-4C49-B055-98033BCBD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474" y="3778515"/>
            <a:ext cx="6839726" cy="31699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F6A460A-EBE0-418B-87B1-A7FED15078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7511" y="5317913"/>
            <a:ext cx="4696978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8861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EE3D33-960B-4BAB-AFA1-9D9ED2BC0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2.2.3: Cross Modulation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C416D0-C95F-4E21-B8E3-D2010A1B4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303030"/>
                </a:solidFill>
                <a:latin typeface="Google Sans Text"/>
              </a:rPr>
              <a:t>Cross modulation</a:t>
            </a:r>
            <a:endParaRPr lang="en-US" altLang="ko-KR" b="0" i="0" dirty="0">
              <a:solidFill>
                <a:srgbClr val="303030"/>
              </a:solidFill>
              <a:effectLst/>
              <a:latin typeface="Google Sans Text"/>
            </a:endParaRPr>
          </a:p>
          <a:p>
            <a:pPr lvl="1"/>
            <a:r>
              <a:rPr lang="ko-KR" altLang="en-US" b="0" i="0" dirty="0">
                <a:solidFill>
                  <a:srgbClr val="303030"/>
                </a:solidFill>
                <a:effectLst/>
                <a:latin typeface="Google Sans Text"/>
              </a:rPr>
              <a:t>수신기가 처리하고자 하는 미약한 희망 신호가 인접 대역의 강력한 진폭 변조된 간섭 신호에 의해 오염되는 현상</a:t>
            </a:r>
            <a:endParaRPr lang="en-US" altLang="ko-KR" b="0" i="0" dirty="0">
              <a:solidFill>
                <a:srgbClr val="303030"/>
              </a:solidFill>
              <a:effectLst/>
              <a:latin typeface="Google Sans Text"/>
            </a:endParaRPr>
          </a:p>
          <a:p>
            <a:pPr lvl="1"/>
            <a:r>
              <a:rPr lang="ko-KR" altLang="en-US" dirty="0">
                <a:solidFill>
                  <a:srgbClr val="303030"/>
                </a:solidFill>
                <a:latin typeface="Google Sans Text"/>
              </a:rPr>
              <a:t>예</a:t>
            </a:r>
            <a:r>
              <a:rPr lang="en-US" altLang="ko-KR" dirty="0">
                <a:solidFill>
                  <a:srgbClr val="303030"/>
                </a:solidFill>
                <a:latin typeface="Google Sans Text"/>
              </a:rPr>
              <a:t>: </a:t>
            </a:r>
            <a:r>
              <a:rPr lang="ko-KR" altLang="en-US" dirty="0">
                <a:solidFill>
                  <a:srgbClr val="303030"/>
                </a:solidFill>
                <a:latin typeface="Google Sans Text"/>
              </a:rPr>
              <a:t>간섭파의 </a:t>
            </a:r>
            <a:r>
              <a:rPr lang="ko-KR" altLang="en-US" dirty="0" err="1">
                <a:solidFill>
                  <a:srgbClr val="303030"/>
                </a:solidFill>
                <a:latin typeface="Google Sans Text"/>
              </a:rPr>
              <a:t>포락선</a:t>
            </a:r>
            <a:r>
              <a:rPr lang="en-US" altLang="ko-KR" dirty="0">
                <a:solidFill>
                  <a:srgbClr val="303030"/>
                </a:solidFill>
                <a:latin typeface="Google Sans Text"/>
              </a:rPr>
              <a:t> </a:t>
            </a:r>
            <a:r>
              <a:rPr lang="ko-KR" altLang="en-US" dirty="0">
                <a:solidFill>
                  <a:srgbClr val="303030"/>
                </a:solidFill>
                <a:latin typeface="Google Sans Text"/>
              </a:rPr>
              <a:t>정보가 희망 신호의 진폭으로 강제 전이되는 현상</a:t>
            </a:r>
            <a:endParaRPr lang="en-US" altLang="ko-KR" dirty="0">
              <a:solidFill>
                <a:srgbClr val="303030"/>
              </a:solidFill>
              <a:latin typeface="Google Sans Text"/>
            </a:endParaRPr>
          </a:p>
          <a:p>
            <a:pPr lvl="2"/>
            <a:r>
              <a:rPr lang="ko-KR" altLang="en-US" b="0" i="0" dirty="0" err="1">
                <a:solidFill>
                  <a:srgbClr val="303030"/>
                </a:solidFill>
                <a:effectLst/>
                <a:latin typeface="Google Sans Text"/>
              </a:rPr>
              <a:t>간섭파</a:t>
            </a:r>
            <a:r>
              <a:rPr lang="en-US" altLang="ko-KR" dirty="0">
                <a:solidFill>
                  <a:srgbClr val="303030"/>
                </a:solidFill>
                <a:latin typeface="Google Sans Text"/>
              </a:rPr>
              <a:t>: </a:t>
            </a:r>
            <a:r>
              <a:rPr lang="ko-KR" altLang="en-US" dirty="0">
                <a:solidFill>
                  <a:srgbClr val="303030"/>
                </a:solidFill>
                <a:latin typeface="Google Sans Text"/>
              </a:rPr>
              <a:t>진폭 변조된 신호</a:t>
            </a:r>
            <a:endParaRPr lang="en-US" altLang="ko-KR" b="0" i="0" dirty="0">
              <a:solidFill>
                <a:srgbClr val="303030"/>
              </a:solidFill>
              <a:effectLst/>
              <a:latin typeface="Google Sans Text"/>
            </a:endParaRPr>
          </a:p>
          <a:p>
            <a:pPr lvl="1"/>
            <a:endParaRPr lang="en-US" altLang="ko-KR" b="0" i="0" dirty="0">
              <a:solidFill>
                <a:srgbClr val="303030"/>
              </a:solidFill>
              <a:effectLst/>
              <a:latin typeface="Google Sans Text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06E023-7834-40D4-BB14-F1ECB55A3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66BD16B-687E-448F-A2D0-988A2DF95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1252" y="4710318"/>
            <a:ext cx="5469496" cy="201115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6660A90-95FA-4096-93B5-63A0391E8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252" y="3371011"/>
            <a:ext cx="8616714" cy="69189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31CAB94-752B-4B68-ACC6-9F66067BE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495" y="3538983"/>
            <a:ext cx="1944628" cy="320040"/>
          </a:xfrm>
          <a:prstGeom prst="rect">
            <a:avLst/>
          </a:prstGeom>
        </p:spPr>
      </p:pic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B71FBB3E-7EBD-4353-BBC9-F98D14DAA8C5}"/>
              </a:ext>
            </a:extLst>
          </p:cNvPr>
          <p:cNvCxnSpPr/>
          <p:nvPr/>
        </p:nvCxnSpPr>
        <p:spPr>
          <a:xfrm>
            <a:off x="2737086" y="3716960"/>
            <a:ext cx="4633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AC3B49C-BA29-4AE8-8D0A-499C7BA7C2FF}"/>
              </a:ext>
            </a:extLst>
          </p:cNvPr>
          <p:cNvSpPr txBox="1"/>
          <p:nvPr/>
        </p:nvSpPr>
        <p:spPr>
          <a:xfrm>
            <a:off x="2386123" y="3884600"/>
            <a:ext cx="12822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Cross </a:t>
            </a:r>
          </a:p>
          <a:p>
            <a:r>
              <a:rPr lang="en-US" altLang="ko-KR" dirty="0"/>
              <a:t>Modulation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50016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378ED9-22CB-46A1-8976-A0E8E4B9A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2.8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495DE4-CAF5-4D52-BE02-9FF669DBA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0066"/>
            <a:ext cx="10515600" cy="5274734"/>
          </a:xfrm>
        </p:spPr>
        <p:txBody>
          <a:bodyPr/>
          <a:lstStyle/>
          <a:p>
            <a:r>
              <a:rPr lang="ko-KR" altLang="en-US" dirty="0"/>
              <a:t>문제</a:t>
            </a:r>
            <a:endParaRPr lang="en-US" altLang="ko-KR" dirty="0"/>
          </a:p>
          <a:p>
            <a:pPr lvl="1"/>
            <a:r>
              <a:rPr lang="ko-KR" altLang="en-US" dirty="0"/>
              <a:t>위상 변조만 있는 신호의 경우 </a:t>
            </a:r>
            <a:r>
              <a:rPr lang="en-US" altLang="ko-KR" dirty="0"/>
              <a:t>Cross Modulation</a:t>
            </a:r>
            <a:r>
              <a:rPr lang="ko-KR" altLang="en-US" dirty="0"/>
              <a:t>의 발생 여부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풀이</a:t>
            </a:r>
            <a:endParaRPr lang="en-US" altLang="ko-KR" dirty="0"/>
          </a:p>
          <a:p>
            <a:pPr lvl="1"/>
            <a:r>
              <a:rPr lang="ko-KR" altLang="en-US" dirty="0"/>
              <a:t>입력신호</a:t>
            </a:r>
            <a:r>
              <a:rPr lang="en-US" altLang="ko-KR" dirty="0"/>
              <a:t>:</a:t>
            </a:r>
          </a:p>
          <a:p>
            <a:pPr lvl="1"/>
            <a:r>
              <a:rPr lang="en-US" altLang="ko-KR" dirty="0"/>
              <a:t>3</a:t>
            </a:r>
            <a:r>
              <a:rPr lang="ko-KR" altLang="en-US" dirty="0"/>
              <a:t>차 비선형 공식에 대입</a:t>
            </a:r>
            <a:r>
              <a:rPr lang="en-US" altLang="ko-KR" dirty="0"/>
              <a:t>: 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ω</a:t>
            </a:r>
            <a:r>
              <a:rPr lang="en-US" altLang="ko-KR" baseline="-25000" dirty="0"/>
              <a:t>1</a:t>
            </a:r>
            <a:r>
              <a:rPr lang="en-US" altLang="ko-KR" dirty="0"/>
              <a:t> </a:t>
            </a:r>
            <a:r>
              <a:rPr lang="ko-KR" altLang="en-US" dirty="0"/>
              <a:t>주파수 성분의 신호</a:t>
            </a:r>
            <a:r>
              <a:rPr lang="en-US" altLang="ko-KR" dirty="0"/>
              <a:t>: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Cross Modulation</a:t>
            </a:r>
            <a:r>
              <a:rPr lang="ko-KR" altLang="en-US" dirty="0"/>
              <a:t>의 발생하지 않음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14C0EE-342B-4E05-B2AA-C21A03CCB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0A35A6A-1992-4D5F-A2F7-B38E5412A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4096" y="3268980"/>
            <a:ext cx="3931928" cy="32004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3434404-C538-4C99-97A8-0107833DB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0183" y="4133181"/>
            <a:ext cx="8260096" cy="74981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73D8ADC-B043-4B1F-960D-4EC59587D4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4732" y="5042500"/>
            <a:ext cx="4233680" cy="67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6656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58AD8D-1DAC-4F95-93FB-F76DE7393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2.2.4: Intermodulation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4409B18-AF4B-42AF-9CCB-8D3BD1351F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Intermodulation (IM)</a:t>
                </a:r>
              </a:p>
              <a:p>
                <a:pPr lvl="1"/>
                <a:r>
                  <a:rPr lang="ko-KR" altLang="en-US" dirty="0"/>
                  <a:t> 대역 내</a:t>
                </a:r>
                <a:r>
                  <a:rPr lang="en-US" altLang="ko-KR" dirty="0"/>
                  <a:t>(In-band)</a:t>
                </a:r>
                <a:r>
                  <a:rPr lang="ko-KR" altLang="en-US" dirty="0"/>
                  <a:t>에 인접한 두 개 이상의 간섭 신호</a:t>
                </a:r>
                <a:r>
                  <a:rPr lang="en-US" altLang="ko-KR" dirty="0"/>
                  <a:t>(Interferers)</a:t>
                </a:r>
                <a:r>
                  <a:rPr lang="ko-KR" altLang="en-US" dirty="0"/>
                  <a:t>가 비선형 소자를 동시에 통과할 때 발생함</a:t>
                </a:r>
                <a:endParaRPr lang="en-US" altLang="ko-KR" dirty="0"/>
              </a:p>
              <a:p>
                <a:r>
                  <a:rPr lang="en-US" altLang="ko-KR" dirty="0"/>
                  <a:t>Tow-Tone Test</a:t>
                </a:r>
              </a:p>
              <a:p>
                <a:pPr lvl="1"/>
                <a:r>
                  <a:rPr lang="ko-KR" altLang="en-US" b="0" i="0" dirty="0">
                    <a:solidFill>
                      <a:srgbClr val="303030"/>
                    </a:solidFill>
                    <a:effectLst/>
                    <a:latin typeface="Google Sans Text"/>
                  </a:rPr>
                  <a:t>근접한 주파수를 갖는 간섭 </a:t>
                </a:r>
                <a:r>
                  <a:rPr lang="ko-KR" altLang="en-US" b="0" i="0" dirty="0" err="1">
                    <a:solidFill>
                      <a:srgbClr val="303030"/>
                    </a:solidFill>
                    <a:effectLst/>
                    <a:latin typeface="Google Sans Text"/>
                  </a:rPr>
                  <a:t>정현파</a:t>
                </a:r>
                <a:r>
                  <a:rPr lang="ko-KR" altLang="en-US" b="0" i="0" dirty="0">
                    <a:solidFill>
                      <a:srgbClr val="303030"/>
                    </a:solidFill>
                    <a:effectLst/>
                    <a:latin typeface="Google Sans Text"/>
                  </a:rPr>
                  <a:t> 입력이 </a:t>
                </a:r>
                <a:r>
                  <a:rPr lang="en-US" altLang="ko-KR" dirty="0">
                    <a:solidFill>
                      <a:srgbClr val="303030"/>
                    </a:solidFill>
                    <a:latin typeface="Google Sans Text"/>
                  </a:rPr>
                  <a:t>3</a:t>
                </a:r>
                <a:r>
                  <a:rPr lang="ko-KR" altLang="en-US" dirty="0">
                    <a:solidFill>
                      <a:srgbClr val="303030"/>
                    </a:solidFill>
                    <a:latin typeface="Google Sans Text"/>
                  </a:rPr>
                  <a:t>차 비선형 시스템에 입력</a:t>
                </a:r>
                <a:endParaRPr lang="en-US" altLang="ko-KR" dirty="0">
                  <a:solidFill>
                    <a:srgbClr val="303030"/>
                  </a:solidFill>
                  <a:latin typeface="Google Sans Text"/>
                </a:endParaRPr>
              </a:p>
              <a:p>
                <a:pPr lvl="1"/>
                <a:endParaRPr lang="en-US" altLang="ko-KR" dirty="0">
                  <a:solidFill>
                    <a:srgbClr val="303030"/>
                  </a:solidFill>
                  <a:latin typeface="Google Sans Text"/>
                </a:endParaRPr>
              </a:p>
              <a:p>
                <a:pPr lvl="1"/>
                <a:endParaRPr lang="en-US" altLang="ko-KR" dirty="0">
                  <a:solidFill>
                    <a:srgbClr val="303030"/>
                  </a:solidFill>
                  <a:latin typeface="Google Sans Text"/>
                </a:endParaRPr>
              </a:p>
              <a:p>
                <a:pPr lvl="1"/>
                <a:endParaRPr lang="en-US" altLang="ko-KR" dirty="0">
                  <a:solidFill>
                    <a:srgbClr val="303030"/>
                  </a:solidFill>
                  <a:latin typeface="Google Sans Text"/>
                </a:endParaRPr>
              </a:p>
              <a:p>
                <a:pPr lvl="1"/>
                <a:r>
                  <a:rPr lang="ko-KR" altLang="en-US" dirty="0">
                    <a:solidFill>
                      <a:srgbClr val="303030"/>
                    </a:solidFill>
                    <a:latin typeface="Google Sans Text"/>
                  </a:rPr>
                  <a:t>삼각함수 공식</a:t>
                </a:r>
                <a:r>
                  <a:rPr lang="en-US" altLang="ko-KR" dirty="0">
                    <a:solidFill>
                      <a:srgbClr val="303030"/>
                    </a:solidFill>
                    <a:latin typeface="Google Sans Text"/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0" smtClea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ko-KR" sz="18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cos</m:t>
                        </m:r>
                      </m:e>
                      <m:sup>
                        <m:r>
                          <a:rPr lang="en-US" altLang="ko-KR" sz="18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ko-KR" sz="18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θ</m:t>
                    </m:r>
                    <m:r>
                      <a:rPr lang="en-US" altLang="ko-KR" sz="18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18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ko-KR" sz="18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n-US" altLang="ko-KR" sz="18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cos</m:t>
                        </m:r>
                        <m:r>
                          <a:rPr lang="en-US" altLang="ko-KR" sz="18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US" altLang="ko-KR" sz="1800">
                            <a:effectLst/>
                            <a:latin typeface="Cambria Math" panose="02040503050406030204" pitchFamily="18" charset="0"/>
                            <a:ea typeface="맑은 고딕" panose="020B0503020000020004" pitchFamily="50" charset="-127"/>
                            <a:cs typeface="Times New Roman" panose="020206030504050203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lit/>
                      </m:rPr>
                      <a:rPr lang="en-US" altLang="ko-KR" sz="18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/</m:t>
                    </m:r>
                    <m:r>
                      <a:rPr lang="en-US" altLang="ko-KR" sz="1800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ko-KR" sz="1800" i="1">
                        <a:effectLst/>
                        <a:latin typeface="Cambria Math" panose="02040503050406030204" pitchFamily="18" charset="0"/>
                        <a:ea typeface="맑은 고딕" panose="020B0503020000020004" pitchFamily="50" charset="-127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solidFill>
                      <a:srgbClr val="303030"/>
                    </a:solidFill>
                    <a:latin typeface="Google Sans Text"/>
                  </a:rPr>
                  <a:t>)</a:t>
                </a:r>
                <a:r>
                  <a:rPr lang="ko-KR" altLang="en-US" dirty="0">
                    <a:solidFill>
                      <a:srgbClr val="303030"/>
                    </a:solidFill>
                    <a:latin typeface="Google Sans Text"/>
                  </a:rPr>
                  <a:t>을 적용하여 정리</a:t>
                </a:r>
                <a:r>
                  <a:rPr lang="en-US" altLang="ko-KR" dirty="0">
                    <a:solidFill>
                      <a:srgbClr val="303030"/>
                    </a:solidFill>
                    <a:latin typeface="Google Sans Text"/>
                  </a:rPr>
                  <a:t>: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4409B18-AF4B-42AF-9CCB-8D3BD1351F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0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0F3576-C0A8-4F96-B083-8E0D149F8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07B56E3-06B2-4E6C-95F8-791089625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16" y="3778515"/>
            <a:ext cx="3285750" cy="32004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CF83AE4-284E-46C9-AA44-E38C9F6259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3554" y="3563630"/>
            <a:ext cx="7062230" cy="74981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BD351C80-3F74-4DB0-A4CB-DFA46E00A5E8}"/>
              </a:ext>
            </a:extLst>
          </p:cNvPr>
          <p:cNvSpPr/>
          <p:nvPr/>
        </p:nvSpPr>
        <p:spPr>
          <a:xfrm>
            <a:off x="3663140" y="3450524"/>
            <a:ext cx="1040887" cy="9442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비선형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시스템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43F7AD7-8540-41B3-964E-34B80C931F77}"/>
              </a:ext>
            </a:extLst>
          </p:cNvPr>
          <p:cNvCxnSpPr/>
          <p:nvPr/>
        </p:nvCxnSpPr>
        <p:spPr>
          <a:xfrm>
            <a:off x="3391966" y="3922632"/>
            <a:ext cx="2115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9616C0AE-A991-4361-9C77-C48B93881DE5}"/>
              </a:ext>
            </a:extLst>
          </p:cNvPr>
          <p:cNvCxnSpPr/>
          <p:nvPr/>
        </p:nvCxnSpPr>
        <p:spPr>
          <a:xfrm>
            <a:off x="4801666" y="3941682"/>
            <a:ext cx="2115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그림 22">
            <a:extLst>
              <a:ext uri="{FF2B5EF4-FFF2-40B4-BE49-F238E27FC236}">
                <a16:creationId xmlns:a16="http://schemas.microsoft.com/office/drawing/2014/main" id="{6576E151-A855-4E21-92D2-81204A07B2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7814" y="5191894"/>
            <a:ext cx="7534672" cy="129235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A475EA8-9661-4F5E-B0DF-BCF195189333}"/>
              </a:ext>
            </a:extLst>
          </p:cNvPr>
          <p:cNvSpPr txBox="1"/>
          <p:nvPr/>
        </p:nvSpPr>
        <p:spPr>
          <a:xfrm>
            <a:off x="1749091" y="5662757"/>
            <a:ext cx="954107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/>
              <a:t>IM</a:t>
            </a:r>
            <a:r>
              <a:rPr lang="ko-KR" altLang="en-US" dirty="0"/>
              <a:t> 성분</a:t>
            </a:r>
          </a:p>
        </p:txBody>
      </p:sp>
    </p:spTree>
    <p:extLst>
      <p:ext uri="{BB962C8B-B14F-4D97-AF65-F5344CB8AC3E}">
        <p14:creationId xmlns:p14="http://schemas.microsoft.com/office/powerpoint/2010/main" val="36924283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DBCA07-06B5-4A3B-A382-D6D6D4749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AA7FE0-671B-493D-A86D-AA49C0CA1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18F0E7-8F5A-40A4-86A1-864FB86DE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462EB0-3751-4672-919E-48113437361B}"/>
              </a:ext>
            </a:extLst>
          </p:cNvPr>
          <p:cNvSpPr txBox="1"/>
          <p:nvPr/>
        </p:nvSpPr>
        <p:spPr>
          <a:xfrm>
            <a:off x="1295109" y="1881721"/>
            <a:ext cx="1938223" cy="36933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Fundamental</a:t>
            </a:r>
            <a:r>
              <a:rPr lang="ko-KR" altLang="en-US" dirty="0"/>
              <a:t> 성분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6B4798A-C98A-4643-81E6-4BF7BFE58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1165" y="1386682"/>
            <a:ext cx="5596140" cy="135941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9426247-F379-4076-9122-D468233B19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444" y="3778515"/>
            <a:ext cx="8923255" cy="2048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6266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81098E-57DC-4C3C-9178-EF85DF73C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D7EF31-CAFD-408F-8FBA-9C32E18BF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IM</a:t>
            </a:r>
            <a:r>
              <a:rPr lang="ko-KR" altLang="en-US" dirty="0"/>
              <a:t>은 신호를 왜곡 시킬 수 있음</a:t>
            </a:r>
            <a:endParaRPr lang="en-US" altLang="ko-KR" dirty="0"/>
          </a:p>
          <a:p>
            <a:pPr lvl="1"/>
            <a:r>
              <a:rPr lang="en-US" altLang="ko-KR" dirty="0"/>
              <a:t>ω</a:t>
            </a:r>
            <a:r>
              <a:rPr lang="en-US" altLang="ko-KR" baseline="-25000" dirty="0"/>
              <a:t>0</a:t>
            </a:r>
            <a:r>
              <a:rPr lang="en-US" altLang="ko-KR" dirty="0"/>
              <a:t> </a:t>
            </a:r>
            <a:r>
              <a:rPr lang="ko-KR" altLang="en-US" dirty="0"/>
              <a:t>주파수의 미세한 유효 신호와 </a:t>
            </a:r>
            <a:r>
              <a:rPr lang="en-US" altLang="ko-KR" dirty="0"/>
              <a:t>ω</a:t>
            </a:r>
            <a:r>
              <a:rPr lang="en-US" altLang="ko-KR" baseline="-25000" dirty="0"/>
              <a:t>1</a:t>
            </a:r>
            <a:r>
              <a:rPr lang="en-US" altLang="ko-KR" dirty="0"/>
              <a:t> </a:t>
            </a:r>
            <a:r>
              <a:rPr lang="ko-KR" altLang="en-US" dirty="0"/>
              <a:t>및 </a:t>
            </a:r>
            <a:r>
              <a:rPr lang="en-US" altLang="ko-KR" dirty="0"/>
              <a:t>ω</a:t>
            </a:r>
            <a:r>
              <a:rPr lang="en-US" altLang="ko-KR" baseline="-25000" dirty="0"/>
              <a:t>2</a:t>
            </a:r>
            <a:r>
              <a:rPr lang="en-US" altLang="ko-KR" dirty="0"/>
              <a:t> </a:t>
            </a:r>
            <a:r>
              <a:rPr lang="ko-KR" altLang="en-US" dirty="0"/>
              <a:t>주파수의 강한 간섭 신호</a:t>
            </a:r>
            <a:endParaRPr lang="en-US" altLang="ko-KR" dirty="0"/>
          </a:p>
          <a:p>
            <a:pPr lvl="1"/>
            <a:r>
              <a:rPr lang="en-US" altLang="ko-KR" dirty="0"/>
              <a:t>2ω</a:t>
            </a:r>
            <a:r>
              <a:rPr lang="en-US" altLang="ko-KR" baseline="-25000" dirty="0"/>
              <a:t>1</a:t>
            </a:r>
            <a:r>
              <a:rPr lang="en-US" altLang="ko-KR" dirty="0"/>
              <a:t> - ω</a:t>
            </a:r>
            <a:r>
              <a:rPr lang="en-US" altLang="ko-KR" baseline="-25000" dirty="0"/>
              <a:t>2</a:t>
            </a:r>
            <a:r>
              <a:rPr lang="en-US" altLang="ko-KR" dirty="0"/>
              <a:t> = ω</a:t>
            </a:r>
            <a:r>
              <a:rPr lang="en-US" altLang="ko-KR" baseline="-25000" dirty="0"/>
              <a:t>0</a:t>
            </a:r>
            <a:r>
              <a:rPr lang="ko-KR" altLang="en-US" dirty="0"/>
              <a:t>를 만족한다고 가정하면</a:t>
            </a:r>
            <a:r>
              <a:rPr lang="en-US" altLang="ko-KR" dirty="0"/>
              <a:t>, 2ω</a:t>
            </a:r>
            <a:r>
              <a:rPr lang="en-US" altLang="ko-KR" baseline="-25000" dirty="0"/>
              <a:t>1</a:t>
            </a:r>
            <a:r>
              <a:rPr lang="en-US" altLang="ko-KR" dirty="0"/>
              <a:t> - ω</a:t>
            </a:r>
            <a:r>
              <a:rPr lang="en-US" altLang="ko-KR" baseline="-25000" dirty="0"/>
              <a:t>2</a:t>
            </a:r>
            <a:r>
              <a:rPr lang="ko-KR" altLang="en-US" dirty="0"/>
              <a:t>에서 발생하는 </a:t>
            </a:r>
            <a:r>
              <a:rPr lang="ko-KR" altLang="en-US" dirty="0" err="1"/>
              <a:t>상호변조</a:t>
            </a:r>
            <a:r>
              <a:rPr lang="ko-KR" altLang="en-US" dirty="0"/>
              <a:t> 성분이 유효 신호 대역 내에 위치하게 되어 신호를 왜곡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58A88F-CCB4-4D64-B5C7-3AB0304F7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9CB2A25-2870-4B96-9487-96F038338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8115" y="3730503"/>
            <a:ext cx="6075770" cy="169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8528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ED65DA-3EB0-4AF5-B742-7351B3456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2.9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B4395F-706C-43CE-99F4-4E3F54E7B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  <a:endParaRPr lang="en-US" altLang="ko-KR" dirty="0"/>
          </a:p>
          <a:p>
            <a:pPr lvl="1"/>
            <a:r>
              <a:rPr lang="ko-KR" altLang="en-US" dirty="0"/>
              <a:t>방 안에 </a:t>
            </a:r>
            <a:r>
              <a:rPr lang="en-US" altLang="ko-KR" dirty="0"/>
              <a:t>4</a:t>
            </a:r>
            <a:r>
              <a:rPr lang="ko-KR" altLang="en-US" dirty="0"/>
              <a:t>명의 블루투스 사용자가 존재함</a:t>
            </a:r>
            <a:endParaRPr lang="en-US" altLang="ko-KR" dirty="0"/>
          </a:p>
          <a:p>
            <a:pPr lvl="1"/>
            <a:r>
              <a:rPr lang="en-US" altLang="ko-KR" dirty="0"/>
              <a:t>User 4</a:t>
            </a:r>
            <a:r>
              <a:rPr lang="ko-KR" altLang="en-US" dirty="0"/>
              <a:t>는 </a:t>
            </a:r>
            <a:r>
              <a:rPr lang="en-US" altLang="ko-KR" dirty="0"/>
              <a:t>2.410 GHz </a:t>
            </a:r>
            <a:r>
              <a:rPr lang="ko-KR" altLang="en-US" dirty="0"/>
              <a:t>채널에서 미약한 신호를 수신하고자 함</a:t>
            </a:r>
            <a:endParaRPr lang="en-US" altLang="ko-KR" dirty="0"/>
          </a:p>
          <a:p>
            <a:pPr lvl="1"/>
            <a:r>
              <a:rPr lang="ko-KR" altLang="en-US" dirty="0"/>
              <a:t>이와 동시에 인접한 </a:t>
            </a:r>
            <a:r>
              <a:rPr lang="en-US" altLang="ko-KR" dirty="0"/>
              <a:t>User 2</a:t>
            </a:r>
            <a:r>
              <a:rPr lang="ko-KR" altLang="en-US" dirty="0"/>
              <a:t>가 </a:t>
            </a:r>
            <a:r>
              <a:rPr lang="en-US" altLang="ko-KR" dirty="0"/>
              <a:t>2.420 GHz, User 3</a:t>
            </a:r>
            <a:r>
              <a:rPr lang="ko-KR" altLang="en-US" dirty="0"/>
              <a:t>이 </a:t>
            </a:r>
            <a:r>
              <a:rPr lang="en-US" altLang="ko-KR" dirty="0"/>
              <a:t>2.430 GHz </a:t>
            </a:r>
            <a:r>
              <a:rPr lang="ko-KR" altLang="en-US" dirty="0"/>
              <a:t>대역에서 강한 출력으로 송신을 시작함</a:t>
            </a:r>
            <a:endParaRPr lang="en-US" altLang="ko-KR" dirty="0"/>
          </a:p>
          <a:p>
            <a:pPr lvl="1"/>
            <a:r>
              <a:rPr lang="en-US" altLang="ko-KR" dirty="0"/>
              <a:t>User4</a:t>
            </a:r>
            <a:r>
              <a:rPr lang="ko-KR" altLang="en-US" dirty="0"/>
              <a:t>의 신호 왜곡이 발생하는지</a:t>
            </a:r>
            <a:r>
              <a:rPr lang="en-US" altLang="ko-KR" dirty="0"/>
              <a:t>?</a:t>
            </a:r>
          </a:p>
          <a:p>
            <a:pPr lvl="1"/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12B12C-B9B5-40C1-B4EB-4622BE8F3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DDFE270-629D-4FBF-8245-A0E4BA324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5094" y="4034389"/>
            <a:ext cx="5741811" cy="262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4713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0C0E8F-E5EE-4622-80DA-A1D6E0AC5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81BC2D-3678-4E3F-94AC-236A16092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풀이</a:t>
            </a:r>
            <a:endParaRPr lang="en-US" altLang="ko-KR" dirty="0"/>
          </a:p>
          <a:p>
            <a:pPr lvl="1"/>
            <a:r>
              <a:rPr lang="ko-KR" altLang="en-US" dirty="0"/>
              <a:t>인접 간섭파의 주파수</a:t>
            </a:r>
            <a:r>
              <a:rPr lang="en-US" altLang="ko-KR" dirty="0"/>
              <a:t>: </a:t>
            </a:r>
            <a:r>
              <a:rPr lang="en-US" altLang="ko-KR" i="1" dirty="0"/>
              <a:t>f</a:t>
            </a:r>
            <a:r>
              <a:rPr lang="en-US" altLang="ko-KR" baseline="-25000" dirty="0"/>
              <a:t>1</a:t>
            </a:r>
            <a:r>
              <a:rPr lang="en-US" altLang="ko-KR" dirty="0"/>
              <a:t> = 2.420 GHz,  </a:t>
            </a:r>
            <a:r>
              <a:rPr lang="en-US" altLang="ko-KR" i="1" dirty="0"/>
              <a:t>f</a:t>
            </a:r>
            <a:r>
              <a:rPr lang="en-US" altLang="ko-KR" baseline="-25000" dirty="0"/>
              <a:t>2</a:t>
            </a:r>
            <a:r>
              <a:rPr lang="en-US" altLang="ko-KR" dirty="0"/>
              <a:t> = 2.430 GHz</a:t>
            </a:r>
          </a:p>
          <a:p>
            <a:pPr lvl="1"/>
            <a:r>
              <a:rPr lang="en-US" altLang="ko-KR" b="0" i="0" dirty="0">
                <a:solidFill>
                  <a:srgbClr val="303030"/>
                </a:solidFill>
                <a:effectLst/>
                <a:latin typeface="Google Sans Text"/>
              </a:rPr>
              <a:t>3</a:t>
            </a:r>
            <a:r>
              <a:rPr lang="ko-KR" altLang="en-US" b="0" i="0" dirty="0">
                <a:solidFill>
                  <a:srgbClr val="303030"/>
                </a:solidFill>
                <a:effectLst/>
                <a:latin typeface="Google Sans Text"/>
              </a:rPr>
              <a:t>차 </a:t>
            </a:r>
            <a:r>
              <a:rPr lang="ko-KR" altLang="en-US" b="0" i="0" dirty="0" err="1">
                <a:solidFill>
                  <a:srgbClr val="303030"/>
                </a:solidFill>
                <a:effectLst/>
                <a:latin typeface="Google Sans Text"/>
              </a:rPr>
              <a:t>상호변조</a:t>
            </a:r>
            <a:r>
              <a:rPr lang="en-US" altLang="ko-KR" b="0" i="0" dirty="0">
                <a:solidFill>
                  <a:srgbClr val="303030"/>
                </a:solidFill>
                <a:effectLst/>
                <a:latin typeface="Google Sans Text"/>
              </a:rPr>
              <a:t>(IM</a:t>
            </a:r>
            <a:r>
              <a:rPr lang="en-US" altLang="ko-KR" b="0" i="0" baseline="-25000" dirty="0">
                <a:solidFill>
                  <a:srgbClr val="303030"/>
                </a:solidFill>
                <a:effectLst/>
                <a:latin typeface="Google Sans Text"/>
              </a:rPr>
              <a:t>3</a:t>
            </a:r>
            <a:r>
              <a:rPr lang="en-US" altLang="ko-KR" b="0" i="0" dirty="0">
                <a:solidFill>
                  <a:srgbClr val="303030"/>
                </a:solidFill>
                <a:effectLst/>
                <a:latin typeface="Google Sans Text"/>
              </a:rPr>
              <a:t>) </a:t>
            </a:r>
            <a:r>
              <a:rPr lang="ko-KR" altLang="en-US" b="0" i="0" dirty="0">
                <a:solidFill>
                  <a:srgbClr val="303030"/>
                </a:solidFill>
                <a:effectLst/>
                <a:latin typeface="Google Sans Text"/>
              </a:rPr>
              <a:t>주파수 성분 계산</a:t>
            </a:r>
            <a:r>
              <a:rPr lang="en-US" altLang="ko-KR" b="0" i="0" dirty="0">
                <a:solidFill>
                  <a:srgbClr val="303030"/>
                </a:solidFill>
                <a:effectLst/>
                <a:latin typeface="Google Sans Text"/>
              </a:rPr>
              <a:t>:</a:t>
            </a:r>
          </a:p>
          <a:p>
            <a:pPr lvl="1"/>
            <a:endParaRPr lang="en-US" altLang="ko-KR" dirty="0">
              <a:solidFill>
                <a:srgbClr val="303030"/>
              </a:solidFill>
              <a:latin typeface="Google Sans Text"/>
            </a:endParaRPr>
          </a:p>
          <a:p>
            <a:pPr lvl="1"/>
            <a:endParaRPr lang="en-US" altLang="ko-KR" dirty="0">
              <a:solidFill>
                <a:srgbClr val="303030"/>
              </a:solidFill>
              <a:latin typeface="Google Sans Text"/>
            </a:endParaRPr>
          </a:p>
          <a:p>
            <a:pPr lvl="1"/>
            <a:r>
              <a:rPr lang="ko-KR" altLang="en-US" dirty="0"/>
              <a:t>비선형 회로 내부에서 합성된 </a:t>
            </a:r>
            <a:r>
              <a:rPr lang="en-US" altLang="ko-KR" dirty="0"/>
              <a:t>IM</a:t>
            </a:r>
            <a:r>
              <a:rPr lang="en-US" altLang="ko-KR" baseline="-25000" dirty="0"/>
              <a:t>3</a:t>
            </a:r>
            <a:r>
              <a:rPr lang="en-US" altLang="ko-KR" dirty="0"/>
              <a:t> </a:t>
            </a:r>
            <a:r>
              <a:rPr lang="ko-KR" altLang="en-US" dirty="0"/>
              <a:t>성분 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baseline="-25000" dirty="0"/>
              <a:t>1</a:t>
            </a:r>
            <a:r>
              <a:rPr lang="en-US" altLang="ko-KR" dirty="0"/>
              <a:t> - </a:t>
            </a:r>
            <a:r>
              <a:rPr lang="en-US" altLang="ko-KR" i="1" dirty="0"/>
              <a:t>f</a:t>
            </a:r>
            <a:r>
              <a:rPr lang="en-US" altLang="ko-KR" baseline="-25000" dirty="0"/>
              <a:t>2</a:t>
            </a:r>
            <a:r>
              <a:rPr lang="en-US" altLang="ko-KR" dirty="0"/>
              <a:t>)</a:t>
            </a:r>
            <a:r>
              <a:rPr lang="ko-KR" altLang="en-US" dirty="0"/>
              <a:t>이 수신기 가동 대역인 </a:t>
            </a:r>
            <a:r>
              <a:rPr lang="en-US" altLang="ko-KR" dirty="0"/>
              <a:t>2.410 GHz</a:t>
            </a:r>
            <a:r>
              <a:rPr lang="ko-KR" altLang="en-US" dirty="0"/>
              <a:t>와 완벽하게 일치하여 신호를 왜곡함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7F5D53-DFCF-41F9-A7DC-89D3148AD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1BE79D2-99FE-4FD4-9FC2-54FA57FE1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454" y="2759501"/>
            <a:ext cx="5593092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82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C521BA-5BA2-4F08-AD19-036E2992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차 교차점 </a:t>
            </a:r>
            <a:r>
              <a:rPr lang="en-US" altLang="ko-KR" dirty="0"/>
              <a:t>(Third-Order Intercept Point, IP</a:t>
            </a:r>
            <a:r>
              <a:rPr lang="en-US" altLang="ko-KR" baseline="-25000" dirty="0"/>
              <a:t>3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2B662A-B3BE-4BBE-AADF-D9AA5719E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IP</a:t>
            </a:r>
            <a:r>
              <a:rPr lang="en-US" altLang="ko-KR" baseline="-25000" dirty="0"/>
              <a:t>3</a:t>
            </a:r>
            <a:r>
              <a:rPr lang="ko-KR" altLang="en-US" dirty="0"/>
              <a:t>의 정의</a:t>
            </a:r>
            <a:endParaRPr lang="en-US" altLang="ko-KR" dirty="0"/>
          </a:p>
          <a:p>
            <a:pPr lvl="1"/>
            <a:r>
              <a:rPr lang="ko-KR" altLang="en-US" dirty="0"/>
              <a:t>입력 진폭 </a:t>
            </a:r>
            <a:r>
              <a:rPr lang="en-US" altLang="ko-KR" i="1" dirty="0"/>
              <a:t>A</a:t>
            </a:r>
            <a:r>
              <a:rPr lang="ko-KR" altLang="en-US" dirty="0"/>
              <a:t>가 증가할수록 </a:t>
            </a:r>
            <a:r>
              <a:rPr lang="ko-KR" altLang="en-US" dirty="0" err="1"/>
              <a:t>기본파</a:t>
            </a:r>
            <a:r>
              <a:rPr lang="ko-KR" altLang="en-US" dirty="0"/>
              <a:t> 성분 출력은 </a:t>
            </a:r>
            <a:r>
              <a:rPr lang="en-US" altLang="ko-KR" dirty="0"/>
              <a:t>A</a:t>
            </a:r>
            <a:r>
              <a:rPr lang="en-US" altLang="ko-KR" baseline="30000" dirty="0"/>
              <a:t>1</a:t>
            </a:r>
            <a:r>
              <a:rPr lang="ko-KR" altLang="en-US" dirty="0"/>
              <a:t>에 비례하여 증가</a:t>
            </a:r>
            <a:r>
              <a:rPr lang="en-US" altLang="ko-KR" dirty="0"/>
              <a:t>(</a:t>
            </a:r>
            <a:r>
              <a:rPr lang="ko-KR" altLang="en-US" dirty="0"/>
              <a:t>기울기 </a:t>
            </a:r>
            <a:r>
              <a:rPr lang="en-US" altLang="ko-KR" dirty="0"/>
              <a:t>1)</a:t>
            </a:r>
            <a:r>
              <a:rPr lang="ko-KR" altLang="en-US" dirty="0"/>
              <a:t>하는 반면</a:t>
            </a:r>
            <a:r>
              <a:rPr lang="en-US" altLang="ko-KR" dirty="0"/>
              <a:t>, IM</a:t>
            </a:r>
            <a:r>
              <a:rPr lang="en-US" altLang="ko-KR" baseline="-25000" dirty="0"/>
              <a:t>3</a:t>
            </a:r>
            <a:r>
              <a:rPr lang="en-US" altLang="ko-KR" dirty="0"/>
              <a:t> </a:t>
            </a:r>
            <a:r>
              <a:rPr lang="ko-KR" altLang="en-US" dirty="0"/>
              <a:t>왜곡 출력은 </a:t>
            </a:r>
            <a:r>
              <a:rPr lang="en-US" altLang="ko-KR" dirty="0"/>
              <a:t>A</a:t>
            </a:r>
            <a:r>
              <a:rPr lang="en-US" altLang="ko-KR" baseline="30000" dirty="0"/>
              <a:t>3</a:t>
            </a:r>
            <a:r>
              <a:rPr lang="ko-KR" altLang="en-US" dirty="0"/>
              <a:t>에 비례하여 급격히 증가</a:t>
            </a:r>
            <a:r>
              <a:rPr lang="en-US" altLang="ko-KR" dirty="0"/>
              <a:t>(</a:t>
            </a:r>
            <a:r>
              <a:rPr lang="ko-KR" altLang="en-US" dirty="0"/>
              <a:t>기울기 </a:t>
            </a:r>
            <a:r>
              <a:rPr lang="en-US" altLang="ko-KR" dirty="0"/>
              <a:t>3)</a:t>
            </a:r>
            <a:r>
              <a:rPr lang="ko-KR" altLang="en-US" dirty="0"/>
              <a:t>함</a:t>
            </a:r>
            <a:endParaRPr lang="en-US" altLang="ko-KR" dirty="0"/>
          </a:p>
          <a:p>
            <a:pPr lvl="1"/>
            <a:r>
              <a:rPr lang="en-US" altLang="ko-KR" dirty="0"/>
              <a:t>IP</a:t>
            </a:r>
            <a:r>
              <a:rPr lang="en-US" altLang="ko-KR" baseline="-25000" dirty="0"/>
              <a:t>3</a:t>
            </a:r>
            <a:r>
              <a:rPr lang="en-US" altLang="ko-KR" dirty="0"/>
              <a:t>: </a:t>
            </a:r>
            <a:r>
              <a:rPr lang="ko-KR" altLang="en-US" dirty="0" err="1"/>
              <a:t>기본파</a:t>
            </a:r>
            <a:r>
              <a:rPr lang="ko-KR" altLang="en-US" dirty="0"/>
              <a:t> 출력 크기와 </a:t>
            </a:r>
            <a:r>
              <a:rPr lang="en-US" altLang="ko-KR" dirty="0"/>
              <a:t>IM3 </a:t>
            </a:r>
            <a:r>
              <a:rPr lang="ko-KR" altLang="en-US" dirty="0"/>
              <a:t>왜곡 출력 크기가 가상으로 일치하게 되는 가상의 입력</a:t>
            </a:r>
            <a:r>
              <a:rPr lang="en-US" altLang="ko-KR" dirty="0"/>
              <a:t>/</a:t>
            </a:r>
            <a:r>
              <a:rPr lang="ko-KR" altLang="en-US" dirty="0"/>
              <a:t>출력 교차점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5139C2-B6BF-4D83-B0B8-34D3758A8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34</a:t>
            </a:fld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0583AEB-DBD1-42CD-8FAB-407E2DD75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9931" y="3740231"/>
            <a:ext cx="5172137" cy="266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6544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B0F227-97D7-4B82-9D6D-429273B23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98AA5D-5608-4779-9446-CCC346819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수식적 유도</a:t>
            </a:r>
            <a:endParaRPr lang="en-US" altLang="ko-KR" dirty="0"/>
          </a:p>
          <a:p>
            <a:pPr lvl="1"/>
            <a:r>
              <a:rPr lang="ko-KR" altLang="en-US" dirty="0" err="1"/>
              <a:t>기본파</a:t>
            </a:r>
            <a:r>
              <a:rPr lang="ko-KR" altLang="en-US" dirty="0"/>
              <a:t> 진폭 공식과 </a:t>
            </a:r>
            <a:r>
              <a:rPr lang="en-US" altLang="ko-KR" dirty="0"/>
              <a:t>IM</a:t>
            </a:r>
            <a:r>
              <a:rPr lang="en-US" altLang="ko-KR" baseline="-25000" dirty="0"/>
              <a:t>3</a:t>
            </a:r>
            <a:r>
              <a:rPr lang="en-US" altLang="ko-KR" dirty="0"/>
              <a:t> </a:t>
            </a:r>
            <a:r>
              <a:rPr lang="ko-KR" altLang="en-US" dirty="0"/>
              <a:t>진폭 공식이 같아지는 입력 진폭 </a:t>
            </a:r>
            <a:r>
              <a:rPr lang="en-US" altLang="ko-KR" i="1" dirty="0"/>
              <a:t>A</a:t>
            </a:r>
            <a:r>
              <a:rPr lang="en-US" altLang="ko-KR" dirty="0"/>
              <a:t> = </a:t>
            </a:r>
            <a:r>
              <a:rPr lang="en-US" altLang="ko-KR" i="1" dirty="0"/>
              <a:t>A</a:t>
            </a:r>
            <a:r>
              <a:rPr lang="en-US" altLang="ko-KR" baseline="-25000" dirty="0"/>
              <a:t>IIP3</a:t>
            </a:r>
            <a:r>
              <a:rPr lang="ko-KR" altLang="en-US" dirty="0"/>
              <a:t>를 설정</a:t>
            </a:r>
            <a:r>
              <a:rPr lang="en-US" altLang="ko-KR" dirty="0"/>
              <a:t>: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i="1" dirty="0"/>
              <a:t>A</a:t>
            </a:r>
            <a:r>
              <a:rPr lang="en-US" altLang="ko-KR" baseline="-25000" dirty="0"/>
              <a:t>IIP3</a:t>
            </a:r>
            <a:r>
              <a:rPr lang="ko-KR" altLang="en-US" dirty="0"/>
              <a:t>에 대해 식을 정리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IP</a:t>
            </a:r>
            <a:r>
              <a:rPr lang="en-US" altLang="ko-KR" baseline="-25000" dirty="0"/>
              <a:t>3</a:t>
            </a:r>
            <a:r>
              <a:rPr lang="ko-KR" altLang="en-US" dirty="0"/>
              <a:t>와 </a:t>
            </a:r>
            <a:r>
              <a:rPr lang="en-US" altLang="ko-KR" dirty="0"/>
              <a:t>1-dB Compression Point P</a:t>
            </a:r>
            <a:r>
              <a:rPr lang="en-US" altLang="ko-KR" baseline="-25000" dirty="0"/>
              <a:t>1dB</a:t>
            </a:r>
            <a:r>
              <a:rPr lang="ko-KR" altLang="en-US" dirty="0"/>
              <a:t>의 정량적 관계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BE71CA-2444-45E7-8233-5290CD190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35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1F5AB81-E723-45AA-8727-34D56926A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720" y="5419420"/>
            <a:ext cx="4748794" cy="82601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FEA51D1-1069-4415-97F6-9B1D286F4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1042" y="5353850"/>
            <a:ext cx="2039116" cy="960122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205644D3-FBE5-46D0-9A0A-F96C01AFA40C}"/>
              </a:ext>
            </a:extLst>
          </p:cNvPr>
          <p:cNvCxnSpPr/>
          <p:nvPr/>
        </p:nvCxnSpPr>
        <p:spPr>
          <a:xfrm>
            <a:off x="6083177" y="5831691"/>
            <a:ext cx="10005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9056DFA0-F41B-4990-A8A0-149703DCB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246" y="2239727"/>
            <a:ext cx="2657862" cy="61569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C7B4EB3-7F7A-4940-AFB7-B55D7E6019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0955" y="3133284"/>
            <a:ext cx="2106172" cy="82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3397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3FBF2A-FD81-4469-ACC5-A8E46C691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AF9F1F-E27A-4486-8498-AD4DA388A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IP</a:t>
            </a:r>
            <a:r>
              <a:rPr lang="en-US" altLang="ko-KR" baseline="-25000" dirty="0"/>
              <a:t>3</a:t>
            </a:r>
            <a:r>
              <a:rPr lang="en-US" altLang="ko-KR" dirty="0"/>
              <a:t> </a:t>
            </a:r>
            <a:r>
              <a:rPr lang="ko-KR" altLang="en-US" dirty="0"/>
              <a:t>측정 방법</a:t>
            </a:r>
            <a:endParaRPr lang="en-US" altLang="ko-KR" dirty="0"/>
          </a:p>
          <a:p>
            <a:pPr lvl="1"/>
            <a:r>
              <a:rPr lang="en-US" altLang="ko-KR" dirty="0"/>
              <a:t>IP</a:t>
            </a:r>
            <a:r>
              <a:rPr lang="en-US" altLang="ko-KR" baseline="-25000" dirty="0"/>
              <a:t>3</a:t>
            </a:r>
            <a:r>
              <a:rPr lang="ko-KR" altLang="en-US" dirty="0"/>
              <a:t>를 직접 </a:t>
            </a:r>
            <a:r>
              <a:rPr lang="ko-KR" altLang="en-US" dirty="0" err="1"/>
              <a:t>포화시켜</a:t>
            </a:r>
            <a:r>
              <a:rPr lang="ko-KR" altLang="en-US" dirty="0"/>
              <a:t> 측정하지 않음</a:t>
            </a:r>
            <a:endParaRPr lang="en-US" altLang="ko-KR" dirty="0"/>
          </a:p>
          <a:p>
            <a:pPr lvl="2"/>
            <a:r>
              <a:rPr lang="ko-KR" altLang="en-US" dirty="0"/>
              <a:t>전력 레벨을 </a:t>
            </a:r>
            <a:r>
              <a:rPr lang="en-US" altLang="ko-KR" dirty="0"/>
              <a:t>IP</a:t>
            </a:r>
            <a:r>
              <a:rPr lang="en-US" altLang="ko-KR" baseline="-25000" dirty="0"/>
              <a:t>3</a:t>
            </a:r>
            <a:r>
              <a:rPr lang="en-US" altLang="ko-KR" dirty="0"/>
              <a:t> </a:t>
            </a:r>
            <a:r>
              <a:rPr lang="ko-KR" altLang="en-US" dirty="0"/>
              <a:t>지점까지 물리적으로 올리면 소자가 물리적으로 파괴되거나 고차 비선형 왜곡</a:t>
            </a:r>
            <a:r>
              <a:rPr lang="en-US" altLang="ko-KR" dirty="0"/>
              <a:t>(5</a:t>
            </a:r>
            <a:r>
              <a:rPr lang="ko-KR" altLang="en-US" dirty="0"/>
              <a:t>차</a:t>
            </a:r>
            <a:r>
              <a:rPr lang="en-US" altLang="ko-KR" dirty="0"/>
              <a:t>, 7</a:t>
            </a:r>
            <a:r>
              <a:rPr lang="ko-KR" altLang="en-US" dirty="0"/>
              <a:t>차 등</a:t>
            </a:r>
            <a:r>
              <a:rPr lang="en-US" altLang="ko-KR" dirty="0"/>
              <a:t>)</a:t>
            </a:r>
            <a:r>
              <a:rPr lang="ko-KR" altLang="en-US" dirty="0"/>
              <a:t>이 간섭하여 정확한 </a:t>
            </a:r>
            <a:r>
              <a:rPr lang="en-US" altLang="ko-KR" dirty="0"/>
              <a:t>3</a:t>
            </a:r>
            <a:r>
              <a:rPr lang="ko-KR" altLang="en-US" dirty="0"/>
              <a:t>차 </a:t>
            </a:r>
            <a:r>
              <a:rPr lang="ko-KR" altLang="en-US" dirty="0" err="1"/>
              <a:t>외삽이</a:t>
            </a:r>
            <a:r>
              <a:rPr lang="ko-KR" altLang="en-US" dirty="0"/>
              <a:t> 불가능함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C95FD2-9DAB-40ED-A364-3434A2268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36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DB0F98D-6F77-49E8-96CE-47D61717C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371" y="3429000"/>
            <a:ext cx="7073257" cy="2202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5907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880E7D-59E9-488D-89CC-046363856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2.11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2AED87-CBA6-4D6F-A903-EE7889179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  <a:endParaRPr lang="en-US" altLang="ko-KR" dirty="0"/>
          </a:p>
          <a:p>
            <a:pPr lvl="1"/>
            <a:r>
              <a:rPr lang="ko-KR" altLang="en-US" dirty="0"/>
              <a:t>시스템 임피던스</a:t>
            </a:r>
            <a:r>
              <a:rPr lang="en-US" altLang="ko-KR" dirty="0"/>
              <a:t>: 50 </a:t>
            </a:r>
            <a:r>
              <a:rPr lang="el-GR" altLang="ko-KR" dirty="0"/>
              <a:t>Ω</a:t>
            </a:r>
            <a:r>
              <a:rPr lang="en-US" altLang="ko-KR" dirty="0"/>
              <a:t> </a:t>
            </a:r>
            <a:r>
              <a:rPr lang="ko-KR" altLang="en-US" dirty="0"/>
              <a:t>정합 조건</a:t>
            </a:r>
            <a:endParaRPr lang="en-US" altLang="ko-KR" dirty="0"/>
          </a:p>
          <a:p>
            <a:pPr lvl="1"/>
            <a:r>
              <a:rPr lang="ko-KR" altLang="en-US" dirty="0"/>
              <a:t>희망 수신 신호</a:t>
            </a:r>
            <a:endParaRPr lang="en-US" altLang="ko-KR" dirty="0"/>
          </a:p>
          <a:p>
            <a:pPr lvl="2"/>
            <a:r>
              <a:rPr lang="ko-KR" altLang="en-US" dirty="0"/>
              <a:t>주파수</a:t>
            </a:r>
            <a:r>
              <a:rPr lang="en-US" altLang="ko-KR" dirty="0"/>
              <a:t>: 2.410 GHz, </a:t>
            </a:r>
            <a:r>
              <a:rPr lang="ko-KR" altLang="en-US" dirty="0"/>
              <a:t>입력 전력</a:t>
            </a:r>
            <a:r>
              <a:rPr lang="en-US" altLang="ko-KR" dirty="0"/>
              <a:t>: -80 dBm</a:t>
            </a:r>
          </a:p>
          <a:p>
            <a:pPr lvl="1"/>
            <a:r>
              <a:rPr lang="ko-KR" altLang="en-US" dirty="0"/>
              <a:t>대역 내 근접 </a:t>
            </a:r>
            <a:r>
              <a:rPr lang="ko-KR" altLang="en-US" dirty="0" err="1"/>
              <a:t>간섭파</a:t>
            </a:r>
            <a:endParaRPr lang="en-US" altLang="ko-KR" dirty="0"/>
          </a:p>
          <a:p>
            <a:pPr lvl="2"/>
            <a:r>
              <a:rPr lang="ko-KR" altLang="en-US" dirty="0"/>
              <a:t>주파수</a:t>
            </a:r>
            <a:r>
              <a:rPr lang="en-US" altLang="ko-KR" dirty="0"/>
              <a:t>: 2.420 GHz </a:t>
            </a:r>
            <a:r>
              <a:rPr lang="ko-KR" altLang="en-US" dirty="0"/>
              <a:t>및 </a:t>
            </a:r>
            <a:r>
              <a:rPr lang="en-US" altLang="ko-KR" dirty="0"/>
              <a:t>2.430 GHz, </a:t>
            </a:r>
            <a:r>
              <a:rPr lang="ko-KR" altLang="en-US" dirty="0"/>
              <a:t>입력 전력</a:t>
            </a:r>
            <a:r>
              <a:rPr lang="en-US" altLang="ko-KR" dirty="0"/>
              <a:t>: </a:t>
            </a:r>
            <a:r>
              <a:rPr lang="ko-KR" altLang="en-US" dirty="0"/>
              <a:t>각 </a:t>
            </a:r>
            <a:r>
              <a:rPr lang="en-US" altLang="ko-KR" dirty="0"/>
              <a:t>-20 dBm</a:t>
            </a:r>
          </a:p>
          <a:p>
            <a:pPr lvl="1"/>
            <a:r>
              <a:rPr lang="en-US" altLang="ko-KR" dirty="0"/>
              <a:t>3</a:t>
            </a:r>
            <a:r>
              <a:rPr lang="ko-KR" altLang="en-US" dirty="0"/>
              <a:t>차 </a:t>
            </a:r>
            <a:r>
              <a:rPr lang="ko-KR" altLang="en-US" dirty="0" err="1"/>
              <a:t>상호변조</a:t>
            </a:r>
            <a:r>
              <a:rPr lang="ko-KR" altLang="en-US" dirty="0"/>
              <a:t> 왜곡</a:t>
            </a:r>
            <a:r>
              <a:rPr lang="en-US" altLang="ko-KR" dirty="0"/>
              <a:t>(IM</a:t>
            </a:r>
            <a:r>
              <a:rPr lang="en-US" altLang="ko-KR" baseline="-25000" dirty="0"/>
              <a:t>3</a:t>
            </a:r>
            <a:r>
              <a:rPr lang="en-US" altLang="ko-KR" dirty="0"/>
              <a:t>) </a:t>
            </a:r>
            <a:r>
              <a:rPr lang="ko-KR" altLang="en-US" dirty="0"/>
              <a:t>성분이 희망 신호의 출력보다 최소 </a:t>
            </a:r>
            <a:r>
              <a:rPr lang="en-US" altLang="ko-KR" dirty="0"/>
              <a:t>-20 dB </a:t>
            </a:r>
            <a:r>
              <a:rPr lang="ko-KR" altLang="en-US" dirty="0"/>
              <a:t>아래에 </a:t>
            </a:r>
            <a:r>
              <a:rPr lang="ko-KR" altLang="en-US" dirty="0" err="1"/>
              <a:t>위치하도록하는</a:t>
            </a:r>
            <a:r>
              <a:rPr lang="ko-KR" altLang="en-US" dirty="0"/>
              <a:t> </a:t>
            </a:r>
            <a:r>
              <a:rPr lang="en-US" altLang="ko-KR" dirty="0"/>
              <a:t>IIP</a:t>
            </a:r>
            <a:r>
              <a:rPr lang="en-US" altLang="ko-KR" baseline="-25000" dirty="0"/>
              <a:t>3</a:t>
            </a:r>
            <a:r>
              <a:rPr lang="en-US" altLang="ko-KR" dirty="0"/>
              <a:t> </a:t>
            </a:r>
            <a:r>
              <a:rPr lang="ko-KR" altLang="en-US" dirty="0"/>
              <a:t>구하기</a:t>
            </a:r>
            <a:br>
              <a:rPr lang="en-US" altLang="ko-KR" dirty="0"/>
            </a:br>
            <a:r>
              <a:rPr lang="en-US" altLang="ko-KR" dirty="0"/>
              <a:t>	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9FBC41-E33A-4424-BE19-DE65CE56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64046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DB9748-5472-4C98-AC71-C0C68F21F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D583C7-666E-4706-9F34-0E04EC4FB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0067"/>
            <a:ext cx="10515600" cy="5239394"/>
          </a:xfrm>
        </p:spPr>
        <p:txBody>
          <a:bodyPr/>
          <a:lstStyle/>
          <a:p>
            <a:r>
              <a:rPr lang="ko-KR" altLang="en-US" dirty="0"/>
              <a:t>풀이</a:t>
            </a:r>
            <a:endParaRPr lang="en-US" altLang="ko-KR" dirty="0"/>
          </a:p>
          <a:p>
            <a:pPr lvl="1"/>
            <a:r>
              <a:rPr lang="en-US" altLang="ko-KR" dirty="0"/>
              <a:t>IM</a:t>
            </a:r>
            <a:r>
              <a:rPr lang="en-US" altLang="ko-KR" baseline="-25000" dirty="0"/>
              <a:t>3</a:t>
            </a:r>
            <a:r>
              <a:rPr lang="en-US" altLang="ko-KR" dirty="0"/>
              <a:t> </a:t>
            </a:r>
            <a:r>
              <a:rPr lang="ko-KR" altLang="en-US" dirty="0"/>
              <a:t>왜곡 성분이 희망 신호보다 </a:t>
            </a:r>
            <a:r>
              <a:rPr lang="en-US" altLang="ko-KR" dirty="0"/>
              <a:t>-20 dB </a:t>
            </a:r>
            <a:r>
              <a:rPr lang="ko-KR" altLang="en-US" dirty="0"/>
              <a:t>낮아야 하므로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50 </a:t>
            </a:r>
            <a:r>
              <a:rPr lang="el-GR" altLang="ko-KR" dirty="0"/>
              <a:t>Ω</a:t>
            </a:r>
            <a:r>
              <a:rPr lang="en-US" altLang="ko-KR" dirty="0"/>
              <a:t> </a:t>
            </a:r>
            <a:r>
              <a:rPr lang="ko-KR" altLang="en-US" dirty="0"/>
              <a:t>임피던스 환경에서의 전압</a:t>
            </a:r>
            <a:r>
              <a:rPr lang="en-US" altLang="ko-KR" dirty="0"/>
              <a:t>-</a:t>
            </a:r>
            <a:r>
              <a:rPr lang="ko-KR" altLang="en-US" dirty="0"/>
              <a:t>전력 공식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i="1" dirty="0" err="1"/>
              <a:t>P</a:t>
            </a:r>
            <a:r>
              <a:rPr lang="en-US" altLang="ko-KR" baseline="-25000" dirty="0" err="1"/>
              <a:t>sig</a:t>
            </a:r>
            <a:r>
              <a:rPr lang="en-US" altLang="ko-KR" dirty="0"/>
              <a:t>, </a:t>
            </a:r>
            <a:r>
              <a:rPr lang="en-US" altLang="ko-KR" i="1" dirty="0" err="1"/>
              <a:t>A</a:t>
            </a:r>
            <a:r>
              <a:rPr lang="en-US" altLang="ko-KR" baseline="-25000" dirty="0" err="1"/>
              <a:t>int</a:t>
            </a:r>
            <a:r>
              <a:rPr lang="en-US" altLang="ko-KR" dirty="0"/>
              <a:t> </a:t>
            </a:r>
            <a:r>
              <a:rPr lang="ko-KR" altLang="en-US" dirty="0"/>
              <a:t>구하기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IIP</a:t>
            </a:r>
            <a:r>
              <a:rPr lang="en-US" altLang="ko-KR" baseline="-25000" dirty="0"/>
              <a:t>3</a:t>
            </a:r>
            <a:r>
              <a:rPr lang="en-US" altLang="ko-KR" dirty="0"/>
              <a:t> </a:t>
            </a:r>
            <a:r>
              <a:rPr lang="ko-KR" altLang="en-US" dirty="0"/>
              <a:t>구하기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C392BA-37BC-4038-AD7A-A884F1E01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38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D327A89-2234-4F5F-BFBB-7069936B58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717" y="2231834"/>
            <a:ext cx="4959106" cy="61569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A9AC45D-D113-4128-8131-133FB1756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1394" y="2223367"/>
            <a:ext cx="2441452" cy="615698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5214B1C6-3C73-4414-ADB4-7928481B83CB}"/>
              </a:ext>
            </a:extLst>
          </p:cNvPr>
          <p:cNvCxnSpPr/>
          <p:nvPr/>
        </p:nvCxnSpPr>
        <p:spPr>
          <a:xfrm>
            <a:off x="6372205" y="2548150"/>
            <a:ext cx="9628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>
            <a:extLst>
              <a:ext uri="{FF2B5EF4-FFF2-40B4-BE49-F238E27FC236}">
                <a16:creationId xmlns:a16="http://schemas.microsoft.com/office/drawing/2014/main" id="{62107E30-3B42-4FEC-8303-1DDF6B52FD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0360" y="2831312"/>
            <a:ext cx="2023876" cy="67665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0F289E9-B98B-4639-B94C-5F44DCADDD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0752" y="2981347"/>
            <a:ext cx="1850140" cy="368808"/>
          </a:xfrm>
          <a:prstGeom prst="rect">
            <a:avLst/>
          </a:prstGeom>
        </p:spPr>
      </p:pic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1A0F9DE-371F-4B5C-9374-3A6B4B8970B9}"/>
              </a:ext>
            </a:extLst>
          </p:cNvPr>
          <p:cNvCxnSpPr/>
          <p:nvPr/>
        </p:nvCxnSpPr>
        <p:spPr>
          <a:xfrm>
            <a:off x="9383731" y="3191123"/>
            <a:ext cx="4659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>
            <a:extLst>
              <a:ext uri="{FF2B5EF4-FFF2-40B4-BE49-F238E27FC236}">
                <a16:creationId xmlns:a16="http://schemas.microsoft.com/office/drawing/2014/main" id="{C6B20A29-30CB-43C0-854A-D61F274486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0277" y="4272014"/>
            <a:ext cx="3011430" cy="368808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66CAE9DD-2690-4AEE-9533-F51DB418DE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3413" y="4176875"/>
            <a:ext cx="5547372" cy="429768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40FCEE50-1909-4D8E-8066-0DF0677DC1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8377" y="4713049"/>
            <a:ext cx="2935230" cy="329184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14B2753D-91DD-488B-805A-7797FF3AE9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82257" y="4644997"/>
            <a:ext cx="5462028" cy="42672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846BD6A-0710-4507-8C28-B3B532F0BE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54327" y="5242378"/>
            <a:ext cx="1908052" cy="144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2380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498A1E-BDC4-4498-84DC-877DC9305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607DFB-B87B-4627-A268-8D106C8E5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간섭 </a:t>
            </a:r>
            <a:r>
              <a:rPr lang="ko-KR" altLang="en-US" dirty="0" err="1"/>
              <a:t>전력차법을</a:t>
            </a:r>
            <a:r>
              <a:rPr lang="ko-KR" altLang="en-US" dirty="0"/>
              <a:t> 이용한 </a:t>
            </a:r>
            <a:r>
              <a:rPr lang="en-US" altLang="ko-KR" dirty="0"/>
              <a:t>IP</a:t>
            </a:r>
            <a:r>
              <a:rPr lang="en-US" altLang="ko-KR" baseline="-25000" dirty="0"/>
              <a:t>3</a:t>
            </a:r>
            <a:r>
              <a:rPr lang="en-US" altLang="ko-KR" dirty="0"/>
              <a:t> </a:t>
            </a:r>
            <a:r>
              <a:rPr lang="ko-KR" altLang="en-US" dirty="0"/>
              <a:t>공식 유도</a:t>
            </a:r>
            <a:endParaRPr lang="en-US" altLang="ko-KR" dirty="0"/>
          </a:p>
          <a:p>
            <a:pPr lvl="1"/>
            <a:r>
              <a:rPr lang="en-US" altLang="ko-KR" i="1" dirty="0" err="1"/>
              <a:t>A</a:t>
            </a:r>
            <a:r>
              <a:rPr lang="en-US" altLang="ko-KR" baseline="-25000" dirty="0" err="1"/>
              <a:t>f</a:t>
            </a:r>
            <a:r>
              <a:rPr lang="ko-KR" altLang="en-US" dirty="0"/>
              <a:t>와 </a:t>
            </a:r>
            <a:r>
              <a:rPr lang="en-US" altLang="ko-KR" i="1" dirty="0"/>
              <a:t>A</a:t>
            </a:r>
            <a:r>
              <a:rPr lang="en-US" altLang="ko-KR" baseline="-25000" dirty="0"/>
              <a:t>IM</a:t>
            </a:r>
            <a:r>
              <a:rPr lang="ko-KR" altLang="en-US" dirty="0"/>
              <a:t>의 </a:t>
            </a:r>
            <a:r>
              <a:rPr lang="ko-KR" altLang="en-US" dirty="0" err="1"/>
              <a:t>전력차</a:t>
            </a:r>
            <a:r>
              <a:rPr lang="ko-KR" altLang="en-US" dirty="0"/>
              <a:t> </a:t>
            </a:r>
            <a:r>
              <a:rPr lang="el-GR" altLang="ko-KR" dirty="0"/>
              <a:t>Δ</a:t>
            </a:r>
            <a:r>
              <a:rPr lang="en-US" altLang="ko-KR" i="1" dirty="0"/>
              <a:t>P</a:t>
            </a:r>
          </a:p>
          <a:p>
            <a:pPr lvl="1"/>
            <a:r>
              <a:rPr lang="ko-KR" altLang="en-US" dirty="0" err="1"/>
              <a:t>기본파</a:t>
            </a:r>
            <a:r>
              <a:rPr lang="ko-KR" altLang="en-US" dirty="0"/>
              <a:t> 출력은 입력에 </a:t>
            </a:r>
            <a:r>
              <a:rPr lang="en-US" altLang="ko-KR" dirty="0"/>
              <a:t>1</a:t>
            </a:r>
            <a:r>
              <a:rPr lang="ko-KR" altLang="en-US" dirty="0"/>
              <a:t>대</a:t>
            </a:r>
            <a:r>
              <a:rPr lang="en-US" altLang="ko-KR" dirty="0"/>
              <a:t>1</a:t>
            </a:r>
            <a:r>
              <a:rPr lang="ko-KR" altLang="en-US" dirty="0"/>
              <a:t>로 비례하고</a:t>
            </a:r>
            <a:r>
              <a:rPr lang="en-US" altLang="ko-KR" dirty="0"/>
              <a:t>, IM</a:t>
            </a:r>
            <a:r>
              <a:rPr lang="en-US" altLang="ko-KR" baseline="-25000" dirty="0"/>
              <a:t>3</a:t>
            </a:r>
            <a:r>
              <a:rPr lang="ko-KR" altLang="en-US" dirty="0"/>
              <a:t>는 </a:t>
            </a:r>
            <a:r>
              <a:rPr lang="en-US" altLang="ko-KR" dirty="0"/>
              <a:t>3</a:t>
            </a:r>
            <a:r>
              <a:rPr lang="ko-KR" altLang="en-US" dirty="0"/>
              <a:t>배 빠르게 증가하므로</a:t>
            </a:r>
            <a:r>
              <a:rPr lang="en-US" altLang="ko-KR" dirty="0"/>
              <a:t>,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정리하면</a:t>
            </a:r>
            <a:r>
              <a:rPr lang="en-US" altLang="ko-KR" dirty="0"/>
              <a:t>,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B7B972-A3D4-4EB0-91E3-60A957BC1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39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E915176-D17F-48E6-AA1C-DB1773EF3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337" y="2727398"/>
            <a:ext cx="6687326" cy="32918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4E25591-8672-4E4E-B7AF-DF4ACA9BC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5860" y="4089565"/>
            <a:ext cx="4780280" cy="276843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7AD7AC7-D719-4268-8B38-CC71B8661E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8237" y="3266776"/>
            <a:ext cx="3590552" cy="594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7627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0B88F8-84EC-4CCA-8D9A-65C4472EE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2.2.5: </a:t>
            </a:r>
            <a:r>
              <a:rPr lang="ko-KR" altLang="en-US" dirty="0"/>
              <a:t>종속 접속단의 비선형성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8DDB95-D8EA-41A4-806A-9EB980FC0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종속 접속단의 선형성 분석이 중요성</a:t>
            </a:r>
            <a:endParaRPr lang="en-US" altLang="ko-KR" dirty="0"/>
          </a:p>
          <a:p>
            <a:pPr lvl="1"/>
            <a:r>
              <a:rPr lang="ko-KR" altLang="en-US" dirty="0"/>
              <a:t>실제 </a:t>
            </a:r>
            <a:r>
              <a:rPr lang="en-US" altLang="ko-KR" dirty="0"/>
              <a:t>RF </a:t>
            </a:r>
            <a:r>
              <a:rPr lang="ko-KR" altLang="en-US" dirty="0"/>
              <a:t>수신기는 단일 소자로 구성되지 않고 여러 </a:t>
            </a:r>
            <a:r>
              <a:rPr lang="ko-KR" altLang="en-US" dirty="0" err="1"/>
              <a:t>회로등</a:t>
            </a:r>
            <a:r>
              <a:rPr lang="ko-KR" altLang="en-US" dirty="0"/>
              <a:t> 직렬</a:t>
            </a:r>
            <a:r>
              <a:rPr lang="en-US" altLang="ko-KR" dirty="0"/>
              <a:t>(Cascade)</a:t>
            </a:r>
            <a:r>
              <a:rPr lang="ko-KR" altLang="en-US" dirty="0"/>
              <a:t>로 연결된 형태를 가짐</a:t>
            </a:r>
            <a:endParaRPr lang="en-US" altLang="ko-KR" dirty="0"/>
          </a:p>
          <a:p>
            <a:pPr lvl="1"/>
            <a:r>
              <a:rPr lang="ko-KR" altLang="en-US" dirty="0" err="1"/>
              <a:t>앞단의</a:t>
            </a:r>
            <a:r>
              <a:rPr lang="ko-KR" altLang="en-US" dirty="0"/>
              <a:t> 이득</a:t>
            </a:r>
            <a:r>
              <a:rPr lang="en-US" altLang="ko-KR" dirty="0"/>
              <a:t>(Gain)</a:t>
            </a:r>
            <a:r>
              <a:rPr lang="ko-KR" altLang="en-US" dirty="0"/>
              <a:t>이 신호를 증폭시키기 때문에</a:t>
            </a:r>
            <a:r>
              <a:rPr lang="en-US" altLang="ko-KR" dirty="0"/>
              <a:t>, </a:t>
            </a:r>
            <a:r>
              <a:rPr lang="ko-KR" altLang="en-US" dirty="0"/>
              <a:t>후단으로 갈수록 입력 신호의 스윙이 커져 후단 소자의 비선형 왜곡</a:t>
            </a:r>
            <a:r>
              <a:rPr lang="en-US" altLang="ko-KR" dirty="0"/>
              <a:t>(saturation </a:t>
            </a:r>
            <a:r>
              <a:rPr lang="ko-KR" altLang="en-US" dirty="0"/>
              <a:t>및 </a:t>
            </a:r>
            <a:r>
              <a:rPr lang="en-US" altLang="ko-KR" dirty="0"/>
              <a:t>IM</a:t>
            </a:r>
            <a:r>
              <a:rPr lang="en-US" altLang="ko-KR" baseline="-25000" dirty="0"/>
              <a:t>3</a:t>
            </a:r>
            <a:r>
              <a:rPr lang="en-US" altLang="ko-KR" dirty="0"/>
              <a:t>)</a:t>
            </a:r>
            <a:r>
              <a:rPr lang="ko-KR" altLang="en-US" dirty="0"/>
              <a:t>이 급격히 악화됨</a:t>
            </a:r>
            <a:endParaRPr lang="en-US" altLang="ko-KR" dirty="0"/>
          </a:p>
          <a:p>
            <a:pPr lvl="1"/>
            <a:r>
              <a:rPr lang="ko-KR" altLang="en-US" dirty="0"/>
              <a:t>시스템 전체의 선형성 한계</a:t>
            </a:r>
            <a:r>
              <a:rPr lang="en-US" altLang="ko-KR" dirty="0"/>
              <a:t>(IIP</a:t>
            </a:r>
            <a:r>
              <a:rPr lang="en-US" altLang="ko-KR" baseline="-25000" dirty="0"/>
              <a:t>3</a:t>
            </a:r>
            <a:r>
              <a:rPr lang="en-US" altLang="ko-KR" dirty="0"/>
              <a:t>)</a:t>
            </a:r>
            <a:r>
              <a:rPr lang="ko-KR" altLang="en-US" dirty="0"/>
              <a:t>를 예측하고 각 단의 이득과 선형성을 최적 배분하기 위해 수학적 종속 합성 공식이 필수적임</a:t>
            </a:r>
            <a:endParaRPr lang="en-US" altLang="ko-KR" dirty="0"/>
          </a:p>
          <a:p>
            <a:r>
              <a:rPr lang="ko-KR" altLang="en-US" dirty="0"/>
              <a:t>두 개의 비선형 증폭단이 종속 연결된 등가 모델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A463E4-63B8-4A05-895A-816917039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40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7E2240B-180A-4706-BD08-5037A904C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270" y="5426191"/>
            <a:ext cx="3849632" cy="71933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83D05DD-FD89-4518-973B-1EB532760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163" y="4873398"/>
            <a:ext cx="5020376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4336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177BAA-E163-4820-BD8F-17B43162F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/>
              <a:t>단 종속 시스템의 입출력 관계식 전개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9218FC-E415-40CE-8B50-1DAD499ED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i="1" dirty="0"/>
              <a:t>y</a:t>
            </a:r>
            <a:r>
              <a:rPr lang="en-US" altLang="ko-KR" baseline="-25000" dirty="0"/>
              <a:t>1</a:t>
            </a:r>
            <a:r>
              <a:rPr lang="en-US" altLang="ko-KR" dirty="0"/>
              <a:t>(</a:t>
            </a:r>
            <a:r>
              <a:rPr lang="en-US" altLang="ko-KR" i="1" dirty="0"/>
              <a:t>t</a:t>
            </a:r>
            <a:r>
              <a:rPr lang="en-US" altLang="ko-KR" dirty="0"/>
              <a:t>) </a:t>
            </a:r>
            <a:r>
              <a:rPr lang="ko-KR" altLang="en-US" dirty="0"/>
              <a:t>식을 </a:t>
            </a:r>
            <a:r>
              <a:rPr lang="en-US" altLang="ko-KR" i="1" dirty="0"/>
              <a:t>y</a:t>
            </a:r>
            <a:r>
              <a:rPr lang="en-US" altLang="ko-KR" baseline="-25000" dirty="0"/>
              <a:t>2</a:t>
            </a:r>
            <a:r>
              <a:rPr lang="en-US" altLang="ko-KR" dirty="0"/>
              <a:t>(</a:t>
            </a:r>
            <a:r>
              <a:rPr lang="en-US" altLang="ko-KR" i="1" dirty="0"/>
              <a:t>t</a:t>
            </a:r>
            <a:r>
              <a:rPr lang="en-US" altLang="ko-KR" dirty="0"/>
              <a:t>) </a:t>
            </a:r>
            <a:r>
              <a:rPr lang="ko-KR" altLang="en-US" dirty="0"/>
              <a:t>식에 대입하여 입력 </a:t>
            </a:r>
            <a:r>
              <a:rPr lang="en-US" altLang="ko-KR" i="1" dirty="0"/>
              <a:t>x</a:t>
            </a:r>
            <a:r>
              <a:rPr lang="en-US" altLang="ko-KR" dirty="0"/>
              <a:t>(</a:t>
            </a:r>
            <a:r>
              <a:rPr lang="en-US" altLang="ko-KR" i="1" dirty="0"/>
              <a:t>t</a:t>
            </a:r>
            <a:r>
              <a:rPr lang="en-US" altLang="ko-KR" dirty="0"/>
              <a:t>)</a:t>
            </a:r>
            <a:r>
              <a:rPr lang="ko-KR" altLang="en-US" dirty="0"/>
              <a:t>에 대한 전체 출력 수식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차 및 </a:t>
            </a:r>
            <a:r>
              <a:rPr lang="en-US" altLang="ko-KR" dirty="0"/>
              <a:t>3</a:t>
            </a:r>
            <a:r>
              <a:rPr lang="ko-KR" altLang="en-US" dirty="0" err="1"/>
              <a:t>차항에</a:t>
            </a:r>
            <a:r>
              <a:rPr lang="ko-KR" altLang="en-US" dirty="0"/>
              <a:t> 대하여 정리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</a:t>
            </a:r>
            <a:r>
              <a:rPr lang="en-US" altLang="ko-KR" baseline="-25000" dirty="0"/>
              <a:t>IP3</a:t>
            </a:r>
            <a:r>
              <a:rPr lang="en-US" altLang="ko-KR" dirty="0"/>
              <a:t> </a:t>
            </a:r>
            <a:r>
              <a:rPr lang="ko-KR" altLang="en-US" dirty="0"/>
              <a:t>구하기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985650-1684-43F3-98AB-264201B90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41</a:t>
            </a:fld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AFC073CD-ADA8-4F9D-8AC9-F7C18B20C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532" y="1865832"/>
            <a:ext cx="8122936" cy="86868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2F986E4-8FA7-4D3A-A799-6084460243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6658" y="3509986"/>
            <a:ext cx="6138684" cy="38100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B884E8C6-5D9C-43A4-B887-E0421D20EA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2204" y="5027642"/>
            <a:ext cx="4337312" cy="82601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D5A4700B-53DD-40B3-A3D9-61C9DA7CAF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0798" y="5064928"/>
            <a:ext cx="2106172" cy="826010"/>
          </a:xfrm>
          <a:prstGeom prst="rect">
            <a:avLst/>
          </a:prstGeom>
        </p:spPr>
      </p:pic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195AF621-D55D-45A4-9E7F-4C76D522DFF3}"/>
              </a:ext>
            </a:extLst>
          </p:cNvPr>
          <p:cNvCxnSpPr/>
          <p:nvPr/>
        </p:nvCxnSpPr>
        <p:spPr>
          <a:xfrm>
            <a:off x="3945835" y="5477933"/>
            <a:ext cx="4075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2909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471CAB-0C5A-4A7D-9C27-0CD631552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2.12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7FB8D6-4C05-485E-8D23-FB5AF29FF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0067"/>
            <a:ext cx="10515600" cy="5341408"/>
          </a:xfrm>
        </p:spPr>
        <p:txBody>
          <a:bodyPr/>
          <a:lstStyle/>
          <a:p>
            <a:r>
              <a:rPr lang="ko-KR" altLang="en-US" dirty="0"/>
              <a:t>문제</a:t>
            </a:r>
            <a:endParaRPr lang="en-US" altLang="ko-KR" dirty="0"/>
          </a:p>
          <a:p>
            <a:pPr lvl="1"/>
            <a:r>
              <a:rPr lang="ko-KR" altLang="en-US" dirty="0"/>
              <a:t>전체 시스템의 </a:t>
            </a:r>
            <a:r>
              <a:rPr lang="en-US" altLang="ko-KR" dirty="0"/>
              <a:t>3</a:t>
            </a:r>
            <a:r>
              <a:rPr lang="ko-KR" altLang="en-US" dirty="0"/>
              <a:t>차 </a:t>
            </a:r>
            <a:r>
              <a:rPr lang="ko-KR" altLang="en-US" dirty="0" err="1"/>
              <a:t>상호변조</a:t>
            </a:r>
            <a:r>
              <a:rPr lang="ko-KR" altLang="en-US" dirty="0"/>
              <a:t> 왜곡을 완전히 상쇄시켜 총 </a:t>
            </a:r>
            <a:r>
              <a:rPr lang="en-US" altLang="ko-KR" dirty="0"/>
              <a:t>IIP</a:t>
            </a:r>
            <a:r>
              <a:rPr lang="en-US" altLang="ko-KR" baseline="-25000" dirty="0"/>
              <a:t>3</a:t>
            </a:r>
            <a:r>
              <a:rPr lang="ko-KR" altLang="en-US" dirty="0"/>
              <a:t>를 무한대로 만드는 것이 물리적으로 가능한가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풀이</a:t>
            </a:r>
            <a:endParaRPr lang="en-US" altLang="ko-KR" dirty="0"/>
          </a:p>
          <a:p>
            <a:pPr lvl="1"/>
            <a:r>
              <a:rPr lang="ko-KR" altLang="en-US" dirty="0" err="1"/>
              <a:t>차동</a:t>
            </a:r>
            <a:r>
              <a:rPr lang="ko-KR" altLang="en-US" dirty="0"/>
              <a:t> 회로 환경을 가정</a:t>
            </a:r>
            <a:r>
              <a:rPr lang="en-US" altLang="ko-KR" dirty="0"/>
              <a:t>: </a:t>
            </a:r>
            <a:r>
              <a:rPr lang="el-GR" altLang="ko-KR" dirty="0"/>
              <a:t>α</a:t>
            </a:r>
            <a:r>
              <a:rPr lang="en-US" altLang="ko-KR" baseline="-25000" dirty="0"/>
              <a:t>2</a:t>
            </a:r>
            <a:r>
              <a:rPr lang="en-US" altLang="ko-KR" dirty="0"/>
              <a:t> = 0, </a:t>
            </a:r>
            <a:r>
              <a:rPr lang="el-GR" altLang="ko-KR" dirty="0"/>
              <a:t>β</a:t>
            </a:r>
            <a:r>
              <a:rPr lang="en-US" altLang="ko-KR" baseline="-25000" dirty="0"/>
              <a:t>2</a:t>
            </a:r>
            <a:r>
              <a:rPr lang="en-US" altLang="ko-KR" dirty="0"/>
              <a:t> = 0</a:t>
            </a:r>
          </a:p>
          <a:p>
            <a:pPr lvl="1"/>
            <a:r>
              <a:rPr lang="ko-KR" altLang="en-US" dirty="0"/>
              <a:t>무한대가 되기 위한 조건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일반적인 능동 </a:t>
            </a:r>
            <a:r>
              <a:rPr lang="ko-KR" altLang="en-US" dirty="0" err="1"/>
              <a:t>증폭단</a:t>
            </a:r>
            <a:r>
              <a:rPr lang="en-US" altLang="ko-KR" dirty="0"/>
              <a:t>(Stage 1, Stage 2)</a:t>
            </a:r>
            <a:r>
              <a:rPr lang="ko-KR" altLang="en-US" dirty="0"/>
              <a:t>은 입력 전압이 커짐에 따라 전류가 포화되는 압축</a:t>
            </a:r>
            <a:r>
              <a:rPr lang="en-US" altLang="ko-KR" dirty="0"/>
              <a:t>(Compressive) </a:t>
            </a:r>
            <a:r>
              <a:rPr lang="ko-KR" altLang="en-US" dirty="0"/>
              <a:t>특성을 지님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CD0801-3F5C-4194-96C7-EB3A63F8F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42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9B32A76-81F2-4FC7-8DE8-EA3D614C38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3926" y="464364"/>
            <a:ext cx="4337312" cy="82601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0DEF9DC-7183-4E80-AFAB-736C270CF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9724" y="3866122"/>
            <a:ext cx="4352552" cy="67665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F32E227-470D-410A-91E8-FE1A78E6EB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2142" y="5477933"/>
            <a:ext cx="2740158" cy="6400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46D92EE-6F8D-411E-AA78-733F9A0B321A}"/>
              </a:ext>
            </a:extLst>
          </p:cNvPr>
          <p:cNvSpPr txBox="1"/>
          <p:nvPr/>
        </p:nvSpPr>
        <p:spPr>
          <a:xfrm>
            <a:off x="5266415" y="5489886"/>
            <a:ext cx="33441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양변이 같아지는 것이 불가능함</a:t>
            </a:r>
            <a:br>
              <a:rPr lang="en-US" altLang="ko-KR" dirty="0"/>
            </a:b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무한대가 될 수 없음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37600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B1EF0E-DD91-417A-98B1-EF393BF7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5980F8-A6EE-441A-B963-FF21C57E4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ko-KR" dirty="0"/>
              <a:t>A</a:t>
            </a:r>
            <a:r>
              <a:rPr lang="en-US" altLang="ko-KR" baseline="-25000" dirty="0"/>
              <a:t>IIP3</a:t>
            </a:r>
            <a:r>
              <a:rPr lang="en-US" altLang="ko-KR" dirty="0"/>
              <a:t> </a:t>
            </a:r>
            <a:r>
              <a:rPr lang="ko-KR" altLang="en-US" dirty="0"/>
              <a:t>공식을 역수의 제곱 형태로 정리하여 각 단의 개별 </a:t>
            </a:r>
            <a:r>
              <a:rPr lang="en-US" altLang="ko-KR" dirty="0"/>
              <a:t>IIP</a:t>
            </a:r>
            <a:r>
              <a:rPr lang="en-US" altLang="ko-KR" baseline="-25000" dirty="0"/>
              <a:t>3</a:t>
            </a:r>
            <a:r>
              <a:rPr lang="en-US" altLang="ko-KR" dirty="0"/>
              <a:t> </a:t>
            </a:r>
            <a:r>
              <a:rPr lang="ko-KR" altLang="en-US" dirty="0"/>
              <a:t>성분과 매칭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ko-KR" altLang="en-US" dirty="0"/>
              <a:t>물리적 의미</a:t>
            </a:r>
            <a:endParaRPr lang="en-US" altLang="ko-KR" dirty="0"/>
          </a:p>
          <a:p>
            <a:pPr lvl="3"/>
            <a:r>
              <a:rPr lang="en-US" altLang="ko-KR" dirty="0"/>
              <a:t>1</a:t>
            </a:r>
            <a:r>
              <a:rPr lang="ko-KR" altLang="en-US" dirty="0"/>
              <a:t>단 자체의 왜곡 </a:t>
            </a:r>
            <a:br>
              <a:rPr lang="en-US" altLang="ko-KR" dirty="0"/>
            </a:br>
            <a:r>
              <a:rPr lang="en-US" altLang="ko-KR" dirty="0"/>
              <a:t>+ 1</a:t>
            </a:r>
            <a:r>
              <a:rPr lang="ko-KR" altLang="en-US" dirty="0"/>
              <a:t>단의 </a:t>
            </a:r>
            <a:r>
              <a:rPr lang="en-US" altLang="ko-KR" dirty="0"/>
              <a:t>2</a:t>
            </a:r>
            <a:r>
              <a:rPr lang="ko-KR" altLang="en-US" dirty="0"/>
              <a:t>차 왜곡과 </a:t>
            </a:r>
            <a:r>
              <a:rPr lang="en-US" altLang="ko-KR" dirty="0"/>
              <a:t>2</a:t>
            </a:r>
            <a:r>
              <a:rPr lang="ko-KR" altLang="en-US" dirty="0"/>
              <a:t>단의 </a:t>
            </a:r>
            <a:r>
              <a:rPr lang="en-US" altLang="ko-KR" dirty="0"/>
              <a:t>2</a:t>
            </a:r>
            <a:r>
              <a:rPr lang="ko-KR" altLang="en-US" dirty="0"/>
              <a:t>차 왜곡이 결합하여 생성되는 교차 </a:t>
            </a:r>
            <a:r>
              <a:rPr lang="en-US" altLang="ko-KR" dirty="0"/>
              <a:t>IM </a:t>
            </a:r>
            <a:r>
              <a:rPr lang="ko-KR" altLang="en-US" dirty="0"/>
              <a:t>성분</a:t>
            </a:r>
            <a:br>
              <a:rPr lang="en-US" altLang="ko-KR" dirty="0"/>
            </a:br>
            <a:r>
              <a:rPr lang="en-US" altLang="ko-KR" dirty="0"/>
              <a:t>+ 2</a:t>
            </a:r>
            <a:r>
              <a:rPr lang="ko-KR" altLang="en-US" dirty="0"/>
              <a:t>단의 자체 왜곡이 </a:t>
            </a:r>
            <a:r>
              <a:rPr lang="en-US" altLang="ko-KR" dirty="0"/>
              <a:t>1</a:t>
            </a:r>
            <a:r>
              <a:rPr lang="ko-KR" altLang="en-US" dirty="0"/>
              <a:t>단 이득 제곱만큼 증폭되어 입력으로 환산된 왜곡 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F7B8E7-7682-4D41-9122-F47F97866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43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25D4862-C483-488C-A509-EAA982201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117" y="1943133"/>
            <a:ext cx="4157480" cy="232562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FCD23DD-2AC9-4209-A573-6C446BA412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405" y="2986613"/>
            <a:ext cx="3877064" cy="643130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A9877576-807F-4531-B9C0-C5950EBD7D43}"/>
              </a:ext>
            </a:extLst>
          </p:cNvPr>
          <p:cNvCxnSpPr/>
          <p:nvPr/>
        </p:nvCxnSpPr>
        <p:spPr>
          <a:xfrm flipH="1">
            <a:off x="5878596" y="3470402"/>
            <a:ext cx="43215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A999369-E6EA-43F6-B78C-B6B68F436AD8}"/>
              </a:ext>
            </a:extLst>
          </p:cNvPr>
          <p:cNvSpPr txBox="1"/>
          <p:nvPr/>
        </p:nvSpPr>
        <p:spPr>
          <a:xfrm>
            <a:off x="7296263" y="3665210"/>
            <a:ext cx="22573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개별단의 </a:t>
            </a:r>
            <a:r>
              <a:rPr lang="en-US" altLang="ko-KR" dirty="0"/>
              <a:t>IIP</a:t>
            </a:r>
            <a:r>
              <a:rPr lang="en-US" altLang="ko-KR" baseline="-25000" dirty="0"/>
              <a:t>3</a:t>
            </a:r>
            <a:r>
              <a:rPr lang="ko-KR" altLang="en-US" dirty="0"/>
              <a:t>식 적용</a:t>
            </a:r>
          </a:p>
        </p:txBody>
      </p:sp>
    </p:spTree>
    <p:extLst>
      <p:ext uri="{BB962C8B-B14F-4D97-AF65-F5344CB8AC3E}">
        <p14:creationId xmlns:p14="http://schemas.microsoft.com/office/powerpoint/2010/main" val="20258330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E3482F-7FE8-4C61-944E-BB974D017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575682-FC07-45E3-A34B-7C298554C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ko-KR" dirty="0"/>
              <a:t>2</a:t>
            </a:r>
            <a:r>
              <a:rPr lang="ko-KR" altLang="en-US" dirty="0"/>
              <a:t>단 종속 시스템에서의 </a:t>
            </a:r>
            <a:r>
              <a:rPr lang="en-US" altLang="ko-KR" dirty="0"/>
              <a:t>IM </a:t>
            </a:r>
            <a:r>
              <a:rPr lang="ko-KR" altLang="en-US" dirty="0"/>
              <a:t>성분</a:t>
            </a:r>
            <a:endParaRPr lang="en-US" altLang="ko-KR" dirty="0"/>
          </a:p>
          <a:p>
            <a:pPr lvl="2"/>
            <a:r>
              <a:rPr lang="ko-KR" altLang="en-US" dirty="0"/>
              <a:t>입력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i="1" dirty="0"/>
              <a:t>x</a:t>
            </a:r>
            <a:r>
              <a:rPr lang="en-US" altLang="ko-KR" dirty="0"/>
              <a:t>(</a:t>
            </a:r>
            <a:r>
              <a:rPr lang="en-US" altLang="ko-KR" i="1" dirty="0"/>
              <a:t>t</a:t>
            </a:r>
            <a:r>
              <a:rPr lang="en-US" altLang="ko-KR" dirty="0"/>
              <a:t>) = </a:t>
            </a:r>
            <a:r>
              <a:rPr lang="en-US" altLang="ko-KR" i="1" dirty="0"/>
              <a:t>A</a:t>
            </a:r>
            <a:r>
              <a:rPr lang="en-US" altLang="ko-KR" dirty="0"/>
              <a:t>cosω</a:t>
            </a:r>
            <a:r>
              <a:rPr lang="en-US" altLang="ko-KR" baseline="-25000" dirty="0"/>
              <a:t>1</a:t>
            </a:r>
            <a:r>
              <a:rPr lang="en-US" altLang="ko-KR" i="1" dirty="0"/>
              <a:t>t</a:t>
            </a:r>
            <a:r>
              <a:rPr lang="en-US" altLang="ko-KR" dirty="0"/>
              <a:t> + </a:t>
            </a:r>
            <a:r>
              <a:rPr lang="en-US" altLang="ko-KR" i="1" dirty="0"/>
              <a:t>A</a:t>
            </a:r>
            <a:r>
              <a:rPr lang="en-US" altLang="ko-KR" dirty="0"/>
              <a:t>cosω</a:t>
            </a:r>
            <a:r>
              <a:rPr lang="en-US" altLang="ko-KR" baseline="-25000" dirty="0"/>
              <a:t>2</a:t>
            </a:r>
            <a:r>
              <a:rPr lang="en-US" altLang="ko-KR" i="1" dirty="0"/>
              <a:t>t</a:t>
            </a:r>
            <a:endParaRPr lang="ko-KR" altLang="en-US" i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1A4D79-5216-4282-8D32-38708A699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44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C46DA39-3443-48C5-907C-50E1B44E0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39" y="2087837"/>
            <a:ext cx="6190429" cy="430925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23F6B1B-F9E3-4941-8C35-02344F0DF4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131" y="4764089"/>
            <a:ext cx="5086361" cy="1113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4558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3A5B6B-8E19-4C50-A8FD-ED2105B0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508ADE-926E-49F5-8649-CB37CA5BA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차 비선형 계수 제거 조건</a:t>
            </a:r>
            <a:endParaRPr lang="en-US" altLang="ko-KR" dirty="0"/>
          </a:p>
          <a:p>
            <a:pPr lvl="1"/>
            <a:r>
              <a:rPr lang="ko-KR" altLang="en-US" dirty="0"/>
              <a:t>회로가 완전 </a:t>
            </a:r>
            <a:r>
              <a:rPr lang="ko-KR" altLang="en-US" dirty="0" err="1"/>
              <a:t>차동</a:t>
            </a:r>
            <a:r>
              <a:rPr lang="en-US" altLang="ko-KR" dirty="0"/>
              <a:t>(Fully Differential) </a:t>
            </a:r>
            <a:r>
              <a:rPr lang="ko-KR" altLang="en-US" dirty="0"/>
              <a:t>구조이거나 기함수 대칭성을 가지면 </a:t>
            </a:r>
            <a:r>
              <a:rPr lang="ko-KR" altLang="en-US" dirty="0" err="1"/>
              <a:t>짝수차</a:t>
            </a:r>
            <a:r>
              <a:rPr lang="ko-KR" altLang="en-US" dirty="0"/>
              <a:t> 왜곡 계수 </a:t>
            </a:r>
            <a:r>
              <a:rPr lang="el-GR" altLang="ko-KR" dirty="0"/>
              <a:t>α</a:t>
            </a:r>
            <a:r>
              <a:rPr lang="en-US" altLang="ko-KR" baseline="-25000" dirty="0"/>
              <a:t>2</a:t>
            </a:r>
            <a:r>
              <a:rPr lang="en-US" altLang="ko-KR" dirty="0"/>
              <a:t> = </a:t>
            </a:r>
            <a:r>
              <a:rPr lang="el-GR" altLang="ko-KR" dirty="0"/>
              <a:t>β</a:t>
            </a:r>
            <a:r>
              <a:rPr lang="en-US" altLang="ko-KR" baseline="-25000" dirty="0"/>
              <a:t>2</a:t>
            </a:r>
            <a:r>
              <a:rPr lang="en-US" altLang="ko-KR" dirty="0"/>
              <a:t> = 0</a:t>
            </a:r>
            <a:r>
              <a:rPr lang="ko-KR" altLang="en-US" dirty="0"/>
              <a:t>이 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실무 전력 단위 </a:t>
            </a:r>
            <a:r>
              <a:rPr lang="en-US" altLang="ko-KR" dirty="0"/>
              <a:t>(dBm)</a:t>
            </a:r>
            <a:r>
              <a:rPr lang="ko-KR" altLang="en-US" dirty="0"/>
              <a:t>로의 공식 변환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3</a:t>
            </a:r>
            <a:r>
              <a:rPr lang="ko-KR" altLang="en-US" dirty="0"/>
              <a:t>개 이상의 단이 있을 경우</a:t>
            </a:r>
            <a:r>
              <a:rPr lang="en-US" altLang="ko-KR" dirty="0"/>
              <a:t>,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702ECB-B1A5-4D49-AB96-497F541FE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45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842092A-44F6-4435-A782-55B1CA1C1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636" y="2568004"/>
            <a:ext cx="3474728" cy="78029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F4BA401-F7E1-4443-9C20-31EBF5A91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4357" y="4174181"/>
            <a:ext cx="3383286" cy="66446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BEDACCF-C435-4683-B5E8-B4D76CE0AA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6467" y="5451132"/>
            <a:ext cx="4639066" cy="78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6598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A7C1E9-3A3D-48F5-8BE4-814D11AB7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2.13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705CE5-40CD-4A9E-9481-2937C50D6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  <a:endParaRPr lang="en-US" altLang="ko-KR" dirty="0"/>
          </a:p>
          <a:p>
            <a:pPr lvl="1"/>
            <a:r>
              <a:rPr lang="ko-KR" altLang="en-US" dirty="0"/>
              <a:t>입력 </a:t>
            </a:r>
            <a:r>
              <a:rPr lang="en-US" altLang="ko-KR" dirty="0"/>
              <a:t>IP</a:t>
            </a:r>
            <a:r>
              <a:rPr lang="en-US" altLang="ko-KR" baseline="-25000" dirty="0"/>
              <a:t>3</a:t>
            </a:r>
            <a:r>
              <a:rPr lang="ko-KR" altLang="en-US" dirty="0"/>
              <a:t>가 </a:t>
            </a:r>
            <a:r>
              <a:rPr lang="en-US" altLang="ko-KR" dirty="0"/>
              <a:t>-10dBm</a:t>
            </a:r>
            <a:r>
              <a:rPr lang="ko-KR" altLang="en-US" dirty="0"/>
              <a:t>이고 이득이 </a:t>
            </a:r>
            <a:r>
              <a:rPr lang="en-US" altLang="ko-KR" dirty="0"/>
              <a:t>20dB</a:t>
            </a:r>
            <a:r>
              <a:rPr lang="ko-KR" altLang="en-US" dirty="0"/>
              <a:t>인 </a:t>
            </a:r>
            <a:r>
              <a:rPr lang="ko-KR" altLang="en-US" dirty="0" err="1"/>
              <a:t>저잡음</a:t>
            </a:r>
            <a:r>
              <a:rPr lang="ko-KR" altLang="en-US" dirty="0"/>
              <a:t> 증폭기 다음에 입력 </a:t>
            </a:r>
            <a:r>
              <a:rPr lang="en-US" altLang="ko-KR" dirty="0"/>
              <a:t>IP</a:t>
            </a:r>
            <a:r>
              <a:rPr lang="en-US" altLang="ko-KR" baseline="-25000" dirty="0"/>
              <a:t>3</a:t>
            </a:r>
            <a:r>
              <a:rPr lang="ko-KR" altLang="en-US" dirty="0"/>
              <a:t>가 </a:t>
            </a:r>
            <a:r>
              <a:rPr lang="en-US" altLang="ko-KR" dirty="0"/>
              <a:t>14dBm</a:t>
            </a:r>
            <a:r>
              <a:rPr lang="ko-KR" altLang="en-US" dirty="0"/>
              <a:t>인 믹서가 연결되어 있음</a:t>
            </a:r>
            <a:endParaRPr lang="en-US" altLang="ko-KR" dirty="0"/>
          </a:p>
          <a:p>
            <a:pPr lvl="1"/>
            <a:r>
              <a:rPr lang="ko-KR" altLang="en-US" dirty="0"/>
              <a:t>어떤 단계가 전체 직렬 연결의 </a:t>
            </a:r>
            <a:r>
              <a:rPr lang="en-US" altLang="ko-KR" dirty="0"/>
              <a:t>IP</a:t>
            </a:r>
            <a:r>
              <a:rPr lang="en-US" altLang="ko-KR" baseline="-25000" dirty="0"/>
              <a:t>3</a:t>
            </a:r>
            <a:r>
              <a:rPr lang="ko-KR" altLang="en-US" dirty="0"/>
              <a:t>를 더 많이 제한하는지</a:t>
            </a:r>
            <a:r>
              <a:rPr lang="en-US" altLang="ko-KR" dirty="0"/>
              <a:t>?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풀이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743BCB-F63D-4638-8741-FB1BE30F6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1B7D50B-86E8-49DF-9DC6-B08FD1488C6E}"/>
              </a:ext>
            </a:extLst>
          </p:cNvPr>
          <p:cNvCxnSpPr/>
          <p:nvPr/>
        </p:nvCxnSpPr>
        <p:spPr>
          <a:xfrm>
            <a:off x="4005470" y="3429000"/>
            <a:ext cx="54665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이등변 삼각형 8">
            <a:extLst>
              <a:ext uri="{FF2B5EF4-FFF2-40B4-BE49-F238E27FC236}">
                <a16:creationId xmlns:a16="http://schemas.microsoft.com/office/drawing/2014/main" id="{A542C52D-93E4-4AB2-AD8D-C63DF9AFA0B9}"/>
              </a:ext>
            </a:extLst>
          </p:cNvPr>
          <p:cNvSpPr/>
          <p:nvPr/>
        </p:nvSpPr>
        <p:spPr>
          <a:xfrm rot="5400000">
            <a:off x="4457701" y="3071191"/>
            <a:ext cx="904461" cy="715617"/>
          </a:xfrm>
          <a:prstGeom prst="triangle">
            <a:avLst/>
          </a:prstGeom>
          <a:noFill/>
          <a:ln w="444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5ED7B88-B53C-4218-BC71-06615708988B}"/>
              </a:ext>
            </a:extLst>
          </p:cNvPr>
          <p:cNvCxnSpPr/>
          <p:nvPr/>
        </p:nvCxnSpPr>
        <p:spPr>
          <a:xfrm>
            <a:off x="5267741" y="3429000"/>
            <a:ext cx="54665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F7A88195-1AC3-42D2-8D0A-64ED9BE7B8F1}"/>
              </a:ext>
            </a:extLst>
          </p:cNvPr>
          <p:cNvCxnSpPr/>
          <p:nvPr/>
        </p:nvCxnSpPr>
        <p:spPr>
          <a:xfrm>
            <a:off x="6692351" y="3412433"/>
            <a:ext cx="546653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순서도: 가산 접합 15">
            <a:extLst>
              <a:ext uri="{FF2B5EF4-FFF2-40B4-BE49-F238E27FC236}">
                <a16:creationId xmlns:a16="http://schemas.microsoft.com/office/drawing/2014/main" id="{CA37F929-D4FD-4550-9F2A-7CFE61D26914}"/>
              </a:ext>
            </a:extLst>
          </p:cNvPr>
          <p:cNvSpPr/>
          <p:nvPr/>
        </p:nvSpPr>
        <p:spPr>
          <a:xfrm>
            <a:off x="5814393" y="2960207"/>
            <a:ext cx="877957" cy="904452"/>
          </a:xfrm>
          <a:prstGeom prst="flowChartSummingJunction">
            <a:avLst/>
          </a:prstGeom>
          <a:noFill/>
          <a:ln w="444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8AAB6C-6C16-46FA-98A9-F3A7AD232795}"/>
              </a:ext>
            </a:extLst>
          </p:cNvPr>
          <p:cNvSpPr txBox="1"/>
          <p:nvPr/>
        </p:nvSpPr>
        <p:spPr>
          <a:xfrm>
            <a:off x="3745383" y="3906655"/>
            <a:ext cx="16417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</a:t>
            </a:r>
            <a:r>
              <a:rPr lang="en-US" altLang="ko-KR" baseline="-25000" dirty="0"/>
              <a:t>IP3,1</a:t>
            </a:r>
            <a:r>
              <a:rPr lang="en-US" altLang="ko-KR" dirty="0"/>
              <a:t> = -10 dBm</a:t>
            </a:r>
          </a:p>
          <a:p>
            <a:r>
              <a:rPr lang="el-GR" altLang="ko-KR" dirty="0"/>
              <a:t>α</a:t>
            </a:r>
            <a:r>
              <a:rPr lang="en-US" altLang="ko-KR" baseline="-25000" dirty="0"/>
              <a:t>1</a:t>
            </a:r>
            <a:r>
              <a:rPr lang="en-US" altLang="ko-KR" dirty="0"/>
              <a:t> = 20 dB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FBE8A00-35CE-4207-84DB-B4950310FB88}"/>
              </a:ext>
            </a:extLst>
          </p:cNvPr>
          <p:cNvSpPr txBox="1"/>
          <p:nvPr/>
        </p:nvSpPr>
        <p:spPr>
          <a:xfrm>
            <a:off x="5710208" y="3991323"/>
            <a:ext cx="1571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</a:t>
            </a:r>
            <a:r>
              <a:rPr lang="en-US" altLang="ko-KR" baseline="-25000" dirty="0"/>
              <a:t>IP3,2</a:t>
            </a:r>
            <a:r>
              <a:rPr lang="en-US" altLang="ko-KR" dirty="0"/>
              <a:t> = 14 dBm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A5DFE7F5-AB89-4A98-8FD5-FDEF2CF56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73" y="5175298"/>
            <a:ext cx="3474728" cy="78029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C06992A8-E88A-40BB-B65D-26D86E90B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1392" y="5077762"/>
            <a:ext cx="2197612" cy="975362"/>
          </a:xfrm>
          <a:prstGeom prst="rect">
            <a:avLst/>
          </a:prstGeom>
        </p:spPr>
      </p:pic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E52364BE-0BDF-4690-881D-E0CF4EF3CDF5}"/>
              </a:ext>
            </a:extLst>
          </p:cNvPr>
          <p:cNvCxnSpPr/>
          <p:nvPr/>
        </p:nvCxnSpPr>
        <p:spPr>
          <a:xfrm>
            <a:off x="4429535" y="5565443"/>
            <a:ext cx="4572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6F430C84-C285-429C-B5B0-5895C203273C}"/>
              </a:ext>
            </a:extLst>
          </p:cNvPr>
          <p:cNvSpPr txBox="1"/>
          <p:nvPr/>
        </p:nvSpPr>
        <p:spPr>
          <a:xfrm>
            <a:off x="7393660" y="5297160"/>
            <a:ext cx="4248444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2단 </a:t>
            </a:r>
            <a:r>
              <a:rPr lang="en-US" altLang="ko-KR" dirty="0"/>
              <a:t>I</a:t>
            </a:r>
            <a:r>
              <a:rPr lang="ko-KR" altLang="en-US" dirty="0"/>
              <a:t>P</a:t>
            </a:r>
            <a:r>
              <a:rPr lang="ko-KR" altLang="en-US" baseline="-25000" dirty="0"/>
              <a:t>3</a:t>
            </a:r>
            <a:r>
              <a:rPr lang="ko-KR" altLang="en-US" dirty="0"/>
              <a:t>가 1단의 IP</a:t>
            </a:r>
            <a:r>
              <a:rPr lang="ko-KR" altLang="en-US" baseline="-25000" dirty="0"/>
              <a:t>3</a:t>
            </a:r>
            <a:r>
              <a:rPr lang="ko-KR" altLang="en-US" dirty="0"/>
              <a:t>보다 낮음 </a:t>
            </a:r>
            <a:endParaRPr lang="en-US" altLang="ko-KR" dirty="0"/>
          </a:p>
          <a:p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전체 IP</a:t>
            </a:r>
            <a:r>
              <a:rPr lang="ko-KR" altLang="en-US" baseline="-25000" dirty="0"/>
              <a:t>3</a:t>
            </a:r>
            <a:r>
              <a:rPr lang="ko-KR" altLang="en-US" dirty="0"/>
              <a:t>는 2단에 의해 더 크게 제한됨</a:t>
            </a:r>
          </a:p>
        </p:txBody>
      </p:sp>
    </p:spTree>
    <p:extLst>
      <p:ext uri="{BB962C8B-B14F-4D97-AF65-F5344CB8AC3E}">
        <p14:creationId xmlns:p14="http://schemas.microsoft.com/office/powerpoint/2010/main" val="13357672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73F72-D541-4B1A-96CD-CD851BC64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2.2.6 AM/PM Conversion (</a:t>
            </a:r>
            <a:r>
              <a:rPr lang="ko-KR" altLang="en-US" dirty="0"/>
              <a:t>진폭</a:t>
            </a:r>
            <a:r>
              <a:rPr lang="en-US" altLang="ko-KR" dirty="0"/>
              <a:t>-</a:t>
            </a:r>
            <a:r>
              <a:rPr lang="ko-KR" altLang="en-US" dirty="0"/>
              <a:t>위상 변환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6BFB73-3AF8-4F95-883B-485670A595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AM/PM Conversion (APC)</a:t>
            </a:r>
            <a:r>
              <a:rPr lang="ko-KR" altLang="en-US" dirty="0"/>
              <a:t>의 정의</a:t>
            </a:r>
            <a:endParaRPr lang="en-US" altLang="ko-KR" dirty="0"/>
          </a:p>
          <a:p>
            <a:pPr lvl="1"/>
            <a:r>
              <a:rPr lang="en-US" altLang="ko-KR" b="0" i="0" dirty="0">
                <a:solidFill>
                  <a:srgbClr val="303030"/>
                </a:solidFill>
                <a:effectLst/>
                <a:latin typeface="Google Sans Text"/>
              </a:rPr>
              <a:t>RF </a:t>
            </a:r>
            <a:r>
              <a:rPr lang="ko-KR" altLang="en-US" b="0" i="0" dirty="0">
                <a:solidFill>
                  <a:srgbClr val="303030"/>
                </a:solidFill>
                <a:effectLst/>
                <a:latin typeface="Google Sans Text"/>
              </a:rPr>
              <a:t>회로</a:t>
            </a:r>
            <a:r>
              <a:rPr lang="en-US" altLang="ko-KR" b="0" i="0" dirty="0">
                <a:solidFill>
                  <a:srgbClr val="303030"/>
                </a:solidFill>
                <a:effectLst/>
                <a:latin typeface="Google Sans Text"/>
              </a:rPr>
              <a:t>(</a:t>
            </a:r>
            <a:r>
              <a:rPr lang="ko-KR" altLang="en-US" b="0" i="0" dirty="0">
                <a:solidFill>
                  <a:srgbClr val="303030"/>
                </a:solidFill>
                <a:effectLst/>
                <a:latin typeface="Google Sans Text"/>
              </a:rPr>
              <a:t>특히 전력 증폭기</a:t>
            </a:r>
            <a:r>
              <a:rPr lang="en-US" altLang="ko-KR" b="0" i="0" dirty="0">
                <a:solidFill>
                  <a:srgbClr val="303030"/>
                </a:solidFill>
                <a:effectLst/>
                <a:latin typeface="Google Sans Text"/>
              </a:rPr>
              <a:t>, PA)</a:t>
            </a:r>
            <a:r>
              <a:rPr lang="ko-KR" altLang="en-US" b="0" i="0" dirty="0">
                <a:solidFill>
                  <a:srgbClr val="303030"/>
                </a:solidFill>
                <a:effectLst/>
                <a:latin typeface="Google Sans Text"/>
              </a:rPr>
              <a:t>에서 </a:t>
            </a:r>
            <a:r>
              <a:rPr lang="ko-KR" altLang="en-US" i="0" dirty="0">
                <a:solidFill>
                  <a:srgbClr val="303030"/>
                </a:solidFill>
                <a:effectLst/>
                <a:latin typeface="Google Sans Text"/>
              </a:rPr>
              <a:t>입력 신호의 진폭 변동</a:t>
            </a:r>
            <a:r>
              <a:rPr lang="en-US" altLang="ko-KR" i="0" dirty="0">
                <a:solidFill>
                  <a:srgbClr val="303030"/>
                </a:solidFill>
                <a:effectLst/>
                <a:latin typeface="Google Sans Text"/>
              </a:rPr>
              <a:t>(AM)</a:t>
            </a:r>
            <a:r>
              <a:rPr lang="ko-KR" altLang="en-US" i="0" dirty="0">
                <a:solidFill>
                  <a:srgbClr val="303030"/>
                </a:solidFill>
                <a:effectLst/>
                <a:latin typeface="Google Sans Text"/>
              </a:rPr>
              <a:t>이 출력 신호의 위상 편차</a:t>
            </a:r>
            <a:r>
              <a:rPr lang="en-US" altLang="ko-KR" i="0" dirty="0">
                <a:solidFill>
                  <a:srgbClr val="303030"/>
                </a:solidFill>
                <a:effectLst/>
                <a:latin typeface="Google Sans Text"/>
              </a:rPr>
              <a:t>(PM)</a:t>
            </a:r>
            <a:r>
              <a:rPr lang="ko-KR" altLang="en-US" i="0" dirty="0">
                <a:solidFill>
                  <a:srgbClr val="303030"/>
                </a:solidFill>
                <a:effectLst/>
                <a:latin typeface="Google Sans Text"/>
              </a:rPr>
              <a:t>로 전이</a:t>
            </a:r>
            <a:r>
              <a:rPr lang="ko-KR" altLang="en-US" b="0" i="0" dirty="0">
                <a:solidFill>
                  <a:srgbClr val="303030"/>
                </a:solidFill>
                <a:effectLst/>
                <a:latin typeface="Google Sans Text"/>
              </a:rPr>
              <a:t>되는 비선형 현상</a:t>
            </a:r>
            <a:endParaRPr lang="en-US" altLang="ko-KR" b="0" i="0" dirty="0">
              <a:solidFill>
                <a:srgbClr val="303030"/>
              </a:solidFill>
              <a:effectLst/>
              <a:latin typeface="Google Sans Text"/>
            </a:endParaRPr>
          </a:p>
          <a:p>
            <a:pPr lvl="1"/>
            <a:r>
              <a:rPr lang="ko-KR" altLang="en-US" dirty="0">
                <a:solidFill>
                  <a:srgbClr val="303030"/>
                </a:solidFill>
                <a:latin typeface="Google Sans Text"/>
              </a:rPr>
              <a:t>수학적 표현</a:t>
            </a:r>
            <a:endParaRPr lang="en-US" altLang="ko-KR" dirty="0">
              <a:solidFill>
                <a:srgbClr val="303030"/>
              </a:solidFill>
              <a:latin typeface="Google Sans Text"/>
            </a:endParaRPr>
          </a:p>
          <a:p>
            <a:pPr lvl="1"/>
            <a:endParaRPr lang="en-US" altLang="ko-KR" dirty="0">
              <a:solidFill>
                <a:srgbClr val="303030"/>
              </a:solidFill>
              <a:latin typeface="Google Sans Text"/>
            </a:endParaRPr>
          </a:p>
          <a:p>
            <a:pPr lvl="1"/>
            <a:endParaRPr lang="en-US" altLang="ko-KR" dirty="0">
              <a:solidFill>
                <a:srgbClr val="303030"/>
              </a:solidFill>
              <a:latin typeface="Google Sans Text"/>
            </a:endParaRPr>
          </a:p>
          <a:p>
            <a:pPr lvl="2"/>
            <a:r>
              <a:rPr lang="el-GR" altLang="ko-KR" dirty="0"/>
              <a:t>φ</a:t>
            </a:r>
            <a:r>
              <a:rPr lang="en-US" altLang="ko-KR" dirty="0"/>
              <a:t>(</a:t>
            </a:r>
            <a:r>
              <a:rPr lang="en-US" altLang="ko-KR" i="1" dirty="0"/>
              <a:t>V</a:t>
            </a:r>
            <a:r>
              <a:rPr lang="en-US" altLang="ko-KR" baseline="-25000" dirty="0"/>
              <a:t>1</a:t>
            </a:r>
            <a:r>
              <a:rPr lang="en-US" altLang="ko-KR" dirty="0"/>
              <a:t>)</a:t>
            </a:r>
            <a:r>
              <a:rPr lang="ko-KR" altLang="en-US" dirty="0"/>
              <a:t>은 입력 진폭 </a:t>
            </a:r>
            <a:r>
              <a:rPr lang="en-US" altLang="ko-KR" i="1" dirty="0"/>
              <a:t>V</a:t>
            </a:r>
            <a:r>
              <a:rPr lang="en-US" altLang="ko-KR" baseline="-25000" dirty="0"/>
              <a:t>1</a:t>
            </a:r>
            <a:r>
              <a:rPr lang="ko-KR" altLang="en-US" dirty="0"/>
              <a:t>에 의존하는 위상 편차</a:t>
            </a:r>
            <a:r>
              <a:rPr lang="en-US" altLang="ko-KR" dirty="0"/>
              <a:t>(Amplitude-Dependent Phase Shift)</a:t>
            </a:r>
            <a:r>
              <a:rPr lang="ko-KR" altLang="en-US" dirty="0"/>
              <a:t>를 나타냄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en-US" altLang="ko-KR" dirty="0"/>
              <a:t>AM/PM </a:t>
            </a:r>
            <a:r>
              <a:rPr lang="ko-KR" altLang="en-US" dirty="0"/>
              <a:t>변환의 발생 원인</a:t>
            </a:r>
            <a:endParaRPr lang="en-US" altLang="ko-KR" dirty="0"/>
          </a:p>
          <a:p>
            <a:pPr lvl="1"/>
            <a:r>
              <a:rPr lang="ko-KR" altLang="en-US" dirty="0"/>
              <a:t>시스템이 동적</a:t>
            </a:r>
            <a:r>
              <a:rPr lang="en-US" altLang="ko-KR" dirty="0"/>
              <a:t>(Dynamic, </a:t>
            </a:r>
            <a:r>
              <a:rPr lang="ko-KR" altLang="en-US" dirty="0"/>
              <a:t>메모리</a:t>
            </a:r>
            <a:r>
              <a:rPr lang="en-US" altLang="ko-KR" dirty="0"/>
              <a:t>/</a:t>
            </a:r>
            <a:r>
              <a:rPr lang="ko-KR" altLang="en-US" dirty="0"/>
              <a:t>반응성 소자 </a:t>
            </a:r>
            <a:r>
              <a:rPr lang="en-US" altLang="ko-KR" i="1" dirty="0"/>
              <a:t>C</a:t>
            </a:r>
            <a:r>
              <a:rPr lang="en-US" altLang="ko-KR" dirty="0"/>
              <a:t>, </a:t>
            </a:r>
            <a:r>
              <a:rPr lang="en-US" altLang="ko-KR" i="1" dirty="0"/>
              <a:t>L</a:t>
            </a:r>
            <a:r>
              <a:rPr lang="en-US" altLang="ko-KR" dirty="0"/>
              <a:t> </a:t>
            </a:r>
            <a:r>
              <a:rPr lang="ko-KR" altLang="en-US" dirty="0"/>
              <a:t>존재</a:t>
            </a:r>
            <a:r>
              <a:rPr lang="en-US" altLang="ko-KR" dirty="0"/>
              <a:t>)</a:t>
            </a:r>
            <a:r>
              <a:rPr lang="ko-KR" altLang="en-US" dirty="0"/>
              <a:t>이면서 동시에 비선형성</a:t>
            </a:r>
            <a:r>
              <a:rPr lang="en-US" altLang="ko-KR" dirty="0"/>
              <a:t>(Nonlinear)</a:t>
            </a:r>
            <a:r>
              <a:rPr lang="ko-KR" altLang="en-US" dirty="0"/>
              <a:t>을 가질 때만 </a:t>
            </a:r>
            <a:r>
              <a:rPr lang="en-US" altLang="ko-KR" dirty="0"/>
              <a:t>AM/PM </a:t>
            </a:r>
            <a:r>
              <a:rPr lang="ko-KR" altLang="en-US" dirty="0"/>
              <a:t>변환이 유발됨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49BD26-980D-418A-9D42-7C0805DB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47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D2B65AE-9DCF-491A-B577-0F60C4A397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774" y="3079143"/>
            <a:ext cx="2069596" cy="32004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D610031-3357-4BF5-879B-6F75700F1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3430" y="3108960"/>
            <a:ext cx="3252222" cy="320040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27F6380-31B2-497E-BE0A-5324403B0A4F}"/>
              </a:ext>
            </a:extLst>
          </p:cNvPr>
          <p:cNvCxnSpPr/>
          <p:nvPr/>
        </p:nvCxnSpPr>
        <p:spPr>
          <a:xfrm>
            <a:off x="4303643" y="3239163"/>
            <a:ext cx="54665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77601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917998-9935-4F3B-89E1-B0DB1EB75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4CB067-96F5-4AED-824F-CC33C6267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B5056F-7F00-4639-B90A-EF038EB22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48</a:t>
            </a:fld>
            <a:endParaRPr lang="ko-KR" alt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D3C60D3-2982-4258-A0C9-BB9F17ABA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1867" y="1323110"/>
            <a:ext cx="5773277" cy="5169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46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4F174B-D8D9-4F53-BCF5-32A5A5128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2.3.1 Noise as a Random Process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52C6FB-242D-4EEC-B0CB-4AF778757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잡음</a:t>
            </a:r>
            <a:r>
              <a:rPr lang="en-US" altLang="ko-KR" dirty="0"/>
              <a:t>(Noise)</a:t>
            </a:r>
            <a:r>
              <a:rPr lang="ko-KR" altLang="en-US" dirty="0"/>
              <a:t>의 근본적 특성</a:t>
            </a:r>
            <a:r>
              <a:rPr lang="en-US" altLang="ko-KR" dirty="0"/>
              <a:t>: </a:t>
            </a:r>
            <a:r>
              <a:rPr lang="ko-KR" altLang="en-US" dirty="0"/>
              <a:t>무작위성 </a:t>
            </a:r>
            <a:r>
              <a:rPr lang="en-US" altLang="ko-KR" dirty="0"/>
              <a:t>(Randomness)</a:t>
            </a:r>
          </a:p>
          <a:p>
            <a:pPr lvl="1"/>
            <a:r>
              <a:rPr lang="ko-KR" altLang="en-US" dirty="0"/>
              <a:t>결정론적 신호</a:t>
            </a:r>
            <a:r>
              <a:rPr lang="en-US" altLang="ko-KR" dirty="0"/>
              <a:t>(Deterministic Signals)</a:t>
            </a:r>
            <a:r>
              <a:rPr lang="ko-KR" altLang="en-US" dirty="0"/>
              <a:t>와의 차이</a:t>
            </a:r>
            <a:endParaRPr lang="en-US" altLang="ko-KR" dirty="0"/>
          </a:p>
          <a:p>
            <a:pPr lvl="2"/>
            <a:r>
              <a:rPr lang="ko-KR" altLang="en-US" dirty="0"/>
              <a:t>일반적인 신호</a:t>
            </a:r>
            <a:r>
              <a:rPr lang="en-US" altLang="ko-KR" dirty="0"/>
              <a:t>(</a:t>
            </a:r>
            <a:r>
              <a:rPr lang="ko-KR" altLang="en-US" dirty="0" err="1"/>
              <a:t>정현파</a:t>
            </a:r>
            <a:r>
              <a:rPr lang="en-US" altLang="ko-KR" dirty="0"/>
              <a:t>, </a:t>
            </a:r>
            <a:r>
              <a:rPr lang="ko-KR" altLang="en-US" dirty="0" err="1"/>
              <a:t>방형파</a:t>
            </a:r>
            <a:r>
              <a:rPr lang="ko-KR" altLang="en-US" dirty="0"/>
              <a:t> 등</a:t>
            </a:r>
            <a:r>
              <a:rPr lang="en-US" altLang="ko-KR" dirty="0"/>
              <a:t>)</a:t>
            </a:r>
            <a:r>
              <a:rPr lang="ko-KR" altLang="en-US" dirty="0"/>
              <a:t>는 특정 시각 </a:t>
            </a:r>
            <a:r>
              <a:rPr lang="en-US" altLang="ko-KR" i="1" dirty="0"/>
              <a:t>t</a:t>
            </a:r>
            <a:r>
              <a:rPr lang="ko-KR" altLang="en-US" dirty="0"/>
              <a:t>에서의 </a:t>
            </a:r>
            <a:r>
              <a:rPr lang="ko-KR" altLang="en-US" dirty="0" err="1"/>
              <a:t>순시값</a:t>
            </a:r>
            <a:r>
              <a:rPr lang="en-US" altLang="ko-KR" dirty="0"/>
              <a:t>(Instantaneous Value)</a:t>
            </a:r>
            <a:r>
              <a:rPr lang="ko-KR" altLang="en-US" dirty="0"/>
              <a:t>을 정확히 예측할 수 있음</a:t>
            </a:r>
            <a:endParaRPr lang="en-US" altLang="ko-KR" dirty="0"/>
          </a:p>
          <a:p>
            <a:pPr lvl="2"/>
            <a:r>
              <a:rPr lang="ko-KR" altLang="en-US" dirty="0"/>
              <a:t>잡음은 무작위적</a:t>
            </a:r>
            <a:r>
              <a:rPr lang="en-US" altLang="ko-KR" dirty="0"/>
              <a:t>(Random)</a:t>
            </a:r>
            <a:r>
              <a:rPr lang="ko-KR" altLang="en-US" dirty="0"/>
              <a:t>이므로 어느 순간의 순시 전압이나 </a:t>
            </a:r>
            <a:r>
              <a:rPr lang="ko-KR" altLang="en-US" dirty="0" err="1"/>
              <a:t>전류값을</a:t>
            </a:r>
            <a:r>
              <a:rPr lang="ko-KR" altLang="en-US" dirty="0"/>
              <a:t> 수학적으로 예측하는 것이 불가능함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직관적 접근의 필요성</a:t>
            </a:r>
            <a:endParaRPr lang="en-US" altLang="ko-KR" dirty="0"/>
          </a:p>
          <a:p>
            <a:pPr lvl="2"/>
            <a:r>
              <a:rPr lang="ko-KR" altLang="en-US" dirty="0"/>
              <a:t>하드웨어</a:t>
            </a:r>
            <a:r>
              <a:rPr lang="en-US" altLang="ko-KR" dirty="0"/>
              <a:t>/</a:t>
            </a:r>
            <a:r>
              <a:rPr lang="ko-KR" altLang="en-US" dirty="0"/>
              <a:t>회로 엔지니어에게 확률론적 무작위 개념은 다루기 까다로우므로</a:t>
            </a:r>
            <a:r>
              <a:rPr lang="en-US" altLang="ko-KR" dirty="0"/>
              <a:t>, </a:t>
            </a:r>
            <a:r>
              <a:rPr lang="ko-KR" altLang="en-US" dirty="0"/>
              <a:t>물리적</a:t>
            </a:r>
            <a:r>
              <a:rPr lang="en-US" altLang="ko-KR" dirty="0"/>
              <a:t>·</a:t>
            </a:r>
            <a:r>
              <a:rPr lang="ko-KR" altLang="en-US" dirty="0"/>
              <a:t>직관적 현상으로부터 정량적 특성을 도출함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75E243-0D20-4B82-89EF-9319F2B90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49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73999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F4AFE0-179F-4469-A003-B69214A85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미시적 물리 현상과 온도 효과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07B1E6-71A3-4634-B263-AB25EE87D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저항 내 전자의 </a:t>
            </a:r>
            <a:r>
              <a:rPr lang="ko-KR" altLang="en-US" dirty="0" err="1"/>
              <a:t>열운동</a:t>
            </a:r>
            <a:r>
              <a:rPr lang="ko-KR" altLang="en-US" dirty="0"/>
              <a:t> </a:t>
            </a:r>
            <a:r>
              <a:rPr lang="en-US" altLang="ko-KR" dirty="0"/>
              <a:t>(Thermal Agitation) </a:t>
            </a:r>
          </a:p>
          <a:p>
            <a:pPr lvl="1"/>
            <a:r>
              <a:rPr lang="en-US" altLang="ko-KR" dirty="0"/>
              <a:t>DC </a:t>
            </a:r>
            <a:r>
              <a:rPr lang="ko-KR" altLang="en-US" dirty="0"/>
              <a:t>전압 </a:t>
            </a:r>
            <a:r>
              <a:rPr lang="en-US" altLang="ko-KR" i="1" dirty="0"/>
              <a:t>V</a:t>
            </a:r>
            <a:r>
              <a:rPr lang="en-US" altLang="ko-KR" baseline="-25000" dirty="0"/>
              <a:t>B</a:t>
            </a:r>
            <a:r>
              <a:rPr lang="ko-KR" altLang="en-US" dirty="0"/>
              <a:t>가 인가된 저항 </a:t>
            </a:r>
            <a:r>
              <a:rPr lang="en-US" altLang="ko-KR" i="1" dirty="0"/>
              <a:t>R</a:t>
            </a:r>
            <a:r>
              <a:rPr lang="en-US" altLang="ko-KR" dirty="0"/>
              <a:t> </a:t>
            </a:r>
            <a:r>
              <a:rPr lang="ko-KR" altLang="en-US" dirty="0"/>
              <a:t>내부의 전자들</a:t>
            </a:r>
            <a:endParaRPr lang="en-US" altLang="ko-KR" dirty="0"/>
          </a:p>
          <a:p>
            <a:pPr lvl="2"/>
            <a:r>
              <a:rPr lang="ko-KR" altLang="en-US" dirty="0"/>
              <a:t>평균적으로는 양극</a:t>
            </a:r>
            <a:r>
              <a:rPr lang="en-US" altLang="ko-KR" dirty="0"/>
              <a:t>(+) </a:t>
            </a:r>
            <a:r>
              <a:rPr lang="ko-KR" altLang="en-US" dirty="0"/>
              <a:t>단자를 향해 이동하므로 평균 전류는 </a:t>
            </a:r>
            <a:r>
              <a:rPr lang="en-US" altLang="ko-KR" i="1" dirty="0" err="1"/>
              <a:t>I</a:t>
            </a:r>
            <a:r>
              <a:rPr lang="en-US" altLang="ko-KR" baseline="-25000" dirty="0" err="1"/>
              <a:t>avg</a:t>
            </a:r>
            <a:r>
              <a:rPr lang="en-US" altLang="ko-KR" dirty="0"/>
              <a:t> = </a:t>
            </a:r>
            <a:r>
              <a:rPr lang="en-US" altLang="ko-KR" i="1" dirty="0"/>
              <a:t>V</a:t>
            </a:r>
            <a:r>
              <a:rPr lang="en-US" altLang="ko-KR" baseline="-25000" dirty="0"/>
              <a:t>B</a:t>
            </a:r>
            <a:r>
              <a:rPr lang="en-US" altLang="ko-KR" dirty="0"/>
              <a:t>/</a:t>
            </a:r>
            <a:r>
              <a:rPr lang="en-US" altLang="ko-KR" i="1" dirty="0"/>
              <a:t>R</a:t>
            </a:r>
            <a:r>
              <a:rPr lang="en-US" altLang="ko-KR" dirty="0"/>
              <a:t> </a:t>
            </a:r>
            <a:r>
              <a:rPr lang="ko-KR" altLang="en-US" dirty="0"/>
              <a:t>로 일정함</a:t>
            </a:r>
            <a:endParaRPr lang="en-US" altLang="ko-KR" dirty="0"/>
          </a:p>
          <a:p>
            <a:pPr lvl="2"/>
            <a:r>
              <a:rPr lang="ko-KR" altLang="en-US" dirty="0"/>
              <a:t>주위 온도에 의해 개별 전자가 무작위 충돌 및 열적 요동을 겪음</a:t>
            </a:r>
            <a:endParaRPr lang="en-US" altLang="ko-KR" dirty="0"/>
          </a:p>
          <a:p>
            <a:pPr lvl="2"/>
            <a:r>
              <a:rPr lang="ko-KR" altLang="en-US" dirty="0"/>
              <a:t>그 결과 순시 전류 </a:t>
            </a:r>
            <a:r>
              <a:rPr lang="en-US" altLang="ko-KR" i="1" dirty="0" err="1"/>
              <a:t>i</a:t>
            </a:r>
            <a:r>
              <a:rPr lang="en-US" altLang="ko-KR" dirty="0"/>
              <a:t>(</a:t>
            </a:r>
            <a:r>
              <a:rPr lang="en-US" altLang="ko-KR" i="1" dirty="0"/>
              <a:t>t</a:t>
            </a:r>
            <a:r>
              <a:rPr lang="en-US" altLang="ko-KR" dirty="0"/>
              <a:t>)</a:t>
            </a:r>
            <a:r>
              <a:rPr lang="ko-KR" altLang="en-US" dirty="0"/>
              <a:t>는 </a:t>
            </a:r>
            <a:r>
              <a:rPr lang="en-US" altLang="ko-KR" i="1" dirty="0"/>
              <a:t>V</a:t>
            </a:r>
            <a:r>
              <a:rPr lang="en-US" altLang="ko-KR" baseline="-25000" dirty="0"/>
              <a:t>B</a:t>
            </a:r>
            <a:r>
              <a:rPr lang="en-US" altLang="ko-KR" dirty="0"/>
              <a:t>/</a:t>
            </a:r>
            <a:r>
              <a:rPr lang="en-US" altLang="ko-KR" i="1" dirty="0"/>
              <a:t>R</a:t>
            </a:r>
            <a:r>
              <a:rPr lang="en-US" altLang="ko-KR" dirty="0"/>
              <a:t> </a:t>
            </a:r>
            <a:r>
              <a:rPr lang="ko-KR" altLang="en-US" dirty="0"/>
              <a:t>근처에서 </a:t>
            </a:r>
            <a:r>
              <a:rPr lang="ko-KR" altLang="en-US" dirty="0" err="1"/>
              <a:t>무작위하게</a:t>
            </a:r>
            <a:r>
              <a:rPr lang="ko-KR" altLang="en-US" dirty="0"/>
              <a:t> 요동치는 형태를 보임</a:t>
            </a:r>
            <a:endParaRPr lang="en-US" altLang="ko-KR" dirty="0"/>
          </a:p>
          <a:p>
            <a:pPr lvl="1"/>
            <a:r>
              <a:rPr lang="en-US" altLang="ko-KR" dirty="0"/>
              <a:t> </a:t>
            </a:r>
            <a:r>
              <a:rPr lang="ko-KR" altLang="en-US" dirty="0"/>
              <a:t>온도 상승에 따른 요동 변화 </a:t>
            </a:r>
            <a:endParaRPr lang="en-US" altLang="ko-KR" dirty="0"/>
          </a:p>
          <a:p>
            <a:pPr lvl="2"/>
            <a:r>
              <a:rPr lang="ko-KR" altLang="en-US" dirty="0"/>
              <a:t>주위 온도가 높아질수록 전자의 열적 운동 에너지가 증가함</a:t>
            </a:r>
            <a:endParaRPr lang="en-US" altLang="ko-KR" dirty="0"/>
          </a:p>
          <a:p>
            <a:pPr lvl="2"/>
            <a:r>
              <a:rPr lang="ko-KR" altLang="en-US" dirty="0"/>
              <a:t>결과적으로 전류</a:t>
            </a:r>
            <a:r>
              <a:rPr lang="en-US" altLang="ko-KR" dirty="0"/>
              <a:t>/</a:t>
            </a:r>
            <a:r>
              <a:rPr lang="ko-KR" altLang="en-US" dirty="0"/>
              <a:t>전압 </a:t>
            </a:r>
            <a:r>
              <a:rPr lang="ko-KR" altLang="en-US" dirty="0" err="1"/>
              <a:t>순시값의</a:t>
            </a:r>
            <a:r>
              <a:rPr lang="ko-KR" altLang="en-US" dirty="0"/>
              <a:t> 무작위 요동 폭이 더 커짐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C90EDB-BCEC-4E31-A1A4-5F5AD6E36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50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959A033-1748-437C-8E62-7F448CA39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1" y="4386188"/>
            <a:ext cx="4712152" cy="233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2911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9505C7-42B6-4F9D-B713-51DBB5C79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잡음의 정량화</a:t>
            </a:r>
            <a:r>
              <a:rPr lang="en-US" altLang="ko-KR" dirty="0"/>
              <a:t>: </a:t>
            </a:r>
            <a:r>
              <a:rPr lang="ko-KR" altLang="en-US" dirty="0"/>
              <a:t>평균 전력 </a:t>
            </a:r>
            <a:r>
              <a:rPr lang="en-US" altLang="ko-KR" dirty="0"/>
              <a:t>(Average Power) </a:t>
            </a:r>
            <a:r>
              <a:rPr lang="ko-KR" altLang="en-US" dirty="0"/>
              <a:t>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9CEA6D-1C96-40AA-83E1-74CF4E64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예측 가능한 잡음의 속성</a:t>
            </a:r>
            <a:endParaRPr lang="en-US" altLang="ko-KR" dirty="0"/>
          </a:p>
          <a:p>
            <a:pPr lvl="1"/>
            <a:r>
              <a:rPr lang="ko-KR" altLang="en-US" dirty="0"/>
              <a:t>평균 전력 </a:t>
            </a:r>
            <a:r>
              <a:rPr lang="en-US" altLang="ko-KR" dirty="0"/>
              <a:t>(</a:t>
            </a:r>
            <a:r>
              <a:rPr lang="en-US" altLang="ko-KR" i="1" dirty="0" err="1"/>
              <a:t>P</a:t>
            </a:r>
            <a:r>
              <a:rPr lang="en-US" altLang="ko-KR" baseline="-25000" dirty="0" err="1"/>
              <a:t>n</a:t>
            </a:r>
            <a:r>
              <a:rPr lang="en-US" altLang="ko-KR" dirty="0"/>
              <a:t>)</a:t>
            </a:r>
            <a:r>
              <a:rPr lang="ko-KR" altLang="en-US" dirty="0" err="1"/>
              <a:t>순시값</a:t>
            </a:r>
            <a:r>
              <a:rPr lang="ko-KR" altLang="en-US" dirty="0"/>
              <a:t> </a:t>
            </a:r>
            <a:r>
              <a:rPr lang="en-US" altLang="ko-KR" i="1" dirty="0"/>
              <a:t>n</a:t>
            </a:r>
            <a:r>
              <a:rPr lang="en-US" altLang="ko-KR" dirty="0"/>
              <a:t>(</a:t>
            </a:r>
            <a:r>
              <a:rPr lang="en-US" altLang="ko-KR" i="1" dirty="0"/>
              <a:t>t</a:t>
            </a:r>
            <a:r>
              <a:rPr lang="en-US" altLang="ko-KR" dirty="0"/>
              <a:t>)</a:t>
            </a:r>
            <a:r>
              <a:rPr lang="ko-KR" altLang="en-US" dirty="0"/>
              <a:t>는 예측 불가능하지만</a:t>
            </a:r>
            <a:r>
              <a:rPr lang="en-US" altLang="ko-KR" dirty="0"/>
              <a:t>, </a:t>
            </a:r>
            <a:r>
              <a:rPr lang="ko-KR" altLang="en-US" dirty="0"/>
              <a:t>오랫동안 누적하여 평균을 낸 전력</a:t>
            </a:r>
            <a:r>
              <a:rPr lang="en-US" altLang="ko-KR" dirty="0"/>
              <a:t>(Average Power)</a:t>
            </a:r>
            <a:r>
              <a:rPr lang="ko-KR" altLang="en-US" dirty="0"/>
              <a:t>은 일정한 </a:t>
            </a:r>
            <a:r>
              <a:rPr lang="ko-KR" altLang="en-US" dirty="0" err="1"/>
              <a:t>상수값을</a:t>
            </a:r>
            <a:r>
              <a:rPr lang="ko-KR" altLang="en-US" dirty="0"/>
              <a:t> 가짐</a:t>
            </a:r>
            <a:endParaRPr lang="en-US" altLang="ko-KR" dirty="0"/>
          </a:p>
          <a:p>
            <a:pPr lvl="1"/>
            <a:r>
              <a:rPr lang="ko-KR" altLang="en-US" dirty="0"/>
              <a:t>일정 환경 온도 하에서 소자가 발생하는 잡음의 평균 전력은 상수로 일정하게 유지됨</a:t>
            </a:r>
            <a:endParaRPr lang="en-US" altLang="ko-KR" dirty="0"/>
          </a:p>
          <a:p>
            <a:r>
              <a:rPr lang="ko-KR" altLang="en-US" dirty="0"/>
              <a:t>잡음 평균 전력 수학적 </a:t>
            </a:r>
            <a:r>
              <a:rPr lang="ko-KR" altLang="en-US" dirty="0" err="1"/>
              <a:t>정의식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적분 시간 </a:t>
            </a:r>
            <a:r>
              <a:rPr lang="en-US" altLang="ko-KR" i="1" dirty="0"/>
              <a:t>T</a:t>
            </a:r>
            <a:r>
              <a:rPr lang="ko-KR" altLang="en-US" dirty="0"/>
              <a:t>는 잡음 신호에 포함된 최저 주파수 성분의 여러 주기를 포함할 수 있을 만큼 충분히 길어야 함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D47CBE-F832-44E1-B192-B2683749E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51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5CC38C2-54ED-4B15-9521-EC18E4C58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825" y="3906827"/>
            <a:ext cx="2752350" cy="69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5050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5E7777-F2A0-4482-A292-1FC42A425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2.3.2 Noise Spectrum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91CD3A-924D-403A-8215-290180D47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시간 도메인 관점의 한계</a:t>
            </a:r>
            <a:endParaRPr lang="en-US" altLang="ko-KR" dirty="0"/>
          </a:p>
          <a:p>
            <a:pPr lvl="1"/>
            <a:r>
              <a:rPr lang="ko-KR" altLang="en-US" dirty="0"/>
              <a:t>시간 영역에서의 평균 전력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잡음의 전체 에너지 크기만을 알려줄 뿐</a:t>
            </a:r>
            <a:r>
              <a:rPr lang="en-US" altLang="ko-KR" dirty="0"/>
              <a:t>, </a:t>
            </a:r>
            <a:r>
              <a:rPr lang="ko-KR" altLang="en-US" dirty="0"/>
              <a:t>잡음이 주파수별로 어떻게 분포하는지에 대한 정보를 제공하지 못함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r>
              <a:rPr lang="ko-KR" altLang="en-US" dirty="0"/>
              <a:t>따라서 잡음 신호가 어느 주파수 대역에 얼마만큼의 전력을 가지고 존재하는지 나타내는 주파수 도메인 해석</a:t>
            </a:r>
            <a:r>
              <a:rPr lang="en-US" altLang="ko-KR" dirty="0"/>
              <a:t>(PSD)</a:t>
            </a:r>
            <a:r>
              <a:rPr lang="ko-KR" altLang="en-US" dirty="0"/>
              <a:t>이 </a:t>
            </a:r>
            <a:r>
              <a:rPr lang="en-US" altLang="ko-KR" dirty="0"/>
              <a:t>RF </a:t>
            </a:r>
            <a:r>
              <a:rPr lang="ko-KR" altLang="en-US" dirty="0"/>
              <a:t>설계에서 훨씬 더 유용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D5D9B5-3071-4A26-9632-FDB60DE08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52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CDBB525-5C6B-4EF0-998F-705E76FA1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9425" y="1654693"/>
            <a:ext cx="2752350" cy="69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8397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7ADF5-B411-47CF-A752-F69BFA7CE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전력 스펙트럼 밀도 </a:t>
            </a:r>
            <a:r>
              <a:rPr lang="en-US" altLang="ko-KR" dirty="0"/>
              <a:t>(Power Spectral Density, PSD) </a:t>
            </a:r>
            <a:r>
              <a:rPr lang="ko-KR" altLang="en-US" dirty="0"/>
              <a:t>및 측정 개념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A2DC7C-A69B-4D82-91EB-D1CCBA373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1 Hz </a:t>
            </a:r>
            <a:r>
              <a:rPr lang="ko-KR" altLang="en-US" dirty="0"/>
              <a:t>대역폭 전력 측정</a:t>
            </a:r>
            <a:endParaRPr lang="en-US" altLang="ko-KR" dirty="0"/>
          </a:p>
          <a:p>
            <a:pPr lvl="1"/>
            <a:r>
              <a:rPr lang="ko-KR" altLang="en-US" dirty="0"/>
              <a:t>중심 주파수가 </a:t>
            </a:r>
            <a:r>
              <a:rPr lang="en-US" altLang="ko-KR" i="1" dirty="0"/>
              <a:t>f</a:t>
            </a:r>
            <a:r>
              <a:rPr lang="en-US" altLang="ko-KR" baseline="-25000" dirty="0"/>
              <a:t>1</a:t>
            </a:r>
            <a:r>
              <a:rPr lang="en-US" altLang="ko-KR" dirty="0"/>
              <a:t> = 10 kHz</a:t>
            </a:r>
            <a:r>
              <a:rPr lang="ko-KR" altLang="en-US" dirty="0"/>
              <a:t>이고 대역폭이 </a:t>
            </a:r>
            <a:r>
              <a:rPr lang="en-US" altLang="ko-KR" dirty="0"/>
              <a:t>1 Hz</a:t>
            </a:r>
            <a:r>
              <a:rPr lang="ko-KR" altLang="en-US" dirty="0"/>
              <a:t>인 대역통과 필터</a:t>
            </a:r>
            <a:r>
              <a:rPr lang="en-US" altLang="ko-KR" dirty="0"/>
              <a:t>(BPF)</a:t>
            </a:r>
            <a:r>
              <a:rPr lang="ko-KR" altLang="en-US" dirty="0"/>
              <a:t>와 전력계</a:t>
            </a:r>
            <a:r>
              <a:rPr lang="en-US" altLang="ko-KR" dirty="0"/>
              <a:t>(Power Meter)</a:t>
            </a:r>
            <a:r>
              <a:rPr lang="ko-KR" altLang="en-US" dirty="0"/>
              <a:t>를 연결하여 </a:t>
            </a:r>
            <a:r>
              <a:rPr lang="en-US" altLang="ko-KR" dirty="0"/>
              <a:t>10 kHz </a:t>
            </a:r>
            <a:r>
              <a:rPr lang="ko-KR" altLang="en-US" dirty="0"/>
              <a:t>부근 </a:t>
            </a:r>
            <a:r>
              <a:rPr lang="en-US" altLang="ko-KR" dirty="0"/>
              <a:t>1 Hz </a:t>
            </a:r>
            <a:r>
              <a:rPr lang="ko-KR" altLang="en-US" dirty="0"/>
              <a:t>대역 내의 평균 전력 </a:t>
            </a:r>
            <a:r>
              <a:rPr lang="en-US" altLang="ko-KR" i="1" dirty="0"/>
              <a:t>P</a:t>
            </a:r>
            <a:r>
              <a:rPr lang="en-US" altLang="ko-KR" baseline="-25000" dirty="0"/>
              <a:t>0</a:t>
            </a:r>
            <a:r>
              <a:rPr lang="ko-KR" altLang="en-US" dirty="0"/>
              <a:t>를 측정함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F770C9-6867-486E-BE2F-C7E5114CA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53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889DFE0-B7DC-4DCD-A230-4C67A3829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259" y="2799274"/>
            <a:ext cx="4801481" cy="164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0558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2E4CEF-A14B-4990-B233-50966283F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497FA2-D6F7-457B-8AB7-F7B4D9D8D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전력 스펙트럼 밀도 </a:t>
            </a:r>
            <a:r>
              <a:rPr lang="en-US" altLang="ko-KR" i="1" dirty="0" err="1"/>
              <a:t>S</a:t>
            </a:r>
            <a:r>
              <a:rPr lang="en-US" altLang="ko-KR" baseline="-25000" dirty="0" err="1"/>
              <a:t>x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dirty="0"/>
              <a:t>)</a:t>
            </a:r>
            <a:r>
              <a:rPr lang="ko-KR" altLang="en-US" dirty="0"/>
              <a:t>의 정의</a:t>
            </a:r>
            <a:endParaRPr lang="en-US" altLang="ko-KR" dirty="0"/>
          </a:p>
          <a:p>
            <a:pPr lvl="1"/>
            <a:r>
              <a:rPr lang="ko-KR" altLang="en-US" dirty="0"/>
              <a:t>중심 주파수가 </a:t>
            </a:r>
            <a:r>
              <a:rPr lang="en-US" altLang="ko-KR" i="1" dirty="0"/>
              <a:t>f</a:t>
            </a:r>
            <a:r>
              <a:rPr lang="en-US" altLang="ko-KR" baseline="-25000" dirty="0"/>
              <a:t>1</a:t>
            </a:r>
            <a:r>
              <a:rPr lang="en-US" altLang="ko-KR" dirty="0"/>
              <a:t>, </a:t>
            </a:r>
            <a:r>
              <a:rPr lang="en-US" altLang="ko-KR" i="1" dirty="0"/>
              <a:t>f</a:t>
            </a:r>
            <a:r>
              <a:rPr lang="en-US" altLang="ko-KR" baseline="-25000" dirty="0"/>
              <a:t>2</a:t>
            </a:r>
            <a:r>
              <a:rPr lang="en-US" altLang="ko-KR" dirty="0"/>
              <a:t>, …, </a:t>
            </a:r>
            <a:r>
              <a:rPr lang="en-US" altLang="ko-KR" i="1" dirty="0" err="1"/>
              <a:t>f</a:t>
            </a:r>
            <a:r>
              <a:rPr lang="en-US" altLang="ko-KR" baseline="-25000" dirty="0" err="1"/>
              <a:t>n</a:t>
            </a:r>
            <a:r>
              <a:rPr lang="ko-KR" altLang="en-US" dirty="0"/>
              <a:t>인 </a:t>
            </a:r>
            <a:r>
              <a:rPr lang="en-US" altLang="ko-KR" dirty="0"/>
              <a:t>1 Hz BPF </a:t>
            </a:r>
            <a:r>
              <a:rPr lang="ko-KR" altLang="en-US" dirty="0"/>
              <a:t>필터 은행</a:t>
            </a:r>
            <a:r>
              <a:rPr lang="en-US" altLang="ko-KR" dirty="0"/>
              <a:t>(Filter Bank)</a:t>
            </a:r>
            <a:r>
              <a:rPr lang="ko-KR" altLang="en-US" dirty="0"/>
              <a:t>을 병렬 연결하여 각 주파수별 평균 전력을 측정</a:t>
            </a:r>
            <a:endParaRPr lang="en-US" altLang="ko-KR" dirty="0"/>
          </a:p>
          <a:p>
            <a:pPr lvl="1"/>
            <a:r>
              <a:rPr lang="ko-KR" altLang="en-US" dirty="0"/>
              <a:t>정의</a:t>
            </a:r>
            <a:r>
              <a:rPr lang="en-US" altLang="ko-KR" dirty="0"/>
              <a:t>: </a:t>
            </a:r>
            <a:r>
              <a:rPr lang="ko-KR" altLang="en-US" dirty="0"/>
              <a:t>신호 </a:t>
            </a:r>
            <a:r>
              <a:rPr lang="en-US" altLang="ko-KR" i="1" dirty="0"/>
              <a:t>x</a:t>
            </a:r>
            <a:r>
              <a:rPr lang="en-US" altLang="ko-KR" dirty="0"/>
              <a:t>(</a:t>
            </a:r>
            <a:r>
              <a:rPr lang="en-US" altLang="ko-KR" i="1" dirty="0"/>
              <a:t>t</a:t>
            </a:r>
            <a:r>
              <a:rPr lang="en-US" altLang="ko-KR" dirty="0"/>
              <a:t>)</a:t>
            </a:r>
            <a:r>
              <a:rPr lang="ko-KR" altLang="en-US" dirty="0"/>
              <a:t>가 특정 주파수 </a:t>
            </a:r>
            <a:r>
              <a:rPr lang="en-US" altLang="ko-KR" i="1" dirty="0"/>
              <a:t>f</a:t>
            </a:r>
            <a:r>
              <a:rPr lang="ko-KR" altLang="en-US" dirty="0"/>
              <a:t>의 </a:t>
            </a:r>
            <a:r>
              <a:rPr lang="en-US" altLang="ko-KR" dirty="0"/>
              <a:t>1 Hz </a:t>
            </a:r>
            <a:r>
              <a:rPr lang="ko-KR" altLang="en-US" dirty="0"/>
              <a:t>대역폭당 전달하는 평균 전력을 나타내며</a:t>
            </a:r>
            <a:r>
              <a:rPr lang="en-US" altLang="ko-KR" dirty="0"/>
              <a:t>, </a:t>
            </a:r>
            <a:r>
              <a:rPr lang="ko-KR" altLang="en-US" dirty="0"/>
              <a:t>이를 전력 스펙트럼 밀도</a:t>
            </a:r>
            <a:r>
              <a:rPr lang="en-US" altLang="ko-KR" dirty="0"/>
              <a:t>(PSD, Power Spectral Density) </a:t>
            </a:r>
            <a:r>
              <a:rPr lang="en-US" altLang="ko-KR" i="1" dirty="0" err="1"/>
              <a:t>S</a:t>
            </a:r>
            <a:r>
              <a:rPr lang="en-US" altLang="ko-KR" baseline="-25000" dirty="0" err="1"/>
              <a:t>x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dirty="0"/>
              <a:t>)</a:t>
            </a:r>
            <a:r>
              <a:rPr lang="ko-KR" altLang="en-US" dirty="0"/>
              <a:t>라 칭함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0CB7C85-ABA4-4493-B186-73F5E1B19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54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A63EEF1-DA9B-4A1F-A4F8-3C96F17E47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533" y="3429000"/>
            <a:ext cx="4732393" cy="296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4526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08EF60-68DF-46BB-AF74-3664E59AF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총 평균 전력 수식 및 단방향</a:t>
            </a:r>
            <a:r>
              <a:rPr lang="en-US" altLang="ko-KR" dirty="0"/>
              <a:t>/</a:t>
            </a:r>
            <a:r>
              <a:rPr lang="ko-KR" altLang="en-US" dirty="0"/>
              <a:t>양방향 스펙트럼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44D30F-7C60-4DEB-8395-0690673BB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0067"/>
            <a:ext cx="10515600" cy="4796896"/>
          </a:xfrm>
        </p:spPr>
        <p:txBody>
          <a:bodyPr/>
          <a:lstStyle/>
          <a:p>
            <a:r>
              <a:rPr lang="en-US" altLang="ko-KR" dirty="0"/>
              <a:t>PSD </a:t>
            </a:r>
            <a:r>
              <a:rPr lang="ko-KR" altLang="en-US" dirty="0"/>
              <a:t>적분과 총 평균 전력의 관계식</a:t>
            </a:r>
            <a:endParaRPr lang="en-US" altLang="ko-KR" dirty="0"/>
          </a:p>
          <a:p>
            <a:pPr lvl="1"/>
            <a:r>
              <a:rPr lang="en-US" altLang="ko-KR" dirty="0" err="1"/>
              <a:t>S</a:t>
            </a:r>
            <a:r>
              <a:rPr lang="en-US" altLang="ko-KR" baseline="-25000" dirty="0" err="1"/>
              <a:t>x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dirty="0"/>
              <a:t>) </a:t>
            </a:r>
            <a:r>
              <a:rPr lang="ko-KR" altLang="en-US" dirty="0"/>
              <a:t>곡선 하단의 전체 면적</a:t>
            </a:r>
            <a:r>
              <a:rPr lang="en-US" altLang="ko-KR" dirty="0"/>
              <a:t>(</a:t>
            </a:r>
            <a:r>
              <a:rPr lang="ko-KR" altLang="en-US" dirty="0" err="1"/>
              <a:t>적분값</a:t>
            </a:r>
            <a:r>
              <a:rPr lang="en-US" altLang="ko-KR" dirty="0"/>
              <a:t>)</a:t>
            </a:r>
            <a:r>
              <a:rPr lang="ko-KR" altLang="en-US" dirty="0"/>
              <a:t>은 시간 영역에서 계산한 </a:t>
            </a:r>
            <a:r>
              <a:rPr lang="en-US" altLang="ko-KR" i="1" dirty="0"/>
              <a:t>x</a:t>
            </a:r>
            <a:r>
              <a:rPr lang="en-US" altLang="ko-KR" dirty="0"/>
              <a:t>(</a:t>
            </a:r>
            <a:r>
              <a:rPr lang="en-US" altLang="ko-KR" i="1" dirty="0"/>
              <a:t>t</a:t>
            </a:r>
            <a:r>
              <a:rPr lang="en-US" altLang="ko-KR" dirty="0"/>
              <a:t>)</a:t>
            </a:r>
            <a:r>
              <a:rPr lang="ko-KR" altLang="en-US" dirty="0"/>
              <a:t>의 총 평균 전력과 완벽히 일치함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단방향</a:t>
            </a:r>
            <a:r>
              <a:rPr lang="en-US" altLang="ko-KR" dirty="0"/>
              <a:t>(One-sided) vs </a:t>
            </a:r>
            <a:r>
              <a:rPr lang="ko-KR" altLang="en-US" dirty="0"/>
              <a:t>양방향</a:t>
            </a:r>
            <a:r>
              <a:rPr lang="en-US" altLang="ko-KR" dirty="0"/>
              <a:t>(Two-sided) </a:t>
            </a:r>
            <a:r>
              <a:rPr lang="ko-KR" altLang="en-US" dirty="0"/>
              <a:t>스펙트럼</a:t>
            </a:r>
            <a:endParaRPr lang="en-US" altLang="ko-KR" dirty="0"/>
          </a:p>
          <a:p>
            <a:pPr lvl="1"/>
            <a:r>
              <a:rPr lang="ko-KR" altLang="en-US" dirty="0"/>
              <a:t>단방향 스펙트럼 </a:t>
            </a:r>
            <a:r>
              <a:rPr lang="en-US" altLang="ko-KR" dirty="0"/>
              <a:t>(</a:t>
            </a:r>
            <a:r>
              <a:rPr lang="en-US" altLang="ko-KR" i="1" dirty="0" err="1"/>
              <a:t>S</a:t>
            </a:r>
            <a:r>
              <a:rPr lang="en-US" altLang="ko-KR" baseline="-25000" dirty="0" err="1"/>
              <a:t>x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dirty="0"/>
              <a:t>)): </a:t>
            </a:r>
            <a:r>
              <a:rPr lang="ko-KR" altLang="en-US" dirty="0"/>
              <a:t>양의 주파수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dirty="0"/>
              <a:t> &gt; 0)</a:t>
            </a:r>
            <a:r>
              <a:rPr lang="ko-KR" altLang="en-US" dirty="0"/>
              <a:t>에 대해서만 정의된 실측 물리 스펙트럼</a:t>
            </a:r>
            <a:endParaRPr lang="en-US" altLang="ko-KR" dirty="0"/>
          </a:p>
          <a:p>
            <a:pPr lvl="1"/>
            <a:r>
              <a:rPr lang="ko-KR" altLang="en-US" dirty="0"/>
              <a:t>양방향 스펙트럼 </a:t>
            </a:r>
            <a:r>
              <a:rPr lang="en-US" altLang="ko-KR" dirty="0"/>
              <a:t>(</a:t>
            </a:r>
            <a:r>
              <a:rPr lang="en-US" altLang="ko-KR" i="1" dirty="0" err="1"/>
              <a:t>S</a:t>
            </a:r>
            <a:r>
              <a:rPr lang="en-US" altLang="ko-KR" baseline="-25000" dirty="0" err="1"/>
              <a:t>x,two</a:t>
            </a:r>
            <a:r>
              <a:rPr lang="en-US" altLang="ko-KR" baseline="-25000" dirty="0"/>
              <a:t>-sided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dirty="0"/>
              <a:t>)): </a:t>
            </a:r>
            <a:r>
              <a:rPr lang="ko-KR" altLang="en-US" dirty="0"/>
              <a:t>수학적 해석 편의성을 위해 음의 주파수대까지 </a:t>
            </a:r>
            <a:r>
              <a:rPr lang="ko-KR" altLang="en-US" dirty="0" err="1"/>
              <a:t>우대칭</a:t>
            </a:r>
            <a:r>
              <a:rPr lang="en-US" altLang="ko-KR" dirty="0"/>
              <a:t>(Even-symmetric)</a:t>
            </a:r>
            <a:r>
              <a:rPr lang="ko-KR" altLang="en-US" dirty="0"/>
              <a:t>으로 확장하고</a:t>
            </a:r>
            <a:r>
              <a:rPr lang="en-US" altLang="ko-KR" dirty="0"/>
              <a:t>, </a:t>
            </a:r>
            <a:r>
              <a:rPr lang="ko-KR" altLang="en-US" dirty="0"/>
              <a:t>수직 높이를 </a:t>
            </a:r>
            <a:r>
              <a:rPr lang="en-US" altLang="ko-KR" dirty="0"/>
              <a:t>1/2</a:t>
            </a:r>
            <a:r>
              <a:rPr lang="ko-KR" altLang="en-US" dirty="0"/>
              <a:t>로 축소한 스펙트럼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04387D-8B25-4415-8633-8B7F65AE0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55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AEB441A-9071-4602-98AD-B918850FD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0328" y="2505454"/>
            <a:ext cx="3831344" cy="69494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02947AD-57E3-408B-B9D7-621E441CB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2095" y="5324751"/>
            <a:ext cx="6885443" cy="151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60064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8826A8-2702-43AD-B39B-12A7285A1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2.15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48A394-877F-4966-86CD-0B5408384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0066"/>
            <a:ext cx="10515600" cy="5199637"/>
          </a:xfrm>
        </p:spPr>
        <p:txBody>
          <a:bodyPr>
            <a:normAutofit/>
          </a:bodyPr>
          <a:lstStyle/>
          <a:p>
            <a:r>
              <a:rPr lang="ko-KR" altLang="en-US" dirty="0"/>
              <a:t>배경</a:t>
            </a:r>
            <a:endParaRPr lang="en-US" altLang="ko-KR" dirty="0"/>
          </a:p>
          <a:p>
            <a:pPr lvl="1"/>
            <a:r>
              <a:rPr lang="ko-KR" altLang="en-US" dirty="0"/>
              <a:t>모든 주파수 대역에서 평탄한</a:t>
            </a:r>
            <a:r>
              <a:rPr lang="en-US" altLang="ko-KR" dirty="0"/>
              <a:t>(Flat) PSD </a:t>
            </a:r>
            <a:r>
              <a:rPr lang="ko-KR" altLang="en-US" dirty="0"/>
              <a:t>전력 레벨을 갖는 잡음을 백색 잡음이라 함</a:t>
            </a:r>
            <a:endParaRPr lang="en-US" altLang="ko-KR" dirty="0"/>
          </a:p>
          <a:p>
            <a:pPr lvl="1"/>
            <a:r>
              <a:rPr lang="ko-KR" altLang="en-US" dirty="0"/>
              <a:t>백색잡음의 예</a:t>
            </a:r>
            <a:r>
              <a:rPr lang="en-US" altLang="ko-KR" dirty="0"/>
              <a:t>: </a:t>
            </a:r>
            <a:r>
              <a:rPr lang="ko-KR" altLang="en-US" dirty="0"/>
              <a:t>저항 </a:t>
            </a:r>
            <a:r>
              <a:rPr lang="en-US" altLang="ko-KR" i="1" dirty="0"/>
              <a:t>R</a:t>
            </a:r>
            <a:r>
              <a:rPr lang="en-US" altLang="ko-KR" baseline="-25000" dirty="0"/>
              <a:t>1</a:t>
            </a:r>
            <a:r>
              <a:rPr lang="ko-KR" altLang="en-US" dirty="0"/>
              <a:t>이 발생하는 </a:t>
            </a:r>
            <a:r>
              <a:rPr lang="ko-KR" altLang="en-US" dirty="0" err="1"/>
              <a:t>열잡음</a:t>
            </a:r>
            <a:r>
              <a:rPr lang="ko-KR" altLang="en-US" dirty="0"/>
              <a:t> 전압의 단방향 </a:t>
            </a:r>
            <a:r>
              <a:rPr lang="en-US" altLang="ko-KR" dirty="0"/>
              <a:t>PSD</a:t>
            </a:r>
          </a:p>
          <a:p>
            <a:pPr lvl="1"/>
            <a:endParaRPr lang="en-US" altLang="ko-KR" dirty="0"/>
          </a:p>
          <a:p>
            <a:pPr lvl="3"/>
            <a:endParaRPr lang="en-US" altLang="ko-KR" dirty="0"/>
          </a:p>
          <a:p>
            <a:pPr lvl="2"/>
            <a:r>
              <a:rPr lang="en-US" altLang="ko-KR" i="1" dirty="0"/>
              <a:t>k</a:t>
            </a:r>
            <a:r>
              <a:rPr lang="en-US" altLang="ko-KR" dirty="0"/>
              <a:t> = 1.38 ×10</a:t>
            </a:r>
            <a:r>
              <a:rPr lang="en-US" altLang="ko-KR" baseline="30000" dirty="0"/>
              <a:t>-23</a:t>
            </a:r>
            <a:r>
              <a:rPr lang="en-US" altLang="ko-KR" dirty="0"/>
              <a:t> J/K: </a:t>
            </a:r>
            <a:r>
              <a:rPr lang="ko-KR" altLang="en-US" dirty="0"/>
              <a:t>볼츠만 상수 </a:t>
            </a:r>
            <a:r>
              <a:rPr lang="en-US" altLang="ko-KR" dirty="0"/>
              <a:t>(Boltzmann Constant)</a:t>
            </a:r>
          </a:p>
          <a:p>
            <a:pPr lvl="2"/>
            <a:r>
              <a:rPr lang="en-US" altLang="ko-KR" i="1" dirty="0"/>
              <a:t>T</a:t>
            </a:r>
            <a:r>
              <a:rPr lang="en-US" altLang="ko-KR" dirty="0"/>
              <a:t>: </a:t>
            </a:r>
            <a:r>
              <a:rPr lang="ko-KR" altLang="en-US" dirty="0"/>
              <a:t>절대 온도 </a:t>
            </a:r>
            <a:r>
              <a:rPr lang="en-US" altLang="ko-KR" dirty="0"/>
              <a:t>(K)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0D4FAF-4339-494E-8088-B07D39E28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56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73BFF65-81DA-4A0A-8E4C-2B10392B2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8654" y="3108960"/>
            <a:ext cx="1694692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7307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AAF132-4423-4106-ACCA-9FFAC0942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52E8C8-62BF-4757-97E6-2E3A9259E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  <a:endParaRPr lang="en-US" altLang="ko-KR" dirty="0"/>
          </a:p>
          <a:p>
            <a:pPr lvl="1"/>
            <a:r>
              <a:rPr lang="en-US" altLang="ko-KR" dirty="0"/>
              <a:t>(a) </a:t>
            </a:r>
            <a:r>
              <a:rPr lang="ko-KR" altLang="en-US" dirty="0"/>
              <a:t>잡음 전압이 가지는 총 평균 전력은 얼마인가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(b) </a:t>
            </a:r>
            <a:r>
              <a:rPr lang="en-US" altLang="ko-KR" dirty="0" err="1"/>
              <a:t>S</a:t>
            </a:r>
            <a:r>
              <a:rPr lang="en-US" altLang="ko-KR" baseline="-25000" dirty="0" err="1"/>
              <a:t>v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dirty="0"/>
              <a:t>)</a:t>
            </a:r>
            <a:r>
              <a:rPr lang="ko-KR" altLang="en-US" dirty="0"/>
              <a:t>의 물리적 차원</a:t>
            </a:r>
            <a:r>
              <a:rPr lang="en-US" altLang="ko-KR" dirty="0"/>
              <a:t>(Dimension/Unit)</a:t>
            </a:r>
            <a:r>
              <a:rPr lang="ko-KR" altLang="en-US" dirty="0"/>
              <a:t>은 무엇인가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(c) </a:t>
            </a:r>
            <a:r>
              <a:rPr lang="ko-KR" altLang="en-US" dirty="0"/>
              <a:t>상온</a:t>
            </a:r>
            <a:r>
              <a:rPr lang="en-US" altLang="ko-KR" dirty="0"/>
              <a:t>(T = 300 K)</a:t>
            </a:r>
            <a:r>
              <a:rPr lang="ko-KR" altLang="en-US" dirty="0"/>
              <a:t>에서 </a:t>
            </a:r>
            <a:r>
              <a:rPr lang="en-US" altLang="ko-KR" dirty="0"/>
              <a:t>50 </a:t>
            </a:r>
            <a:r>
              <a:rPr lang="el-GR" altLang="ko-KR" dirty="0"/>
              <a:t>Ω</a:t>
            </a:r>
            <a:r>
              <a:rPr lang="en-US" altLang="ko-KR" dirty="0"/>
              <a:t> </a:t>
            </a:r>
            <a:r>
              <a:rPr lang="ko-KR" altLang="en-US" dirty="0"/>
              <a:t>저항이 </a:t>
            </a:r>
            <a:r>
              <a:rPr lang="en-US" altLang="ko-KR" dirty="0"/>
              <a:t>1 Hz </a:t>
            </a:r>
            <a:r>
              <a:rPr lang="ko-KR" altLang="en-US" dirty="0"/>
              <a:t>대역폭당 생성하는 잡음 전압을 계산하라</a:t>
            </a:r>
            <a:endParaRPr lang="en-US" altLang="ko-KR" dirty="0"/>
          </a:p>
          <a:p>
            <a:r>
              <a:rPr lang="ko-KR" altLang="en-US" dirty="0"/>
              <a:t>풀이</a:t>
            </a:r>
            <a:endParaRPr lang="en-US" altLang="ko-KR" dirty="0"/>
          </a:p>
          <a:p>
            <a:pPr lvl="1"/>
            <a:r>
              <a:rPr lang="en-US" altLang="ko-KR" dirty="0"/>
              <a:t>(a)</a:t>
            </a:r>
            <a:r>
              <a:rPr lang="ko-KR" altLang="en-US" dirty="0"/>
              <a:t> 수학적으로 평탄한 </a:t>
            </a:r>
            <a:r>
              <a:rPr lang="en-US" altLang="ko-KR" dirty="0"/>
              <a:t>4kTR</a:t>
            </a:r>
            <a:r>
              <a:rPr lang="en-US" altLang="ko-KR" baseline="-25000" dirty="0"/>
              <a:t>1</a:t>
            </a:r>
            <a:r>
              <a:rPr lang="ko-KR" altLang="en-US" dirty="0"/>
              <a:t>을 </a:t>
            </a:r>
            <a:r>
              <a:rPr lang="en-US" altLang="ko-KR" i="1" dirty="0"/>
              <a:t>f</a:t>
            </a:r>
            <a:r>
              <a:rPr lang="en-US" altLang="ko-KR" dirty="0"/>
              <a:t> = 0</a:t>
            </a:r>
            <a:r>
              <a:rPr lang="ko-KR" altLang="en-US" dirty="0"/>
              <a:t>부터 무한대까지 적분하면 면적이 무한대가 되는 모순이 발생함</a:t>
            </a:r>
            <a:endParaRPr lang="en-US" altLang="ko-KR" dirty="0"/>
          </a:p>
          <a:p>
            <a:pPr lvl="2"/>
            <a:r>
              <a:rPr lang="ko-KR" altLang="en-US" dirty="0"/>
              <a:t>실제 물리 현상에서는 </a:t>
            </a:r>
            <a:r>
              <a:rPr lang="en-US" altLang="ko-KR" i="1" dirty="0"/>
              <a:t>f</a:t>
            </a:r>
            <a:r>
              <a:rPr lang="en-US" altLang="ko-KR" dirty="0"/>
              <a:t> &gt; 1 THz </a:t>
            </a:r>
            <a:r>
              <a:rPr lang="ko-KR" altLang="en-US" dirty="0"/>
              <a:t>이상의 양자역학적 한계 영역에서 </a:t>
            </a:r>
            <a:r>
              <a:rPr lang="en-US" altLang="ko-KR" dirty="0" err="1"/>
              <a:t>S</a:t>
            </a:r>
            <a:r>
              <a:rPr lang="en-US" altLang="ko-KR" baseline="-25000" dirty="0" err="1"/>
              <a:t>v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dirty="0"/>
              <a:t>)</a:t>
            </a:r>
            <a:r>
              <a:rPr lang="ko-KR" altLang="en-US" dirty="0"/>
              <a:t>가 감쇄하므로 실제 총 잡음 에너지는 유한</a:t>
            </a:r>
            <a:r>
              <a:rPr lang="en-US" altLang="ko-KR" dirty="0"/>
              <a:t>(Finite)</a:t>
            </a:r>
            <a:r>
              <a:rPr lang="ko-KR" altLang="en-US" dirty="0"/>
              <a:t>함</a:t>
            </a:r>
            <a:endParaRPr lang="en-US" altLang="ko-KR" dirty="0"/>
          </a:p>
          <a:p>
            <a:pPr lvl="1"/>
            <a:r>
              <a:rPr lang="en-US" altLang="ko-KR" dirty="0"/>
              <a:t>(b) </a:t>
            </a:r>
            <a:r>
              <a:rPr lang="ko-KR" altLang="en-US" dirty="0"/>
              <a:t>단순 전력 밀도</a:t>
            </a:r>
            <a:r>
              <a:rPr lang="en-US" altLang="ko-KR" dirty="0"/>
              <a:t>(W/Hz)</a:t>
            </a:r>
            <a:r>
              <a:rPr lang="ko-KR" altLang="en-US" dirty="0"/>
              <a:t>가 아니라</a:t>
            </a:r>
            <a:r>
              <a:rPr lang="en-US" altLang="ko-KR" dirty="0"/>
              <a:t>, </a:t>
            </a:r>
            <a:r>
              <a:rPr lang="ko-KR" altLang="en-US" dirty="0"/>
              <a:t>전압 제곱 단위의 대역폭 밀도</a:t>
            </a:r>
            <a:r>
              <a:rPr lang="en-US" altLang="ko-KR" dirty="0"/>
              <a:t>(V</a:t>
            </a:r>
            <a:r>
              <a:rPr lang="en-US" altLang="ko-KR" baseline="30000" dirty="0"/>
              <a:t>2</a:t>
            </a:r>
            <a:r>
              <a:rPr lang="en-US" altLang="ko-KR" dirty="0"/>
              <a:t>/Hz)</a:t>
            </a:r>
            <a:r>
              <a:rPr lang="ko-KR" altLang="en-US" dirty="0"/>
              <a:t>로 정의됨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74DE3B-9E59-45F8-9B4D-4FDE95EB2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57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84568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E0B577-E944-4345-9374-B3B19EEE1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752436-EB12-4B41-86C1-37D17F163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ko-KR" dirty="0"/>
              <a:t>(c) </a:t>
            </a:r>
            <a:r>
              <a:rPr lang="ko-KR" altLang="en-US" dirty="0"/>
              <a:t>잡음 전력 공식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ko-KR" altLang="en-US" dirty="0" err="1"/>
              <a:t>실효값</a:t>
            </a:r>
            <a:r>
              <a:rPr lang="ko-KR" altLang="en-US" dirty="0"/>
              <a:t> </a:t>
            </a:r>
            <a:r>
              <a:rPr lang="en-US" altLang="ko-KR" dirty="0"/>
              <a:t>(rms) </a:t>
            </a:r>
            <a:r>
              <a:rPr lang="ko-KR" altLang="en-US" dirty="0"/>
              <a:t>전압 단위로 제곱근을 취하면</a:t>
            </a:r>
            <a:r>
              <a:rPr lang="en-US" altLang="ko-KR" dirty="0"/>
              <a:t>,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FEB9D9-8B76-49DC-BB54-C1EFF7A3C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58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94FA2BD-8565-4502-A2B7-E878D8057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394" y="1380067"/>
            <a:ext cx="1405130" cy="381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2438B4E-8A75-49D1-AC3F-023E5EACC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9812" y="1981200"/>
            <a:ext cx="7452376" cy="40538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840116C-0298-4681-B1E6-0D9F0AFBDE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7942" y="2987717"/>
            <a:ext cx="2423164" cy="521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2237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506898-6A45-4AD5-A2B5-F9F85EA12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2.3.3 Effect of Transfer Function on Noise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C67125-C777-459B-AC6C-3C6A46E62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LTI </a:t>
            </a:r>
            <a:r>
              <a:rPr lang="ko-KR" altLang="en-US" dirty="0"/>
              <a:t>시스템에서의 잡음 </a:t>
            </a:r>
            <a:r>
              <a:rPr lang="en-US" altLang="ko-KR" dirty="0"/>
              <a:t>PSD </a:t>
            </a:r>
            <a:r>
              <a:rPr lang="ko-KR" altLang="en-US" dirty="0"/>
              <a:t>변환 기본 공식</a:t>
            </a:r>
            <a:endParaRPr lang="en-US" altLang="ko-KR" dirty="0"/>
          </a:p>
          <a:p>
            <a:pPr lvl="1"/>
            <a:r>
              <a:rPr lang="ko-KR" altLang="en-US" dirty="0"/>
              <a:t>입력 잡음 </a:t>
            </a:r>
            <a:r>
              <a:rPr lang="en-US" altLang="ko-KR" i="1" dirty="0"/>
              <a:t>x</a:t>
            </a:r>
            <a:r>
              <a:rPr lang="en-US" altLang="ko-KR" dirty="0"/>
              <a:t>(</a:t>
            </a:r>
            <a:r>
              <a:rPr lang="en-US" altLang="ko-KR" i="1" dirty="0"/>
              <a:t>t</a:t>
            </a:r>
            <a:r>
              <a:rPr lang="en-US" altLang="ko-KR" dirty="0"/>
              <a:t>)</a:t>
            </a:r>
            <a:r>
              <a:rPr lang="ko-KR" altLang="en-US" dirty="0"/>
              <a:t>의 </a:t>
            </a:r>
            <a:r>
              <a:rPr lang="en-US" altLang="ko-KR" dirty="0"/>
              <a:t>PSD</a:t>
            </a:r>
            <a:r>
              <a:rPr lang="ko-KR" altLang="en-US" dirty="0"/>
              <a:t>가 </a:t>
            </a:r>
            <a:r>
              <a:rPr lang="en-US" altLang="ko-KR" i="1" dirty="0" err="1"/>
              <a:t>S</a:t>
            </a:r>
            <a:r>
              <a:rPr lang="en-US" altLang="ko-KR" baseline="-25000" dirty="0" err="1"/>
              <a:t>x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dirty="0"/>
              <a:t>)</a:t>
            </a:r>
            <a:r>
              <a:rPr lang="ko-KR" altLang="en-US" dirty="0"/>
              <a:t>이고</a:t>
            </a:r>
            <a:r>
              <a:rPr lang="en-US" altLang="ko-KR" dirty="0"/>
              <a:t>, </a:t>
            </a:r>
            <a:r>
              <a:rPr lang="ko-KR" altLang="en-US" dirty="0"/>
              <a:t>선형 </a:t>
            </a:r>
            <a:r>
              <a:rPr lang="ko-KR" altLang="en-US" dirty="0" err="1"/>
              <a:t>시불변</a:t>
            </a:r>
            <a:r>
              <a:rPr lang="en-US" altLang="ko-KR" dirty="0"/>
              <a:t>(LTI) </a:t>
            </a:r>
            <a:r>
              <a:rPr lang="ko-KR" altLang="en-US" dirty="0"/>
              <a:t>시스템의 전달 함수가 </a:t>
            </a:r>
            <a:r>
              <a:rPr lang="en-US" altLang="ko-KR" i="1" dirty="0"/>
              <a:t>H</a:t>
            </a:r>
            <a:r>
              <a:rPr lang="en-US" altLang="ko-KR" dirty="0"/>
              <a:t>(</a:t>
            </a:r>
            <a:r>
              <a:rPr lang="en-US" altLang="ko-KR" i="1" dirty="0"/>
              <a:t>s</a:t>
            </a:r>
            <a:r>
              <a:rPr lang="en-US" altLang="ko-KR" dirty="0"/>
              <a:t>)</a:t>
            </a:r>
            <a:r>
              <a:rPr lang="ko-KR" altLang="en-US" dirty="0"/>
              <a:t>일 때</a:t>
            </a:r>
            <a:r>
              <a:rPr lang="en-US" altLang="ko-KR" dirty="0"/>
              <a:t>, </a:t>
            </a:r>
            <a:r>
              <a:rPr lang="ko-KR" altLang="en-US" dirty="0"/>
              <a:t>출력 잡음 </a:t>
            </a:r>
            <a:r>
              <a:rPr lang="en-US" altLang="ko-KR" i="1" dirty="0"/>
              <a:t>y</a:t>
            </a:r>
            <a:r>
              <a:rPr lang="en-US" altLang="ko-KR" dirty="0"/>
              <a:t>(</a:t>
            </a:r>
            <a:r>
              <a:rPr lang="en-US" altLang="ko-KR" i="1" dirty="0"/>
              <a:t>t</a:t>
            </a:r>
            <a:r>
              <a:rPr lang="en-US" altLang="ko-KR" dirty="0"/>
              <a:t>)</a:t>
            </a:r>
            <a:r>
              <a:rPr lang="ko-KR" altLang="en-US" dirty="0"/>
              <a:t>의 </a:t>
            </a:r>
            <a:r>
              <a:rPr lang="en-US" altLang="ko-KR" dirty="0"/>
              <a:t>PSD </a:t>
            </a:r>
            <a:r>
              <a:rPr lang="en-US" altLang="ko-KR" i="1" dirty="0"/>
              <a:t>S</a:t>
            </a:r>
            <a:r>
              <a:rPr lang="en-US" altLang="ko-KR" i="1" baseline="-25000" dirty="0"/>
              <a:t>y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dirty="0"/>
              <a:t>)</a:t>
            </a:r>
            <a:r>
              <a:rPr lang="ko-KR" altLang="en-US" dirty="0"/>
              <a:t>는 다음과 같이 결정됨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 왜 </a:t>
            </a:r>
            <a:r>
              <a:rPr lang="en-US" altLang="ko-KR" dirty="0"/>
              <a:t>|</a:t>
            </a:r>
            <a:r>
              <a:rPr lang="en-US" altLang="ko-KR" i="1" dirty="0"/>
              <a:t>H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dirty="0"/>
              <a:t>)|</a:t>
            </a:r>
            <a:r>
              <a:rPr lang="ko-KR" altLang="en-US" dirty="0"/>
              <a:t>가 아닌 </a:t>
            </a:r>
            <a:r>
              <a:rPr lang="en-US" altLang="ko-KR" dirty="0"/>
              <a:t>|</a:t>
            </a:r>
            <a:r>
              <a:rPr lang="en-US" altLang="ko-KR" i="1" dirty="0"/>
              <a:t>H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dirty="0"/>
              <a:t>)|</a:t>
            </a:r>
            <a:r>
              <a:rPr lang="en-US" altLang="ko-KR" baseline="30000" dirty="0"/>
              <a:t>2</a:t>
            </a:r>
            <a:r>
              <a:rPr lang="ko-KR" altLang="en-US" dirty="0"/>
              <a:t>이 곱해지는가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전력 스펙트럼 밀도 </a:t>
            </a:r>
            <a:r>
              <a:rPr lang="en-US" altLang="ko-KR" i="1" dirty="0" err="1"/>
              <a:t>S</a:t>
            </a:r>
            <a:r>
              <a:rPr lang="en-US" altLang="ko-KR" baseline="-25000" dirty="0" err="1"/>
              <a:t>x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dirty="0"/>
              <a:t>) </a:t>
            </a:r>
            <a:r>
              <a:rPr lang="ko-KR" altLang="en-US" dirty="0"/>
              <a:t>및 </a:t>
            </a:r>
            <a:r>
              <a:rPr lang="en-US" altLang="ko-KR" i="1" dirty="0"/>
              <a:t>S</a:t>
            </a:r>
            <a:r>
              <a:rPr lang="en-US" altLang="ko-KR" baseline="-25000" dirty="0"/>
              <a:t>y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dirty="0"/>
              <a:t>) </a:t>
            </a:r>
            <a:r>
              <a:rPr lang="ko-KR" altLang="en-US" dirty="0"/>
              <a:t>자체가 전압 제곱</a:t>
            </a:r>
            <a:r>
              <a:rPr lang="en-US" altLang="ko-KR" dirty="0"/>
              <a:t>(</a:t>
            </a:r>
            <a:r>
              <a:rPr lang="en-US" altLang="ko-KR" i="1" dirty="0"/>
              <a:t>V</a:t>
            </a:r>
            <a:r>
              <a:rPr lang="en-US" altLang="ko-KR" baseline="30000" dirty="0"/>
              <a:t>2</a:t>
            </a:r>
            <a:r>
              <a:rPr lang="en-US" altLang="ko-KR" dirty="0"/>
              <a:t>/Hz) </a:t>
            </a:r>
            <a:r>
              <a:rPr lang="ko-KR" altLang="en-US" dirty="0"/>
              <a:t>또는 전류 제곱</a:t>
            </a:r>
            <a:r>
              <a:rPr lang="en-US" altLang="ko-KR" dirty="0"/>
              <a:t>(</a:t>
            </a:r>
            <a:r>
              <a:rPr lang="en-US" altLang="ko-KR" i="1" dirty="0"/>
              <a:t>A</a:t>
            </a:r>
            <a:r>
              <a:rPr lang="en-US" altLang="ko-KR" baseline="30000" dirty="0"/>
              <a:t>2</a:t>
            </a:r>
            <a:r>
              <a:rPr lang="en-US" altLang="ko-KR" dirty="0"/>
              <a:t>/Hz)</a:t>
            </a:r>
            <a:r>
              <a:rPr lang="ko-KR" altLang="en-US" dirty="0"/>
              <a:t>인 전력</a:t>
            </a:r>
            <a:r>
              <a:rPr lang="en-US" altLang="ko-KR" dirty="0"/>
              <a:t>(Power) </a:t>
            </a:r>
            <a:r>
              <a:rPr lang="ko-KR" altLang="en-US" dirty="0" err="1"/>
              <a:t>물리량이기</a:t>
            </a:r>
            <a:r>
              <a:rPr lang="ko-KR" altLang="en-US" dirty="0"/>
              <a:t> 때문임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F82E82-5C44-4DB9-B501-B473C2909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59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8CD16AF-C720-44B8-A5DD-622B95A0E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557" y="2849780"/>
            <a:ext cx="2468886" cy="36880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C87AAE2-6C89-42C7-92A5-455438006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6219" y="4839874"/>
            <a:ext cx="5679562" cy="1337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14529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C4D313-6C0E-481F-834F-F15D223D0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 </a:t>
            </a:r>
            <a:r>
              <a:rPr lang="en-US" altLang="ko-KR" dirty="0"/>
              <a:t>2.3.4 Device Noise: </a:t>
            </a:r>
            <a:r>
              <a:rPr lang="ko-KR" altLang="en-US" dirty="0"/>
              <a:t>개요 및 저항의 </a:t>
            </a:r>
            <a:r>
              <a:rPr lang="ko-KR" altLang="en-US" dirty="0" err="1"/>
              <a:t>열잡음</a:t>
            </a:r>
            <a:r>
              <a:rPr lang="ko-KR" altLang="en-US" dirty="0"/>
              <a:t> 모델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5A0E42-1550-45BC-B8E4-0F6BC2546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회로 소자 잡음 모델링의 목적</a:t>
            </a:r>
          </a:p>
          <a:p>
            <a:pPr lvl="1"/>
            <a:r>
              <a:rPr lang="ko-KR" altLang="en-US" dirty="0"/>
              <a:t>회로 내 개별 트랜지스터 및 수동 소자가 발생하는 무작위 </a:t>
            </a:r>
            <a:r>
              <a:rPr lang="ko-KR" altLang="en-US" dirty="0" err="1"/>
              <a:t>열잡음</a:t>
            </a:r>
            <a:r>
              <a:rPr lang="en-US" altLang="ko-KR" dirty="0"/>
              <a:t>/</a:t>
            </a:r>
            <a:r>
              <a:rPr lang="ko-KR" altLang="en-US" dirty="0" err="1"/>
              <a:t>샷잡음을</a:t>
            </a:r>
            <a:r>
              <a:rPr lang="ko-KR" altLang="en-US" dirty="0"/>
              <a:t> </a:t>
            </a:r>
            <a:r>
              <a:rPr lang="ko-KR" altLang="en-US" dirty="0" err="1"/>
              <a:t>전압원</a:t>
            </a:r>
            <a:r>
              <a:rPr lang="ko-KR" altLang="en-US" dirty="0"/>
              <a:t> 및 </a:t>
            </a:r>
            <a:r>
              <a:rPr lang="ko-KR" altLang="en-US" dirty="0" err="1"/>
              <a:t>전류원</a:t>
            </a:r>
            <a:r>
              <a:rPr lang="ko-KR" altLang="en-US" dirty="0"/>
              <a:t> 등 가상의 회로 소자로 </a:t>
            </a:r>
            <a:r>
              <a:rPr lang="ko-KR" altLang="en-US" dirty="0" err="1"/>
              <a:t>표준화하여</a:t>
            </a:r>
            <a:r>
              <a:rPr lang="en-US" altLang="ko-KR" dirty="0"/>
              <a:t>, </a:t>
            </a:r>
            <a:r>
              <a:rPr lang="ko-KR" altLang="en-US" dirty="0"/>
              <a:t>표준 회로 해석 기법</a:t>
            </a:r>
            <a:r>
              <a:rPr lang="en-US" altLang="ko-KR" dirty="0"/>
              <a:t>(KCL, KVL, </a:t>
            </a:r>
            <a:r>
              <a:rPr lang="ko-KR" altLang="en-US" dirty="0"/>
              <a:t>노드 해석</a:t>
            </a:r>
            <a:r>
              <a:rPr lang="en-US" altLang="ko-KR" dirty="0"/>
              <a:t>)</a:t>
            </a:r>
            <a:r>
              <a:rPr lang="ko-KR" altLang="en-US" dirty="0"/>
              <a:t>을 적용할 수 있도록 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저항 열잡음의 </a:t>
            </a:r>
            <a:r>
              <a:rPr lang="en-US" altLang="ko-KR" dirty="0"/>
              <a:t>2</a:t>
            </a:r>
            <a:r>
              <a:rPr lang="ko-KR" altLang="en-US" dirty="0"/>
              <a:t>가지 등가 회로 모델 </a:t>
            </a:r>
            <a:endParaRPr lang="en-US" altLang="ko-KR" dirty="0"/>
          </a:p>
          <a:p>
            <a:pPr lvl="1"/>
            <a:r>
              <a:rPr lang="ko-KR" altLang="en-US" dirty="0" err="1"/>
              <a:t>테브난</a:t>
            </a:r>
            <a:r>
              <a:rPr lang="ko-KR" altLang="en-US" dirty="0"/>
              <a:t> 등가 모델 </a:t>
            </a:r>
            <a:r>
              <a:rPr lang="en-US" altLang="ko-KR" dirty="0"/>
              <a:t>(Thevenin Equivalent) 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 err="1"/>
              <a:t>노턴</a:t>
            </a:r>
            <a:r>
              <a:rPr lang="ko-KR" altLang="en-US" dirty="0"/>
              <a:t> 등가 모델 </a:t>
            </a:r>
            <a:r>
              <a:rPr lang="en-US" altLang="ko-KR" dirty="0"/>
              <a:t>(Norton Equivalent)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F6D3C9-7F9A-4B3E-8D1B-506F1CAB4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60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FD29BB6-3147-4439-8F05-20D87B1ED1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0303" y="3409122"/>
            <a:ext cx="2703582" cy="40538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8EA11D3-1F06-4AA8-926A-001C29DE5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677" y="4025181"/>
            <a:ext cx="3172974" cy="77114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7209875-6398-4254-BD05-7FD03B03B3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4527" y="4662825"/>
            <a:ext cx="4029637" cy="16194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B953B4C-585C-4AF1-B7A9-BE6DAA12AC34}"/>
              </a:ext>
            </a:extLst>
          </p:cNvPr>
          <p:cNvSpPr txBox="1"/>
          <p:nvPr/>
        </p:nvSpPr>
        <p:spPr>
          <a:xfrm>
            <a:off x="4004527" y="6212430"/>
            <a:ext cx="190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테브난</a:t>
            </a:r>
            <a:r>
              <a:rPr lang="ko-KR" altLang="en-US" dirty="0"/>
              <a:t> 등가 모델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606FA3-E3C1-40FA-B3C8-19456F511E3A}"/>
              </a:ext>
            </a:extLst>
          </p:cNvPr>
          <p:cNvSpPr txBox="1"/>
          <p:nvPr/>
        </p:nvSpPr>
        <p:spPr>
          <a:xfrm>
            <a:off x="6236400" y="6171684"/>
            <a:ext cx="1675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노턴</a:t>
            </a:r>
            <a:r>
              <a:rPr lang="ko-KR" altLang="en-US" dirty="0"/>
              <a:t> 등가 모델</a:t>
            </a:r>
          </a:p>
        </p:txBody>
      </p:sp>
    </p:spTree>
    <p:extLst>
      <p:ext uri="{BB962C8B-B14F-4D97-AF65-F5344CB8AC3E}">
        <p14:creationId xmlns:p14="http://schemas.microsoft.com/office/powerpoint/2010/main" val="62725527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B5B572-6F3C-40E7-88AF-78C548D43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2.16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06143E-D8F4-4F07-89CA-3522E6692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  <a:endParaRPr lang="en-US" altLang="ko-KR" dirty="0"/>
          </a:p>
          <a:p>
            <a:pPr lvl="1"/>
            <a:r>
              <a:rPr lang="en-US" altLang="ko-KR" dirty="0"/>
              <a:t>(a)</a:t>
            </a:r>
            <a:r>
              <a:rPr lang="ko-KR" altLang="en-US" dirty="0"/>
              <a:t>의 병렬 </a:t>
            </a:r>
            <a:r>
              <a:rPr lang="en-US" altLang="ko-KR" i="1" dirty="0"/>
              <a:t>RLC</a:t>
            </a:r>
            <a:r>
              <a:rPr lang="en-US" altLang="ko-KR" dirty="0"/>
              <a:t> </a:t>
            </a:r>
            <a:r>
              <a:rPr lang="ko-KR" altLang="en-US" dirty="0"/>
              <a:t>탱크 회로 양단에서 측정된 잡음 전압의 </a:t>
            </a:r>
            <a:r>
              <a:rPr lang="en-US" altLang="ko-KR" dirty="0"/>
              <a:t>PSD</a:t>
            </a:r>
            <a:r>
              <a:rPr lang="ko-KR" altLang="en-US" dirty="0"/>
              <a:t>를 스케치</a:t>
            </a:r>
            <a:endParaRPr lang="en-US" altLang="ko-KR" dirty="0"/>
          </a:p>
          <a:p>
            <a:r>
              <a:rPr lang="ko-KR" altLang="en-US" dirty="0"/>
              <a:t>풀이</a:t>
            </a:r>
            <a:endParaRPr lang="en-US" altLang="ko-KR" dirty="0"/>
          </a:p>
          <a:p>
            <a:pPr lvl="1"/>
            <a:r>
              <a:rPr lang="ko-KR" altLang="en-US" dirty="0"/>
              <a:t>인덕터 </a:t>
            </a:r>
            <a:r>
              <a:rPr lang="en-US" altLang="ko-KR" dirty="0"/>
              <a:t>L</a:t>
            </a:r>
            <a:r>
              <a:rPr lang="en-US" altLang="ko-KR" baseline="-25000" dirty="0"/>
              <a:t>1</a:t>
            </a:r>
            <a:r>
              <a:rPr lang="ko-KR" altLang="en-US" dirty="0"/>
              <a:t>과 </a:t>
            </a:r>
            <a:r>
              <a:rPr lang="ko-KR" altLang="en-US" dirty="0" err="1"/>
              <a:t>커패시터</a:t>
            </a:r>
            <a:r>
              <a:rPr lang="ko-KR" altLang="en-US" dirty="0"/>
              <a:t> </a:t>
            </a:r>
            <a:r>
              <a:rPr lang="en-US" altLang="ko-KR" dirty="0"/>
              <a:t>C</a:t>
            </a:r>
            <a:r>
              <a:rPr lang="en-US" altLang="ko-KR" baseline="-25000" dirty="0"/>
              <a:t>1</a:t>
            </a:r>
            <a:r>
              <a:rPr lang="ko-KR" altLang="en-US" dirty="0"/>
              <a:t>은 무손실</a:t>
            </a:r>
            <a:r>
              <a:rPr lang="en-US" altLang="ko-KR" dirty="0"/>
              <a:t>(Lossless) </a:t>
            </a:r>
            <a:r>
              <a:rPr lang="ko-KR" altLang="en-US" dirty="0"/>
              <a:t>소자이므로 자체적인 열잡음을 발생시키지 않음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저항에서의 </a:t>
            </a:r>
            <a:r>
              <a:rPr lang="ko-KR" altLang="en-US" dirty="0" err="1"/>
              <a:t>열잡음</a:t>
            </a:r>
            <a:r>
              <a:rPr lang="ko-KR" altLang="en-US" dirty="0"/>
              <a:t> 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914400" lvl="2" indent="0">
              <a:buNone/>
            </a:pPr>
            <a:r>
              <a:rPr lang="en-US" altLang="ko-KR" dirty="0"/>
              <a:t>		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CE3E0F-F547-4C8C-B382-757123B6E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61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16DCF13-1BF9-4563-8058-4D47AB3BA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0423" y="4630207"/>
            <a:ext cx="7771154" cy="209126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63319D3-180D-4C57-9DF6-EB0DBED8E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2073" y="3721560"/>
            <a:ext cx="1246634" cy="627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21766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F6BD62-556C-4CEF-A358-7CE57EF67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9D71EB-CA8A-4359-B2BC-A7299DABB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ko-KR" altLang="en-US" dirty="0"/>
              <a:t>선형 </a:t>
            </a:r>
            <a:r>
              <a:rPr lang="ko-KR" altLang="en-US" dirty="0" err="1"/>
              <a:t>시불변</a:t>
            </a:r>
            <a:r>
              <a:rPr lang="en-US" altLang="ko-KR" dirty="0"/>
              <a:t>(LTI) </a:t>
            </a:r>
            <a:r>
              <a:rPr lang="ko-KR" altLang="en-US" dirty="0"/>
              <a:t>시스템에서 출력 잡음 </a:t>
            </a:r>
            <a:r>
              <a:rPr lang="en-US" altLang="ko-KR" dirty="0"/>
              <a:t>PSD </a:t>
            </a:r>
            <a:r>
              <a:rPr lang="ko-KR" altLang="en-US" dirty="0"/>
              <a:t>식 </a:t>
            </a:r>
            <a:r>
              <a:rPr lang="en-US" altLang="ko-KR" i="1" dirty="0"/>
              <a:t>S</a:t>
            </a:r>
            <a:r>
              <a:rPr lang="en-US" altLang="ko-KR" baseline="-25000" dirty="0"/>
              <a:t>y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dirty="0"/>
              <a:t>) = </a:t>
            </a:r>
            <a:r>
              <a:rPr lang="en-US" altLang="ko-KR" i="1" dirty="0" err="1"/>
              <a:t>S</a:t>
            </a:r>
            <a:r>
              <a:rPr lang="en-US" altLang="ko-KR" baseline="-25000" dirty="0" err="1"/>
              <a:t>x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dirty="0"/>
              <a:t>)|H(f)|</a:t>
            </a:r>
            <a:r>
              <a:rPr lang="en-US" altLang="ko-KR" baseline="30000" dirty="0"/>
              <a:t>2</a:t>
            </a:r>
            <a:r>
              <a:rPr lang="ko-KR" altLang="en-US" dirty="0"/>
              <a:t>를 적용</a:t>
            </a:r>
            <a:endParaRPr lang="en-US" altLang="ko-KR" dirty="0"/>
          </a:p>
          <a:p>
            <a:pPr lvl="2"/>
            <a:r>
              <a:rPr lang="ko-KR" altLang="en-US" dirty="0"/>
              <a:t>전달 함수</a:t>
            </a:r>
            <a:r>
              <a:rPr lang="en-US" altLang="ko-KR" dirty="0"/>
              <a:t> </a:t>
            </a:r>
            <a:r>
              <a:rPr lang="en-US" altLang="ko-KR" i="1" dirty="0"/>
              <a:t>H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dirty="0"/>
              <a:t>):  </a:t>
            </a:r>
            <a:r>
              <a:rPr lang="ko-KR" altLang="en-US" dirty="0" err="1"/>
              <a:t>전류원</a:t>
            </a:r>
            <a:r>
              <a:rPr lang="ko-KR" altLang="en-US" dirty="0"/>
              <a:t> 입력을 전압 출력으로 변환하는 회로의 임피던스 </a:t>
            </a:r>
            <a:r>
              <a:rPr lang="en-US" altLang="ko-KR" dirty="0"/>
              <a:t>Z</a:t>
            </a:r>
            <a:r>
              <a:rPr lang="en-US" altLang="ko-KR" baseline="-25000" dirty="0"/>
              <a:t>T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dirty="0"/>
              <a:t>)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E81940-5BED-437F-93B8-AF05AB18E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62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DF56A87-7ACB-4106-89C2-0081BAE50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898" y="2377099"/>
            <a:ext cx="2362204" cy="627890"/>
          </a:xfrm>
          <a:prstGeom prst="rect">
            <a:avLst/>
          </a:prstGeom>
        </p:spPr>
      </p:pic>
      <p:pic>
        <p:nvPicPr>
          <p:cNvPr id="2050" name="Picture 2" descr="LC 회로의 특성">
            <a:extLst>
              <a:ext uri="{FF2B5EF4-FFF2-40B4-BE49-F238E27FC236}">
                <a16:creationId xmlns:a16="http://schemas.microsoft.com/office/drawing/2014/main" id="{826952A1-ACF1-45ED-A9A0-9513F47D1D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708" y="3429000"/>
            <a:ext cx="4344584" cy="3289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619203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0ED25B-1E6D-4117-B0B0-CA445EA11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B86D6A-44A5-4E0C-8A12-BFF4226B7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ko-KR" altLang="en-US" dirty="0"/>
              <a:t>출력 잡음 전압 </a:t>
            </a:r>
            <a:r>
              <a:rPr lang="en-US" altLang="ko-KR" dirty="0"/>
              <a:t>PSD </a:t>
            </a:r>
            <a:r>
              <a:rPr lang="ko-KR" altLang="en-US" dirty="0"/>
              <a:t>공식 도출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50EB2B-9889-4973-B62F-0D32EC651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63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B4D52C8-2ED5-44E8-981F-D08661BBE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932" y="1860669"/>
            <a:ext cx="4072136" cy="627890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F3C9C03F-77B8-41E7-AD63-198017C51338}"/>
              </a:ext>
            </a:extLst>
          </p:cNvPr>
          <p:cNvCxnSpPr>
            <a:cxnSpLocks/>
          </p:cNvCxnSpPr>
          <p:nvPr/>
        </p:nvCxnSpPr>
        <p:spPr>
          <a:xfrm>
            <a:off x="4919870" y="2365513"/>
            <a:ext cx="1262269" cy="1355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76" name="Picture 4" descr="Using Power Spectral Density (PSD) to Characterize Noise - Technical  Articles">
            <a:extLst>
              <a:ext uri="{FF2B5EF4-FFF2-40B4-BE49-F238E27FC236}">
                <a16:creationId xmlns:a16="http://schemas.microsoft.com/office/drawing/2014/main" id="{67727D46-796D-408B-A966-EDDD8C0BE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2471" y="3900082"/>
            <a:ext cx="3128755" cy="1676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LC 회로의 특성">
            <a:extLst>
              <a:ext uri="{FF2B5EF4-FFF2-40B4-BE49-F238E27FC236}">
                <a16:creationId xmlns:a16="http://schemas.microsoft.com/office/drawing/2014/main" id="{F1C9AB2D-449E-4C15-B581-6DDB62B889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0600" y="3354176"/>
            <a:ext cx="3278847" cy="2482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19D1460-73D5-4C11-B958-5EC2A651B7C6}"/>
              </a:ext>
            </a:extLst>
          </p:cNvPr>
          <p:cNvCxnSpPr>
            <a:cxnSpLocks/>
          </p:cNvCxnSpPr>
          <p:nvPr/>
        </p:nvCxnSpPr>
        <p:spPr>
          <a:xfrm>
            <a:off x="5696233" y="2365513"/>
            <a:ext cx="3149593" cy="1061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그림 16">
            <a:extLst>
              <a:ext uri="{FF2B5EF4-FFF2-40B4-BE49-F238E27FC236}">
                <a16:creationId xmlns:a16="http://schemas.microsoft.com/office/drawing/2014/main" id="{2BDE6387-2E73-4DB0-A90C-67E92F1146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604858"/>
            <a:ext cx="2753109" cy="1981477"/>
          </a:xfrm>
          <a:prstGeom prst="rect">
            <a:avLst/>
          </a:prstGeom>
        </p:spPr>
      </p:pic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5FE92C77-985E-4A84-8172-84CD484E3C46}"/>
              </a:ext>
            </a:extLst>
          </p:cNvPr>
          <p:cNvCxnSpPr/>
          <p:nvPr/>
        </p:nvCxnSpPr>
        <p:spPr>
          <a:xfrm flipH="1">
            <a:off x="2577860" y="2326545"/>
            <a:ext cx="1636301" cy="11005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C9E1620-DFE3-43C3-A660-945000C95411}"/>
              </a:ext>
            </a:extLst>
          </p:cNvPr>
          <p:cNvSpPr txBox="1"/>
          <p:nvPr/>
        </p:nvSpPr>
        <p:spPr>
          <a:xfrm>
            <a:off x="3941470" y="4180097"/>
            <a:ext cx="4908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/>
              <a:t>=</a:t>
            </a:r>
            <a:endParaRPr lang="ko-KR" altLang="en-US" sz="4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08233A-227B-4626-AE74-17BB2D7AD4EE}"/>
              </a:ext>
            </a:extLst>
          </p:cNvPr>
          <p:cNvSpPr txBox="1"/>
          <p:nvPr/>
        </p:nvSpPr>
        <p:spPr>
          <a:xfrm>
            <a:off x="8074953" y="4120096"/>
            <a:ext cx="6158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/>
              <a:t>×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30144391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956F42-0678-4071-9FEC-6DC23FAF0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MOSFET </a:t>
            </a:r>
            <a:r>
              <a:rPr lang="ko-KR" altLang="en-US" dirty="0"/>
              <a:t>채널 </a:t>
            </a:r>
            <a:r>
              <a:rPr lang="ko-KR" altLang="en-US" dirty="0" err="1"/>
              <a:t>열잡음</a:t>
            </a:r>
            <a:r>
              <a:rPr lang="ko-KR" altLang="en-US" dirty="0"/>
              <a:t> 모델 </a:t>
            </a:r>
            <a:r>
              <a:rPr lang="en-US" altLang="ko-KR" dirty="0"/>
              <a:t>(Channel Thermal Noise)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4ACCD1-643B-40FD-AB81-C78CCCA00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포화 영역</a:t>
            </a:r>
            <a:r>
              <a:rPr lang="en-US" altLang="ko-KR" dirty="0"/>
              <a:t>(Saturation Region) </a:t>
            </a:r>
            <a:r>
              <a:rPr lang="ko-KR" altLang="en-US" dirty="0"/>
              <a:t>채널 </a:t>
            </a:r>
            <a:r>
              <a:rPr lang="ko-KR" altLang="en-US" dirty="0" err="1"/>
              <a:t>열잡음</a:t>
            </a:r>
            <a:endParaRPr lang="en-US" altLang="ko-KR" dirty="0"/>
          </a:p>
          <a:p>
            <a:pPr lvl="1"/>
            <a:r>
              <a:rPr lang="ko-KR" altLang="en-US" dirty="0"/>
              <a:t>포화 영역에서 동작하는 </a:t>
            </a:r>
            <a:r>
              <a:rPr lang="en-US" altLang="ko-KR" dirty="0"/>
              <a:t>MOS </a:t>
            </a:r>
            <a:r>
              <a:rPr lang="ko-KR" altLang="en-US" dirty="0"/>
              <a:t>트랜지스터의 채널 내부 전자의 열운동에 의해 발생함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드레인</a:t>
            </a:r>
            <a:r>
              <a:rPr lang="en-US" altLang="ko-KR" dirty="0"/>
              <a:t>-</a:t>
            </a:r>
            <a:r>
              <a:rPr lang="ko-KR" altLang="en-US" dirty="0"/>
              <a:t>소스 간 </a:t>
            </a:r>
            <a:r>
              <a:rPr lang="ko-KR" altLang="en-US" dirty="0" err="1"/>
              <a:t>전류원</a:t>
            </a:r>
            <a:r>
              <a:rPr lang="ko-KR" altLang="en-US" dirty="0"/>
              <a:t> 등가 모델</a:t>
            </a:r>
            <a:endParaRPr lang="en-US" altLang="ko-KR" dirty="0"/>
          </a:p>
          <a:p>
            <a:pPr lvl="1"/>
            <a:r>
              <a:rPr lang="ko-KR" altLang="en-US" dirty="0" err="1"/>
              <a:t>드레인과</a:t>
            </a:r>
            <a:r>
              <a:rPr lang="ko-KR" altLang="en-US" dirty="0"/>
              <a:t> 소스 단자 사이에 병렬로 연결된 </a:t>
            </a:r>
            <a:r>
              <a:rPr lang="ko-KR" altLang="en-US" dirty="0" err="1"/>
              <a:t>노턴</a:t>
            </a:r>
            <a:r>
              <a:rPr lang="ko-KR" altLang="en-US" dirty="0"/>
              <a:t> </a:t>
            </a:r>
            <a:r>
              <a:rPr lang="ko-KR" altLang="en-US" dirty="0" err="1"/>
              <a:t>전류원</a:t>
            </a:r>
            <a:r>
              <a:rPr lang="ko-KR" altLang="en-US" dirty="0"/>
              <a:t> 모델</a:t>
            </a:r>
            <a:endParaRPr lang="en-US" altLang="ko-KR" dirty="0"/>
          </a:p>
          <a:p>
            <a:pPr lvl="1"/>
            <a:r>
              <a:rPr lang="ko-KR" altLang="en-US" dirty="0"/>
              <a:t>과잉 잡음 계수 </a:t>
            </a:r>
            <a:r>
              <a:rPr lang="en-US" altLang="ko-KR" dirty="0"/>
              <a:t>(Excess Noise Coefficient, </a:t>
            </a:r>
            <a:r>
              <a:rPr lang="el-GR" altLang="ko-KR" dirty="0"/>
              <a:t>γ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긴 채널</a:t>
            </a:r>
            <a:r>
              <a:rPr lang="en-US" altLang="ko-KR" dirty="0"/>
              <a:t>(Long-channel) </a:t>
            </a:r>
            <a:r>
              <a:rPr lang="ko-KR" altLang="en-US" dirty="0"/>
              <a:t>소자</a:t>
            </a:r>
            <a:r>
              <a:rPr lang="en-US" altLang="ko-KR" dirty="0"/>
              <a:t>: </a:t>
            </a:r>
            <a:r>
              <a:rPr lang="el-GR" altLang="ko-KR" dirty="0"/>
              <a:t>γ </a:t>
            </a:r>
            <a:r>
              <a:rPr lang="en-US" altLang="ko-KR" dirty="0"/>
              <a:t>= 2/3</a:t>
            </a:r>
          </a:p>
          <a:p>
            <a:pPr lvl="2"/>
            <a:r>
              <a:rPr lang="ko-KR" altLang="en-US" dirty="0"/>
              <a:t>짧은 채널</a:t>
            </a:r>
            <a:r>
              <a:rPr lang="en-US" altLang="ko-KR" dirty="0"/>
              <a:t>(Short-channel) </a:t>
            </a:r>
            <a:r>
              <a:rPr lang="ko-KR" altLang="en-US" dirty="0"/>
              <a:t>소자</a:t>
            </a:r>
            <a:r>
              <a:rPr lang="en-US" altLang="ko-KR" dirty="0"/>
              <a:t>: </a:t>
            </a:r>
            <a:r>
              <a:rPr lang="ko-KR" altLang="en-US" dirty="0"/>
              <a:t>핫 캐리어</a:t>
            </a:r>
            <a:r>
              <a:rPr lang="en-US" altLang="ko-KR" dirty="0"/>
              <a:t>(Hot-carrier) </a:t>
            </a:r>
            <a:r>
              <a:rPr lang="ko-KR" altLang="en-US" dirty="0"/>
              <a:t>및 속도 포화</a:t>
            </a:r>
            <a:r>
              <a:rPr lang="en-US" altLang="ko-KR" dirty="0"/>
              <a:t>(Velocity Saturation) </a:t>
            </a:r>
            <a:r>
              <a:rPr lang="ko-KR" altLang="en-US" dirty="0"/>
              <a:t>효과로 인해 </a:t>
            </a:r>
            <a:r>
              <a:rPr lang="el-GR" altLang="ko-KR" dirty="0"/>
              <a:t>γ ≈</a:t>
            </a:r>
            <a:r>
              <a:rPr lang="en-US" altLang="ko-KR" dirty="0"/>
              <a:t> 1 ~ 2 </a:t>
            </a:r>
            <a:r>
              <a:rPr lang="ko-KR" altLang="en-US" dirty="0"/>
              <a:t>수준으로 증가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FA4249-893F-4563-9AEB-1773DFFD4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64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25057EF-F9DF-42EC-AD2E-AE59DC7E3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5018" y="3028122"/>
            <a:ext cx="1508764" cy="381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93BCADB-F2D6-470F-A681-4D427DFC36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4412" y="4770899"/>
            <a:ext cx="3883175" cy="1950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4955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2C7E98-F30C-422B-B643-D9A0339B6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게이트 저항 </a:t>
            </a:r>
            <a:r>
              <a:rPr lang="ko-KR" altLang="en-US" dirty="0" err="1"/>
              <a:t>열잡음</a:t>
            </a:r>
            <a:r>
              <a:rPr lang="ko-KR" altLang="en-US" dirty="0"/>
              <a:t> 및 고주파 유도 잡음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398B4F-09F9-486E-9082-745A88A191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게이트 저항</a:t>
            </a:r>
            <a:r>
              <a:rPr lang="en-US" altLang="ko-KR" dirty="0"/>
              <a:t>(R</a:t>
            </a:r>
            <a:r>
              <a:rPr lang="en-US" altLang="ko-KR" baseline="-25000" dirty="0"/>
              <a:t>G</a:t>
            </a:r>
            <a:r>
              <a:rPr lang="en-US" altLang="ko-KR" dirty="0"/>
              <a:t>)</a:t>
            </a:r>
            <a:r>
              <a:rPr lang="ko-KR" altLang="en-US" dirty="0"/>
              <a:t>의 물리적 형성 및 분포 모델링</a:t>
            </a:r>
            <a:endParaRPr lang="en-US" altLang="ko-KR" dirty="0"/>
          </a:p>
          <a:p>
            <a:pPr lvl="1"/>
            <a:r>
              <a:rPr lang="ko-KR" altLang="en-US" dirty="0" err="1"/>
              <a:t>폴리실리콘</a:t>
            </a:r>
            <a:r>
              <a:rPr lang="ko-KR" altLang="en-US" dirty="0"/>
              <a:t> 게이트 전극 자체의 </a:t>
            </a:r>
            <a:r>
              <a:rPr lang="ko-KR" altLang="en-US" dirty="0" err="1"/>
              <a:t>면저항</a:t>
            </a:r>
            <a:r>
              <a:rPr lang="en-US" altLang="ko-KR" dirty="0"/>
              <a:t>(</a:t>
            </a:r>
            <a:r>
              <a:rPr lang="en-US" altLang="ko-KR" i="1" dirty="0"/>
              <a:t>R</a:t>
            </a:r>
            <a:r>
              <a:rPr lang="en-US" altLang="ko-KR" baseline="-25000" dirty="0"/>
              <a:t>□</a:t>
            </a:r>
            <a:r>
              <a:rPr lang="en-US" altLang="ko-KR" dirty="0"/>
              <a:t>)</a:t>
            </a:r>
            <a:r>
              <a:rPr lang="ko-KR" altLang="en-US" dirty="0"/>
              <a:t>에 의해 물리적 게이트 저항이 형성됨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분포 </a:t>
            </a:r>
            <a:r>
              <a:rPr lang="en-US" altLang="ko-KR" i="1" dirty="0"/>
              <a:t>RC</a:t>
            </a:r>
            <a:r>
              <a:rPr lang="en-US" altLang="ko-KR" dirty="0"/>
              <a:t> </a:t>
            </a:r>
            <a:r>
              <a:rPr lang="ko-KR" altLang="en-US" dirty="0"/>
              <a:t>회로망의 집적 등가 모델 </a:t>
            </a:r>
            <a:r>
              <a:rPr lang="en-US" altLang="ko-KR" dirty="0"/>
              <a:t>(Lumped Model)</a:t>
            </a:r>
          </a:p>
          <a:p>
            <a:pPr lvl="1"/>
            <a:r>
              <a:rPr lang="ko-KR" altLang="en-US" dirty="0"/>
              <a:t>게이트 저항이 채널 폭 전체에 분포되어 있으므로</a:t>
            </a:r>
            <a:r>
              <a:rPr lang="en-US" altLang="ko-KR" dirty="0"/>
              <a:t>, </a:t>
            </a:r>
            <a:r>
              <a:rPr lang="ko-KR" altLang="en-US" dirty="0"/>
              <a:t>단일 단자 콘택트 시 등가 집적 저항은 </a:t>
            </a:r>
            <a:r>
              <a:rPr lang="en-US" altLang="ko-KR" dirty="0"/>
              <a:t>R</a:t>
            </a:r>
            <a:r>
              <a:rPr lang="en-US" altLang="ko-KR" baseline="-25000" dirty="0"/>
              <a:t>G</a:t>
            </a:r>
            <a:r>
              <a:rPr lang="en-US" altLang="ko-KR" dirty="0"/>
              <a:t>/3</a:t>
            </a:r>
            <a:r>
              <a:rPr lang="ko-KR" altLang="en-US" dirty="0"/>
              <a:t>로 감소함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등가 게이트 저항 </a:t>
            </a:r>
            <a:r>
              <a:rPr lang="ko-KR" altLang="en-US" dirty="0" err="1"/>
              <a:t>열잡음</a:t>
            </a:r>
            <a:r>
              <a:rPr lang="ko-KR" altLang="en-US" dirty="0"/>
              <a:t> </a:t>
            </a:r>
            <a:r>
              <a:rPr lang="en-US" altLang="ko-KR" dirty="0"/>
              <a:t>PSD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EDB4EA-C84C-4CC4-9F28-D4F13922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65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50388A6-C357-47CD-A003-78194AF60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9051" y="2231391"/>
            <a:ext cx="1453898" cy="58826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66EFF68-4EB9-4F96-980A-2C047E9A8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441" y="4414231"/>
            <a:ext cx="1868428" cy="59131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7492BF1-2005-4AB0-8259-3ACBA45C0DB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514"/>
          <a:stretch/>
        </p:blipFill>
        <p:spPr>
          <a:xfrm>
            <a:off x="3219721" y="5005545"/>
            <a:ext cx="5752557" cy="169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07485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B41801-C294-4DD8-BBBC-A70502498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50EABD-C8A1-4445-937E-5B3364796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ko-KR" altLang="en-US" dirty="0" err="1"/>
              <a:t>저잡음</a:t>
            </a:r>
            <a:r>
              <a:rPr lang="ko-KR" altLang="en-US" dirty="0"/>
              <a:t> 레이아웃 가이드라인</a:t>
            </a:r>
            <a:endParaRPr lang="en-US" altLang="ko-KR" dirty="0"/>
          </a:p>
          <a:p>
            <a:pPr lvl="1"/>
            <a:r>
              <a:rPr lang="ko-KR" altLang="en-US" b="0" i="0" dirty="0">
                <a:solidFill>
                  <a:srgbClr val="303030"/>
                </a:solidFill>
                <a:effectLst/>
                <a:latin typeface="Google Sans Text"/>
              </a:rPr>
              <a:t>게이트 저항 잡음이 채널 열잡음보다 훨씬 작아야 함</a:t>
            </a:r>
            <a:endParaRPr lang="en-US" altLang="ko-KR" b="0" i="0" dirty="0">
              <a:solidFill>
                <a:srgbClr val="303030"/>
              </a:solidFill>
              <a:effectLst/>
              <a:latin typeface="Google Sans Text"/>
            </a:endParaRPr>
          </a:p>
          <a:p>
            <a:pPr lvl="1"/>
            <a:endParaRPr lang="en-US" altLang="ko-KR" dirty="0">
              <a:solidFill>
                <a:srgbClr val="303030"/>
              </a:solidFill>
              <a:latin typeface="Google Sans Text"/>
            </a:endParaRPr>
          </a:p>
          <a:p>
            <a:pPr lvl="1"/>
            <a:endParaRPr lang="en-US" altLang="ko-KR" dirty="0">
              <a:solidFill>
                <a:srgbClr val="303030"/>
              </a:solidFill>
              <a:latin typeface="Google Sans Text"/>
            </a:endParaRPr>
          </a:p>
          <a:p>
            <a:r>
              <a:rPr lang="ko-KR" altLang="en-US" dirty="0"/>
              <a:t>게이트 유도 잡음 </a:t>
            </a:r>
            <a:r>
              <a:rPr lang="en-US" altLang="ko-KR" dirty="0"/>
              <a:t>(Gate-Induced Noise)</a:t>
            </a:r>
          </a:p>
          <a:p>
            <a:pPr lvl="1"/>
            <a:r>
              <a:rPr lang="ko-KR" altLang="en-US" dirty="0" err="1"/>
              <a:t>극고주파</a:t>
            </a:r>
            <a:r>
              <a:rPr lang="ko-KR" altLang="en-US" dirty="0"/>
              <a:t> 대역에서 채널의 </a:t>
            </a:r>
            <a:r>
              <a:rPr lang="ko-KR" altLang="en-US" dirty="0" err="1"/>
              <a:t>열잡음</a:t>
            </a:r>
            <a:r>
              <a:rPr lang="ko-KR" altLang="en-US" dirty="0"/>
              <a:t> 전류가 게이트</a:t>
            </a:r>
            <a:r>
              <a:rPr lang="en-US" altLang="ko-KR" dirty="0"/>
              <a:t>-</a:t>
            </a:r>
            <a:r>
              <a:rPr lang="ko-KR" altLang="en-US" dirty="0"/>
              <a:t>채널 간 </a:t>
            </a:r>
            <a:r>
              <a:rPr lang="ko-KR" altLang="en-US" dirty="0" err="1"/>
              <a:t>산화막</a:t>
            </a:r>
            <a:r>
              <a:rPr lang="ko-KR" altLang="en-US" dirty="0"/>
              <a:t> </a:t>
            </a:r>
            <a:r>
              <a:rPr lang="ko-KR" altLang="en-US" dirty="0" err="1"/>
              <a:t>커패시턴스를</a:t>
            </a:r>
            <a:r>
              <a:rPr lang="ko-KR" altLang="en-US" dirty="0"/>
              <a:t> 통해 </a:t>
            </a:r>
            <a:r>
              <a:rPr lang="ko-KR" altLang="en-US" dirty="0" err="1"/>
              <a:t>용량성</a:t>
            </a:r>
            <a:r>
              <a:rPr lang="ko-KR" altLang="en-US" dirty="0"/>
              <a:t> 결합</a:t>
            </a:r>
            <a:r>
              <a:rPr lang="en-US" altLang="ko-KR" dirty="0"/>
              <a:t>(Capacitive Coupling)</a:t>
            </a:r>
            <a:r>
              <a:rPr lang="ko-KR" altLang="en-US" dirty="0"/>
              <a:t>되어 게이트 전류 잡음 </a:t>
            </a:r>
            <a:r>
              <a:rPr lang="en-US" altLang="ko-KR" i="1" dirty="0"/>
              <a:t>I</a:t>
            </a:r>
            <a:r>
              <a:rPr lang="en-US" altLang="ko-KR" baseline="-25000" dirty="0"/>
              <a:t>G</a:t>
            </a:r>
            <a:r>
              <a:rPr lang="en-US" altLang="ko-KR" baseline="30000" dirty="0"/>
              <a:t>2</a:t>
            </a:r>
            <a:r>
              <a:rPr lang="ko-KR" altLang="en-US" dirty="0"/>
              <a:t>를 유발함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657080-990F-4FC0-8182-2B92A97A5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66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CD4544A-1DC4-4B83-A439-0E3E81A7C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158" y="2354578"/>
            <a:ext cx="2011684" cy="64008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78A07E1-ED8D-4E5D-A849-78E73CB01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47" y="4392411"/>
            <a:ext cx="2301740" cy="2171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39913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580B7D-1859-4A21-A67F-C726B2F16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MOSFET </a:t>
            </a:r>
            <a:r>
              <a:rPr lang="ko-KR" altLang="en-US" dirty="0" err="1"/>
              <a:t>플리커</a:t>
            </a:r>
            <a:r>
              <a:rPr lang="ko-KR" altLang="en-US" dirty="0"/>
              <a:t> 잡음 </a:t>
            </a:r>
            <a:r>
              <a:rPr lang="en-US" altLang="ko-KR" dirty="0"/>
              <a:t>(Flicker 1/</a:t>
            </a:r>
            <a:r>
              <a:rPr lang="en-US" altLang="ko-KR" i="1" dirty="0"/>
              <a:t>f</a:t>
            </a:r>
            <a:r>
              <a:rPr lang="en-US" altLang="ko-KR" dirty="0"/>
              <a:t> Noise)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5DEC4B-E8AE-489F-831C-8BE56E3A5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물리적 메커니즘</a:t>
            </a:r>
            <a:endParaRPr lang="en-US" altLang="ko-KR" dirty="0"/>
          </a:p>
          <a:p>
            <a:pPr lvl="1"/>
            <a:r>
              <a:rPr lang="ko-KR" altLang="en-US" dirty="0"/>
              <a:t>실리콘 기판과 게이트 </a:t>
            </a:r>
            <a:r>
              <a:rPr lang="ko-KR" altLang="en-US" dirty="0" err="1"/>
              <a:t>산화막</a:t>
            </a:r>
            <a:r>
              <a:rPr lang="ko-KR" altLang="en-US" dirty="0"/>
              <a:t> 계면</a:t>
            </a:r>
            <a:r>
              <a:rPr lang="en-US" altLang="ko-KR" dirty="0"/>
              <a:t>(Si-SiO</a:t>
            </a:r>
            <a:r>
              <a:rPr lang="en-US" altLang="ko-KR" baseline="-25000" dirty="0"/>
              <a:t>2</a:t>
            </a:r>
            <a:r>
              <a:rPr lang="en-US" altLang="ko-KR" dirty="0"/>
              <a:t> interface)</a:t>
            </a:r>
            <a:r>
              <a:rPr lang="ko-KR" altLang="en-US" dirty="0"/>
              <a:t>의 불완전한 결합</a:t>
            </a:r>
            <a:r>
              <a:rPr lang="en-US" altLang="ko-KR" dirty="0"/>
              <a:t>(Dangling Bonds / Surface States)</a:t>
            </a:r>
            <a:r>
              <a:rPr lang="ko-KR" altLang="en-US" dirty="0"/>
              <a:t>에 의해 캐리어가 무작위로 포획 및 방출</a:t>
            </a:r>
            <a:r>
              <a:rPr lang="en-US" altLang="ko-KR" dirty="0"/>
              <a:t>(Trapping &amp; </a:t>
            </a:r>
            <a:r>
              <a:rPr lang="en-US" altLang="ko-KR" dirty="0" err="1"/>
              <a:t>Detrapping</a:t>
            </a:r>
            <a:r>
              <a:rPr lang="en-US" altLang="ko-KR" dirty="0"/>
              <a:t>)</a:t>
            </a:r>
            <a:r>
              <a:rPr lang="ko-KR" altLang="en-US" dirty="0"/>
              <a:t>되는 현상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MOS vs PMOS: PMOS</a:t>
            </a:r>
            <a:r>
              <a:rPr lang="ko-KR" altLang="en-US" dirty="0"/>
              <a:t>는 캐리어</a:t>
            </a:r>
            <a:r>
              <a:rPr lang="en-US" altLang="ko-KR" dirty="0"/>
              <a:t>(</a:t>
            </a:r>
            <a:r>
              <a:rPr lang="ko-KR" altLang="en-US" dirty="0"/>
              <a:t>홀</a:t>
            </a:r>
            <a:r>
              <a:rPr lang="en-US" altLang="ko-KR" dirty="0"/>
              <a:t>)</a:t>
            </a:r>
            <a:r>
              <a:rPr lang="ko-KR" altLang="en-US" dirty="0"/>
              <a:t>가 계면 아래쪽</a:t>
            </a:r>
            <a:r>
              <a:rPr lang="en-US" altLang="ko-KR" dirty="0"/>
              <a:t>(Buried Channel)</a:t>
            </a:r>
            <a:r>
              <a:rPr lang="ko-KR" altLang="en-US" dirty="0"/>
              <a:t>으로 이동하므로 표면 상태 영향이 적어 </a:t>
            </a:r>
            <a:r>
              <a:rPr lang="en-US" altLang="ko-KR" dirty="0"/>
              <a:t>1/</a:t>
            </a:r>
            <a:r>
              <a:rPr lang="en-US" altLang="ko-KR" i="1" dirty="0"/>
              <a:t>f</a:t>
            </a:r>
            <a:r>
              <a:rPr lang="en-US" altLang="ko-KR" dirty="0"/>
              <a:t> </a:t>
            </a:r>
            <a:r>
              <a:rPr lang="ko-KR" altLang="en-US" dirty="0"/>
              <a:t>잡음 계수 </a:t>
            </a:r>
            <a:r>
              <a:rPr lang="en-US" altLang="ko-KR" i="1" dirty="0"/>
              <a:t>K</a:t>
            </a:r>
            <a:r>
              <a:rPr lang="ko-KR" altLang="en-US" dirty="0"/>
              <a:t>가 </a:t>
            </a:r>
            <a:r>
              <a:rPr lang="en-US" altLang="ko-KR" dirty="0"/>
              <a:t>NMOS</a:t>
            </a:r>
            <a:r>
              <a:rPr lang="ko-KR" altLang="en-US" dirty="0"/>
              <a:t>보다 작음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게이트 입력 등가 전압 </a:t>
            </a:r>
            <a:r>
              <a:rPr lang="en-US" altLang="ko-KR" dirty="0"/>
              <a:t>PSD </a:t>
            </a:r>
            <a:r>
              <a:rPr lang="ko-KR" altLang="en-US" dirty="0"/>
              <a:t>공식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C60B3E-E9F4-4AAE-B666-FE8B119E6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67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A3BE4C6-336F-4E14-82EF-69CFF95B8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151" y="4120455"/>
            <a:ext cx="2343916" cy="637034"/>
          </a:xfrm>
          <a:prstGeom prst="rect">
            <a:avLst/>
          </a:prstGeom>
        </p:spPr>
      </p:pic>
      <p:pic>
        <p:nvPicPr>
          <p:cNvPr id="2050" name="Picture 2" descr="3.1 Silicon Dangling Bonds">
            <a:extLst>
              <a:ext uri="{FF2B5EF4-FFF2-40B4-BE49-F238E27FC236}">
                <a16:creationId xmlns:a16="http://schemas.microsoft.com/office/drawing/2014/main" id="{95A700C5-F5C5-4FB6-A1B7-C891D187B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9821" y="4243388"/>
            <a:ext cx="2105025" cy="193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419810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833169-9659-4F01-AF93-EBAD55CAA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2.17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A5B45E-70EC-43A2-AB18-037D65A00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 문제</a:t>
            </a:r>
            <a:endParaRPr lang="en-US" altLang="ko-KR" dirty="0"/>
          </a:p>
          <a:p>
            <a:pPr lvl="1"/>
            <a:r>
              <a:rPr lang="ko-KR" altLang="en-US" dirty="0"/>
              <a:t>게이트 입력 직렬 전압원으로 </a:t>
            </a:r>
            <a:r>
              <a:rPr lang="ko-KR" altLang="en-US" dirty="0" err="1"/>
              <a:t>모델링되는</a:t>
            </a:r>
            <a:r>
              <a:rPr lang="ko-KR" altLang="en-US" dirty="0"/>
              <a:t> </a:t>
            </a:r>
            <a:r>
              <a:rPr lang="ko-KR" altLang="en-US" dirty="0" err="1"/>
              <a:t>플리커</a:t>
            </a:r>
            <a:r>
              <a:rPr lang="ko-KR" altLang="en-US" dirty="0"/>
              <a:t> 잡음을 </a:t>
            </a:r>
            <a:r>
              <a:rPr lang="ko-KR" altLang="en-US" dirty="0" err="1"/>
              <a:t>드레인</a:t>
            </a:r>
            <a:r>
              <a:rPr lang="en-US" altLang="ko-KR" dirty="0"/>
              <a:t>-</a:t>
            </a:r>
            <a:r>
              <a:rPr lang="ko-KR" altLang="en-US" dirty="0"/>
              <a:t>소스 간 </a:t>
            </a:r>
            <a:r>
              <a:rPr lang="ko-KR" altLang="en-US" dirty="0" err="1"/>
              <a:t>전류원</a:t>
            </a:r>
            <a:r>
              <a:rPr lang="ko-KR" altLang="en-US" dirty="0"/>
              <a:t> 모델로 변환하여 표현할 수 있는가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풀이</a:t>
            </a:r>
            <a:endParaRPr lang="en-US" altLang="ko-KR" dirty="0"/>
          </a:p>
          <a:p>
            <a:pPr lvl="1"/>
            <a:r>
              <a:rPr lang="ko-KR" altLang="en-US" dirty="0"/>
              <a:t>게이트 직렬 </a:t>
            </a:r>
            <a:r>
              <a:rPr lang="ko-KR" altLang="en-US" dirty="0" err="1"/>
              <a:t>소신호</a:t>
            </a:r>
            <a:r>
              <a:rPr lang="ko-KR" altLang="en-US" dirty="0"/>
              <a:t> 잡음 전압 </a:t>
            </a:r>
            <a:r>
              <a:rPr lang="en-US" altLang="ko-KR" i="1" dirty="0"/>
              <a:t>V</a:t>
            </a:r>
            <a:r>
              <a:rPr lang="en-US" altLang="ko-KR" baseline="-25000" dirty="0"/>
              <a:t>1</a:t>
            </a:r>
            <a:r>
              <a:rPr lang="ko-KR" altLang="en-US" dirty="0"/>
              <a:t>을 갖는 </a:t>
            </a:r>
            <a:r>
              <a:rPr lang="en-US" altLang="ko-KR" dirty="0"/>
              <a:t>MOSFET</a:t>
            </a:r>
            <a:r>
              <a:rPr lang="ko-KR" altLang="en-US" dirty="0"/>
              <a:t>은 </a:t>
            </a:r>
            <a:r>
              <a:rPr lang="ko-KR" altLang="en-US" dirty="0" err="1"/>
              <a:t>소신호</a:t>
            </a:r>
            <a:r>
              <a:rPr lang="ko-KR" altLang="en-US" dirty="0"/>
              <a:t> </a:t>
            </a:r>
            <a:r>
              <a:rPr lang="ko-KR" altLang="en-US" dirty="0" err="1"/>
              <a:t>트랜스컨덕턴스</a:t>
            </a:r>
            <a:r>
              <a:rPr lang="ko-KR" altLang="en-US" dirty="0"/>
              <a:t> </a:t>
            </a:r>
            <a:r>
              <a:rPr lang="en-US" altLang="ko-KR" i="1" dirty="0"/>
              <a:t>g</a:t>
            </a:r>
            <a:r>
              <a:rPr lang="en-US" altLang="ko-KR" baseline="-25000" dirty="0"/>
              <a:t>m</a:t>
            </a:r>
            <a:r>
              <a:rPr lang="ko-KR" altLang="en-US" dirty="0"/>
              <a:t>을 통해 </a:t>
            </a:r>
            <a:r>
              <a:rPr lang="ko-KR" altLang="en-US" dirty="0" err="1"/>
              <a:t>드레인과</a:t>
            </a:r>
            <a:r>
              <a:rPr lang="ko-KR" altLang="en-US" dirty="0"/>
              <a:t> 소스 사이에 연결된 </a:t>
            </a:r>
            <a:r>
              <a:rPr lang="ko-KR" altLang="en-US" dirty="0" err="1"/>
              <a:t>전류원</a:t>
            </a:r>
            <a:r>
              <a:rPr lang="ko-KR" altLang="en-US" dirty="0"/>
              <a:t> </a:t>
            </a:r>
            <a:r>
              <a:rPr lang="en-US" altLang="ko-KR" i="1" dirty="0"/>
              <a:t>g</a:t>
            </a:r>
            <a:r>
              <a:rPr lang="en-US" altLang="ko-KR" baseline="-25000" dirty="0"/>
              <a:t>m</a:t>
            </a:r>
            <a:r>
              <a:rPr lang="en-US" altLang="ko-KR" i="1" dirty="0"/>
              <a:t>V</a:t>
            </a:r>
            <a:r>
              <a:rPr lang="en-US" altLang="ko-KR" baseline="-25000" dirty="0"/>
              <a:t>1</a:t>
            </a:r>
            <a:r>
              <a:rPr lang="ko-KR" altLang="en-US" dirty="0"/>
              <a:t>과 완벽히 동등함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757D52-59FC-47D3-868D-E8F167135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68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A7C0AA4-5507-4BCE-9B0C-FF43A204E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52" y="4094688"/>
            <a:ext cx="3523496" cy="63703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6E58D20-6AD3-4685-952F-49F9E727C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918" y="5053110"/>
            <a:ext cx="3858163" cy="156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40599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DEA001-7149-4B25-AE65-84F9FB9CE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err="1"/>
              <a:t>플리커</a:t>
            </a:r>
            <a:r>
              <a:rPr lang="ko-KR" altLang="en-US" dirty="0"/>
              <a:t> 잡음 코너 주파수 </a:t>
            </a:r>
            <a:r>
              <a:rPr lang="en-US" altLang="ko-KR" dirty="0"/>
              <a:t>(1/</a:t>
            </a:r>
            <a:r>
              <a:rPr lang="en-US" altLang="ko-KR" i="1" dirty="0"/>
              <a:t>f</a:t>
            </a:r>
            <a:r>
              <a:rPr lang="en-US" altLang="ko-KR" dirty="0"/>
              <a:t> Noise Corner Frequency, </a:t>
            </a:r>
            <a:r>
              <a:rPr lang="en-US" altLang="ko-KR" i="1" dirty="0"/>
              <a:t>f</a:t>
            </a:r>
            <a:r>
              <a:rPr lang="en-US" altLang="ko-KR" baseline="-25000" dirty="0"/>
              <a:t>c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50A247-2FFE-4734-B636-868B98784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코너 주파수 </a:t>
            </a:r>
            <a:r>
              <a:rPr lang="en-US" altLang="ko-KR" dirty="0"/>
              <a:t>(</a:t>
            </a:r>
            <a:r>
              <a:rPr lang="en-US" altLang="ko-KR" i="1" dirty="0"/>
              <a:t>f</a:t>
            </a:r>
            <a:r>
              <a:rPr lang="en-US" altLang="ko-KR" baseline="-25000" dirty="0"/>
              <a:t>c</a:t>
            </a:r>
            <a:r>
              <a:rPr lang="en-US" altLang="ko-KR" dirty="0"/>
              <a:t>)</a:t>
            </a:r>
            <a:r>
              <a:rPr lang="ko-KR" altLang="en-US" dirty="0"/>
              <a:t>의 정의</a:t>
            </a:r>
            <a:endParaRPr lang="en-US" altLang="ko-KR" dirty="0"/>
          </a:p>
          <a:p>
            <a:pPr lvl="1"/>
            <a:r>
              <a:rPr lang="ko-KR" altLang="en-US" dirty="0"/>
              <a:t>저주파 영역에서 우세한 </a:t>
            </a:r>
            <a:r>
              <a:rPr lang="en-US" altLang="ko-KR" dirty="0"/>
              <a:t>1/</a:t>
            </a:r>
            <a:r>
              <a:rPr lang="en-US" altLang="ko-KR" i="1" dirty="0"/>
              <a:t>f</a:t>
            </a:r>
            <a:r>
              <a:rPr lang="en-US" altLang="ko-KR" dirty="0"/>
              <a:t> </a:t>
            </a:r>
            <a:r>
              <a:rPr lang="ko-KR" altLang="en-US" dirty="0" err="1"/>
              <a:t>플리커</a:t>
            </a:r>
            <a:r>
              <a:rPr lang="ko-KR" altLang="en-US" dirty="0"/>
              <a:t> 잡음 </a:t>
            </a:r>
            <a:r>
              <a:rPr lang="en-US" altLang="ko-KR" dirty="0"/>
              <a:t>PSD</a:t>
            </a:r>
            <a:r>
              <a:rPr lang="ko-KR" altLang="en-US" dirty="0"/>
              <a:t>와 고주파 영역의 백색 채널 </a:t>
            </a:r>
            <a:r>
              <a:rPr lang="ko-KR" altLang="en-US" dirty="0" err="1"/>
              <a:t>열잡음</a:t>
            </a:r>
            <a:r>
              <a:rPr lang="en-US" altLang="ko-KR" dirty="0"/>
              <a:t>(White Thermal Noise) PSD</a:t>
            </a:r>
            <a:r>
              <a:rPr lang="ko-KR" altLang="en-US" dirty="0"/>
              <a:t>가 서로 만나는 교차점 주파수</a:t>
            </a:r>
            <a:endParaRPr lang="en-US" altLang="ko-KR" dirty="0"/>
          </a:p>
          <a:p>
            <a:r>
              <a:rPr lang="en-US" altLang="ko-KR" i="1" dirty="0"/>
              <a:t>f</a:t>
            </a:r>
            <a:r>
              <a:rPr lang="en-US" altLang="ko-KR" baseline="-25000" dirty="0"/>
              <a:t>c</a:t>
            </a:r>
            <a:r>
              <a:rPr lang="en-US" altLang="ko-KR" dirty="0"/>
              <a:t> </a:t>
            </a:r>
            <a:r>
              <a:rPr lang="ko-KR" altLang="en-US" dirty="0"/>
              <a:t>수학적 유도 과정</a:t>
            </a:r>
            <a:endParaRPr lang="en-US" altLang="ko-KR" dirty="0"/>
          </a:p>
          <a:p>
            <a:pPr lvl="1"/>
            <a:r>
              <a:rPr lang="ko-KR" altLang="en-US" dirty="0" err="1"/>
              <a:t>드레인</a:t>
            </a:r>
            <a:r>
              <a:rPr lang="ko-KR" altLang="en-US" dirty="0"/>
              <a:t> 등가 </a:t>
            </a:r>
            <a:r>
              <a:rPr lang="ko-KR" altLang="en-US" dirty="0" err="1"/>
              <a:t>플리커</a:t>
            </a:r>
            <a:r>
              <a:rPr lang="ko-KR" altLang="en-US" dirty="0"/>
              <a:t> 전류 </a:t>
            </a:r>
            <a:r>
              <a:rPr lang="en-US" altLang="ko-KR" dirty="0"/>
              <a:t>PSD</a:t>
            </a:r>
            <a:r>
              <a:rPr lang="ko-KR" altLang="en-US" dirty="0"/>
              <a:t>와 채널 </a:t>
            </a:r>
            <a:r>
              <a:rPr lang="ko-KR" altLang="en-US" dirty="0" err="1"/>
              <a:t>열잡음</a:t>
            </a:r>
            <a:r>
              <a:rPr lang="ko-KR" altLang="en-US" dirty="0"/>
              <a:t> 전류 </a:t>
            </a:r>
            <a:r>
              <a:rPr lang="en-US" altLang="ko-KR" dirty="0"/>
              <a:t>PSD</a:t>
            </a:r>
            <a:r>
              <a:rPr lang="ko-KR" altLang="en-US" dirty="0"/>
              <a:t>가 일치하는 주파수 </a:t>
            </a:r>
            <a:r>
              <a:rPr lang="en-US" altLang="ko-KR" i="1" dirty="0"/>
              <a:t>f</a:t>
            </a:r>
            <a:r>
              <a:rPr lang="en-US" altLang="ko-KR" dirty="0"/>
              <a:t> = </a:t>
            </a:r>
            <a:r>
              <a:rPr lang="en-US" altLang="ko-KR" i="1" dirty="0"/>
              <a:t>f</a:t>
            </a:r>
            <a:r>
              <a:rPr lang="en-US" altLang="ko-KR" baseline="-25000" dirty="0"/>
              <a:t>c</a:t>
            </a:r>
            <a:r>
              <a:rPr lang="en-US" altLang="ko-KR" dirty="0"/>
              <a:t> </a:t>
            </a:r>
            <a:r>
              <a:rPr lang="ko-KR" altLang="en-US" dirty="0"/>
              <a:t>설정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최종 코너 주파수 공식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3C1F9A-77C4-4B23-9F56-E9A52C0B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69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884DAE5-2652-4FCF-955B-A9BD042430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084" y="3778515"/>
            <a:ext cx="2825502" cy="63703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0B66FE0-34F6-43F3-B10D-0AAAAEF87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5084" y="4976215"/>
            <a:ext cx="2203708" cy="64008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76A4B53-6D84-4C51-A235-07B84A657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2113" y="3733029"/>
            <a:ext cx="3781953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44799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F209DA-FA82-42CB-90F2-51C64C93C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2.3.5 Representation of Noise in Circuits: </a:t>
            </a:r>
            <a:r>
              <a:rPr lang="ko-KR" altLang="en-US" dirty="0"/>
              <a:t>입력 환산 잡음 </a:t>
            </a:r>
            <a:r>
              <a:rPr lang="en-US" altLang="ko-KR" dirty="0"/>
              <a:t>(Input-Referred Noise)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E5EFF7-95D4-4A23-A871-9D5316A8A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 출력 잡음 측정의 한계 및 입력 환산 잡음의 필요성</a:t>
            </a:r>
          </a:p>
          <a:p>
            <a:pPr lvl="1"/>
            <a:r>
              <a:rPr lang="ko-KR" altLang="en-US" dirty="0"/>
              <a:t>실험실에서 측정 가능한 </a:t>
            </a:r>
            <a:r>
              <a:rPr lang="ko-KR" altLang="en-US" dirty="0" err="1"/>
              <a:t>물리량은</a:t>
            </a:r>
            <a:r>
              <a:rPr lang="ko-KR" altLang="en-US" dirty="0"/>
              <a:t> 출력 잡음 </a:t>
            </a:r>
            <a:r>
              <a:rPr lang="ko-KR" altLang="en-US" dirty="0" err="1"/>
              <a:t>전력뿐임</a:t>
            </a:r>
            <a:endParaRPr lang="en-US" altLang="ko-KR" dirty="0"/>
          </a:p>
          <a:p>
            <a:pPr lvl="1"/>
            <a:r>
              <a:rPr lang="ko-KR" altLang="en-US" dirty="0"/>
              <a:t>하지만 출력 잡음이 크다고 해서 그 회로가 더 잡음이 큰 회로라고 단정할 수 없음 </a:t>
            </a:r>
            <a:endParaRPr lang="en-US" altLang="ko-KR" dirty="0"/>
          </a:p>
          <a:p>
            <a:pPr lvl="2"/>
            <a:r>
              <a:rPr lang="ko-KR" altLang="en-US" dirty="0"/>
              <a:t>회로의 이득</a:t>
            </a:r>
            <a:r>
              <a:rPr lang="en-US" altLang="ko-KR" dirty="0"/>
              <a:t>(Gain)</a:t>
            </a:r>
            <a:r>
              <a:rPr lang="ko-KR" altLang="en-US" dirty="0"/>
              <a:t>이 높아서 출력 잡음이 크게 나타난 것일 수 있음</a:t>
            </a:r>
            <a:endParaRPr lang="en-US" altLang="ko-KR" dirty="0"/>
          </a:p>
          <a:p>
            <a:pPr lvl="1"/>
            <a:r>
              <a:rPr lang="ko-KR" altLang="en-US" dirty="0"/>
              <a:t>공정한 비교 기준</a:t>
            </a:r>
            <a:r>
              <a:rPr lang="en-US" altLang="ko-KR" dirty="0"/>
              <a:t>: </a:t>
            </a:r>
            <a:r>
              <a:rPr lang="ko-KR" altLang="en-US" dirty="0"/>
              <a:t>회로의 이득 효과를 제거하고</a:t>
            </a:r>
            <a:r>
              <a:rPr lang="en-US" altLang="ko-KR" dirty="0"/>
              <a:t>, </a:t>
            </a:r>
            <a:r>
              <a:rPr lang="ko-KR" altLang="en-US" dirty="0"/>
              <a:t>잡음의 영향을 입력단으로 환산</a:t>
            </a:r>
            <a:r>
              <a:rPr lang="en-US" altLang="ko-KR" dirty="0"/>
              <a:t>(Refer)</a:t>
            </a:r>
            <a:r>
              <a:rPr lang="ko-KR" altLang="en-US" dirty="0"/>
              <a:t>하여 평가해야 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AD21A0-E676-44A7-AA91-E36C2E81B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70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628665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AF3AB-A423-486B-82C1-9221D9EED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249569-B103-4568-B247-59B93D517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입력 환산 잡음의 </a:t>
            </a:r>
            <a:r>
              <a:rPr lang="en-US" altLang="ko-KR" dirty="0"/>
              <a:t>2-</a:t>
            </a:r>
            <a:r>
              <a:rPr lang="ko-KR" altLang="en-US" dirty="0"/>
              <a:t>원천 모델 </a:t>
            </a:r>
            <a:r>
              <a:rPr lang="en-US" altLang="ko-KR" dirty="0"/>
              <a:t>(Model A &amp; Model B) </a:t>
            </a:r>
          </a:p>
          <a:p>
            <a:pPr lvl="1"/>
            <a:r>
              <a:rPr lang="ko-KR" altLang="en-US" dirty="0"/>
              <a:t>회로 내부의 모든 잡음원을 제거한 </a:t>
            </a:r>
            <a:r>
              <a:rPr lang="ko-KR" altLang="en-US" dirty="0" err="1"/>
              <a:t>무잡음</a:t>
            </a:r>
            <a:r>
              <a:rPr lang="ko-KR" altLang="en-US" dirty="0"/>
              <a:t> 회로</a:t>
            </a:r>
            <a:r>
              <a:rPr lang="en-US" altLang="ko-KR" dirty="0"/>
              <a:t>(Noiseless Circuit)</a:t>
            </a:r>
            <a:r>
              <a:rPr lang="ko-KR" altLang="en-US" dirty="0"/>
              <a:t>의 입력단에 직렬 전압원과 병렬 전류원을 배치하여 등가 모델링함</a:t>
            </a:r>
            <a:endParaRPr lang="en-US" altLang="ko-KR" dirty="0"/>
          </a:p>
          <a:p>
            <a:pPr lvl="1"/>
            <a:r>
              <a:rPr lang="en-US" altLang="ko-KR" dirty="0"/>
              <a:t>1. </a:t>
            </a:r>
            <a:r>
              <a:rPr lang="ko-KR" altLang="en-US" dirty="0"/>
              <a:t>입력 환산 잡음 전압 </a:t>
            </a:r>
            <a:r>
              <a:rPr lang="en-US" altLang="ko-KR" dirty="0"/>
              <a:t>(</a:t>
            </a:r>
            <a:r>
              <a:rPr lang="en-US" altLang="ko-KR" i="1" dirty="0"/>
              <a:t>V</a:t>
            </a:r>
            <a:r>
              <a:rPr lang="en-US" altLang="ko-KR" baseline="30000" dirty="0"/>
              <a:t>2</a:t>
            </a:r>
            <a:r>
              <a:rPr lang="en-US" altLang="ko-KR" baseline="-25000" dirty="0"/>
              <a:t>n,in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구하는 법</a:t>
            </a:r>
            <a:r>
              <a:rPr lang="en-US" altLang="ko-KR" dirty="0"/>
              <a:t>: </a:t>
            </a:r>
            <a:r>
              <a:rPr lang="ko-KR" altLang="en-US" dirty="0"/>
              <a:t>입력단을 단락</a:t>
            </a:r>
            <a:r>
              <a:rPr lang="en-US" altLang="ko-KR" dirty="0"/>
              <a:t>(Short, </a:t>
            </a:r>
            <a:r>
              <a:rPr lang="en-US" altLang="ko-KR" i="1" dirty="0"/>
              <a:t>Z</a:t>
            </a:r>
            <a:r>
              <a:rPr lang="en-US" altLang="ko-KR" baseline="-25000" dirty="0"/>
              <a:t>S</a:t>
            </a:r>
            <a:r>
              <a:rPr lang="en-US" altLang="ko-KR" dirty="0"/>
              <a:t> = 0)</a:t>
            </a:r>
            <a:r>
              <a:rPr lang="ko-KR" altLang="en-US" dirty="0"/>
              <a:t>시킨 후</a:t>
            </a:r>
            <a:r>
              <a:rPr lang="en-US" altLang="ko-KR" dirty="0"/>
              <a:t>, </a:t>
            </a:r>
            <a:r>
              <a:rPr lang="ko-KR" altLang="en-US" dirty="0"/>
              <a:t>출력 잡음 전압을 측정하여 전압 이득의 제곱</a:t>
            </a:r>
            <a:r>
              <a:rPr lang="en-US" altLang="ko-KR" dirty="0"/>
              <a:t>(</a:t>
            </a:r>
            <a:r>
              <a:rPr lang="en-US" altLang="ko-KR" i="1" dirty="0"/>
              <a:t>A</a:t>
            </a:r>
            <a:r>
              <a:rPr lang="en-US" altLang="ko-KR" baseline="-25000" dirty="0"/>
              <a:t>v</a:t>
            </a:r>
            <a:r>
              <a:rPr lang="en-US" altLang="ko-KR" baseline="30000" dirty="0"/>
              <a:t>2</a:t>
            </a:r>
            <a:r>
              <a:rPr lang="en-US" altLang="ko-KR" dirty="0"/>
              <a:t>)</a:t>
            </a:r>
            <a:r>
              <a:rPr lang="ko-KR" altLang="en-US" dirty="0"/>
              <a:t>으로 나눔</a:t>
            </a:r>
            <a:endParaRPr lang="en-US" altLang="ko-KR" dirty="0"/>
          </a:p>
          <a:p>
            <a:pPr lvl="1"/>
            <a:r>
              <a:rPr lang="en-US" altLang="ko-KR" dirty="0"/>
              <a:t>2. </a:t>
            </a:r>
            <a:r>
              <a:rPr lang="ko-KR" altLang="en-US" dirty="0"/>
              <a:t>입력 환산 잡음 전류 </a:t>
            </a:r>
            <a:r>
              <a:rPr lang="en-US" altLang="ko-KR" dirty="0"/>
              <a:t>(</a:t>
            </a:r>
            <a:r>
              <a:rPr lang="en-US" altLang="ko-KR" i="1" dirty="0"/>
              <a:t>I</a:t>
            </a:r>
            <a:r>
              <a:rPr lang="en-US" altLang="ko-KR" baseline="30000" dirty="0"/>
              <a:t>2</a:t>
            </a:r>
            <a:r>
              <a:rPr lang="en-US" altLang="ko-KR" baseline="-25000" dirty="0"/>
              <a:t>n,in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구하는 법</a:t>
            </a:r>
            <a:r>
              <a:rPr lang="en-US" altLang="ko-KR" dirty="0"/>
              <a:t>: </a:t>
            </a:r>
            <a:r>
              <a:rPr lang="ko-KR" altLang="en-US" dirty="0"/>
              <a:t>입력단을 개방</a:t>
            </a:r>
            <a:r>
              <a:rPr lang="en-US" altLang="ko-KR" dirty="0"/>
              <a:t>(Open, </a:t>
            </a:r>
            <a:r>
              <a:rPr lang="en-US" altLang="ko-KR" i="1" dirty="0"/>
              <a:t>Z</a:t>
            </a:r>
            <a:r>
              <a:rPr lang="en-US" altLang="ko-KR" baseline="-25000" dirty="0"/>
              <a:t>S</a:t>
            </a:r>
            <a:r>
              <a:rPr lang="en-US" altLang="ko-KR" dirty="0"/>
              <a:t> = ∞)</a:t>
            </a:r>
            <a:r>
              <a:rPr lang="ko-KR" altLang="en-US" dirty="0"/>
              <a:t>시킨 후</a:t>
            </a:r>
            <a:r>
              <a:rPr lang="en-US" altLang="ko-KR" dirty="0"/>
              <a:t>, </a:t>
            </a:r>
            <a:r>
              <a:rPr lang="ko-KR" altLang="en-US" dirty="0"/>
              <a:t>출력 잡음 전압을 측정하여 </a:t>
            </a:r>
            <a:r>
              <a:rPr lang="ko-KR" altLang="en-US" dirty="0" err="1"/>
              <a:t>트랜스임피던스</a:t>
            </a:r>
            <a:r>
              <a:rPr lang="ko-KR" altLang="en-US" dirty="0"/>
              <a:t> 이득의 제곱</a:t>
            </a:r>
            <a:r>
              <a:rPr lang="en-US" altLang="ko-KR" dirty="0"/>
              <a:t>(A</a:t>
            </a:r>
            <a:r>
              <a:rPr lang="en-US" altLang="ko-KR" baseline="-25000" dirty="0"/>
              <a:t>ZT</a:t>
            </a:r>
            <a:r>
              <a:rPr lang="en-US" altLang="ko-KR" baseline="30000" dirty="0"/>
              <a:t>2</a:t>
            </a:r>
            <a:r>
              <a:rPr lang="en-US" altLang="ko-KR" dirty="0"/>
              <a:t>)</a:t>
            </a:r>
            <a:r>
              <a:rPr lang="ko-KR" altLang="en-US" dirty="0"/>
              <a:t>으로 나눔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35A9DE-CBE5-47AE-BAE3-FCF7BCA7D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71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0D7766E-70A6-4C3A-B0C7-027C4C6B0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1084" y="4847961"/>
            <a:ext cx="5369831" cy="141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68288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24009B-DEED-4465-ACE4-795C83788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잡음 지수 </a:t>
            </a:r>
            <a:r>
              <a:rPr lang="en-US" altLang="ko-KR" dirty="0"/>
              <a:t>(Noise Figure, NF)</a:t>
            </a:r>
            <a:r>
              <a:rPr lang="ko-KR" altLang="en-US" dirty="0"/>
              <a:t>의 정밀 정의 및 유도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CA1C3E-1094-4389-AEE9-B915B04A5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잡음 지수</a:t>
            </a:r>
            <a:r>
              <a:rPr lang="en-US" altLang="ko-KR" dirty="0"/>
              <a:t>(NF)</a:t>
            </a:r>
            <a:r>
              <a:rPr lang="ko-KR" altLang="en-US" dirty="0"/>
              <a:t>의 개념적 정의</a:t>
            </a:r>
            <a:endParaRPr lang="en-US" altLang="ko-KR" dirty="0"/>
          </a:p>
          <a:p>
            <a:pPr lvl="1"/>
            <a:r>
              <a:rPr lang="ko-KR" altLang="en-US" dirty="0"/>
              <a:t>신호가 회로를 통과할 때 신호 대 </a:t>
            </a:r>
            <a:r>
              <a:rPr lang="ko-KR" altLang="en-US" dirty="0" err="1"/>
              <a:t>잡음비</a:t>
            </a:r>
            <a:r>
              <a:rPr lang="en-US" altLang="ko-KR" dirty="0"/>
              <a:t>(SNR)</a:t>
            </a:r>
            <a:r>
              <a:rPr lang="ko-KR" altLang="en-US" dirty="0"/>
              <a:t>가 얼마나 열화</a:t>
            </a:r>
            <a:r>
              <a:rPr lang="en-US" altLang="ko-KR" dirty="0"/>
              <a:t>(Degrade)</a:t>
            </a:r>
            <a:r>
              <a:rPr lang="ko-KR" altLang="en-US" dirty="0"/>
              <a:t>되는가를 나타내는 척도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 err="1"/>
              <a:t>무잡음</a:t>
            </a:r>
            <a:r>
              <a:rPr lang="ko-KR" altLang="en-US" dirty="0"/>
              <a:t> 회로의 경우 </a:t>
            </a:r>
            <a:r>
              <a:rPr lang="en-US" altLang="ko-KR" i="1" dirty="0" err="1"/>
              <a:t>SNR</a:t>
            </a:r>
            <a:r>
              <a:rPr lang="en-US" altLang="ko-KR" baseline="-25000" dirty="0" err="1"/>
              <a:t>in</a:t>
            </a:r>
            <a:r>
              <a:rPr lang="en-US" altLang="ko-KR" dirty="0"/>
              <a:t> = </a:t>
            </a:r>
            <a:r>
              <a:rPr lang="en-US" altLang="ko-KR" i="1" dirty="0" err="1"/>
              <a:t>SNR</a:t>
            </a:r>
            <a:r>
              <a:rPr lang="en-US" altLang="ko-KR" baseline="-25000" dirty="0" err="1"/>
              <a:t>out</a:t>
            </a:r>
            <a:r>
              <a:rPr lang="en-US" altLang="ko-KR" dirty="0"/>
              <a:t> </a:t>
            </a:r>
            <a:r>
              <a:rPr lang="ko-KR" altLang="en-US" dirty="0"/>
              <a:t>이므로 </a:t>
            </a:r>
            <a:r>
              <a:rPr lang="en-US" altLang="ko-KR" i="1" dirty="0"/>
              <a:t>NF</a:t>
            </a:r>
            <a:r>
              <a:rPr lang="en-US" altLang="ko-KR" dirty="0"/>
              <a:t> = 1 = 0 dB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D9DC4C-16C9-4C72-BAF3-8A47267A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72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DD8959F-A622-4A5F-B7E1-59F2EEB8C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189" y="2676575"/>
            <a:ext cx="1789180" cy="63093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187B546-27CD-48B1-83D6-42B45E58F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3384" y="2653715"/>
            <a:ext cx="3319278" cy="67665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A7CCD62-6B25-4B49-B88E-0E155BD60A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5337" y="4174435"/>
            <a:ext cx="6313298" cy="238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71849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C9BA3-9D09-451B-A065-7E5860784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2.20: </a:t>
            </a:r>
            <a:r>
              <a:rPr lang="ko-KR" altLang="en-US" dirty="0"/>
              <a:t>병렬 저항 </a:t>
            </a:r>
            <a:r>
              <a:rPr lang="en-US" altLang="ko-KR" i="1" dirty="0"/>
              <a:t>R</a:t>
            </a:r>
            <a:r>
              <a:rPr lang="en-US" altLang="ko-KR" baseline="-25000" dirty="0"/>
              <a:t>P</a:t>
            </a:r>
            <a:r>
              <a:rPr lang="ko-KR" altLang="en-US" dirty="0"/>
              <a:t>의 잡음 지수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406E67-7EC2-4E03-A376-82EA8C475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회로</a:t>
            </a:r>
            <a:r>
              <a:rPr lang="en-US" altLang="ko-KR" dirty="0"/>
              <a:t>: </a:t>
            </a:r>
            <a:r>
              <a:rPr lang="ko-KR" altLang="en-US" dirty="0"/>
              <a:t>신호원 </a:t>
            </a:r>
            <a:r>
              <a:rPr lang="en-US" altLang="ko-KR" dirty="0"/>
              <a:t>R</a:t>
            </a:r>
            <a:r>
              <a:rPr lang="en-US" altLang="ko-KR" baseline="-25000" dirty="0"/>
              <a:t>S</a:t>
            </a:r>
            <a:r>
              <a:rPr lang="ko-KR" altLang="en-US" dirty="0"/>
              <a:t>에 병렬로 부하 저항 </a:t>
            </a:r>
            <a:r>
              <a:rPr lang="en-US" altLang="ko-KR" i="1" dirty="0"/>
              <a:t>R</a:t>
            </a:r>
            <a:r>
              <a:rPr lang="en-US" altLang="ko-KR" baseline="-25000" dirty="0"/>
              <a:t>P</a:t>
            </a:r>
            <a:r>
              <a:rPr lang="ko-KR" altLang="en-US" dirty="0"/>
              <a:t>가 연결된 구조</a:t>
            </a:r>
            <a:endParaRPr lang="en-US" altLang="ko-KR" dirty="0"/>
          </a:p>
          <a:p>
            <a:r>
              <a:rPr lang="ko-KR" altLang="en-US" b="0" i="0" dirty="0">
                <a:solidFill>
                  <a:srgbClr val="303030"/>
                </a:solidFill>
                <a:effectLst/>
                <a:latin typeface="Google Sans Flex"/>
              </a:rPr>
              <a:t>총 출력 잡음</a:t>
            </a:r>
            <a:endParaRPr lang="en-US" altLang="ko-KR" b="0" i="0" dirty="0">
              <a:solidFill>
                <a:srgbClr val="303030"/>
              </a:solidFill>
              <a:effectLst/>
              <a:latin typeface="Google Sans Flex"/>
            </a:endParaRPr>
          </a:p>
          <a:p>
            <a:endParaRPr lang="en-US" altLang="ko-KR" dirty="0">
              <a:solidFill>
                <a:srgbClr val="303030"/>
              </a:solidFill>
              <a:latin typeface="Google Sans Flex"/>
            </a:endParaRPr>
          </a:p>
          <a:p>
            <a:r>
              <a:rPr lang="ko-KR" altLang="en-US" dirty="0">
                <a:solidFill>
                  <a:srgbClr val="303030"/>
                </a:solidFill>
                <a:latin typeface="Google Sans Flex"/>
              </a:rPr>
              <a:t>이득</a:t>
            </a:r>
            <a:endParaRPr lang="en-US" altLang="ko-KR" dirty="0">
              <a:solidFill>
                <a:srgbClr val="303030"/>
              </a:solidFill>
              <a:latin typeface="Google Sans Flex"/>
            </a:endParaRPr>
          </a:p>
          <a:p>
            <a:endParaRPr lang="en-US" altLang="ko-KR" dirty="0">
              <a:solidFill>
                <a:srgbClr val="303030"/>
              </a:solidFill>
              <a:latin typeface="Google Sans Flex"/>
            </a:endParaRPr>
          </a:p>
          <a:p>
            <a:r>
              <a:rPr lang="en-US" altLang="ko-KR" i="1" dirty="0">
                <a:solidFill>
                  <a:srgbClr val="303030"/>
                </a:solidFill>
                <a:latin typeface="Google Sans Flex"/>
              </a:rPr>
              <a:t>NF</a:t>
            </a:r>
            <a:r>
              <a:rPr lang="en-US" altLang="ko-KR" dirty="0">
                <a:solidFill>
                  <a:srgbClr val="303030"/>
                </a:solidFill>
                <a:latin typeface="Google Sans Flex"/>
              </a:rPr>
              <a:t> </a:t>
            </a:r>
            <a:r>
              <a:rPr lang="ko-KR" altLang="en-US" dirty="0">
                <a:solidFill>
                  <a:srgbClr val="303030"/>
                </a:solidFill>
                <a:latin typeface="Google Sans Flex"/>
              </a:rPr>
              <a:t>계산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C3428-D193-42EC-9963-166BC794E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73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B1F2B5A-EC1E-4318-BB2D-09645BD59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1" y="5113024"/>
            <a:ext cx="4781925" cy="157709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98B75A1-9866-445B-B60F-BA78A72A2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890" y="1888826"/>
            <a:ext cx="2526798" cy="42976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0067E8E-77AC-4454-B15B-5DCFBAF809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0392" y="2502397"/>
            <a:ext cx="1758700" cy="62789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EE30BE8-8220-4C05-8A82-681950BCA7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8688" y="3834986"/>
            <a:ext cx="4258064" cy="93269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CD1F622-9FF8-4457-840F-8600E26CB4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0600" y="5574134"/>
            <a:ext cx="2566422" cy="822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77751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78A209-F16B-4BF7-87CE-6083A021F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종속 </a:t>
            </a:r>
            <a:r>
              <a:rPr lang="ko-KR" altLang="en-US" dirty="0" err="1"/>
              <a:t>접속단</a:t>
            </a:r>
            <a:r>
              <a:rPr lang="en-US" altLang="ko-KR" dirty="0"/>
              <a:t>(Cascaded Stages)</a:t>
            </a:r>
            <a:r>
              <a:rPr lang="ko-KR" altLang="en-US" dirty="0"/>
              <a:t>의 잡음 지수 및 </a:t>
            </a:r>
            <a:r>
              <a:rPr lang="en-US" altLang="ko-KR" dirty="0" err="1"/>
              <a:t>Friis</a:t>
            </a:r>
            <a:r>
              <a:rPr lang="en-US" altLang="ko-KR" dirty="0"/>
              <a:t> </a:t>
            </a:r>
            <a:r>
              <a:rPr lang="ko-KR" altLang="en-US" dirty="0"/>
              <a:t>공식 유도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2C59D7-FC07-4AB5-8DEF-EA344E0AF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0F1022-1F26-487A-A11D-68829BA80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74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02E620C-ABE4-4934-87F6-AB4F90EFA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8723" y="1339321"/>
            <a:ext cx="6314553" cy="502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28567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73882E-0C83-41A0-B27B-7558DD0F7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243EC3-4185-4312-AB27-7859BC29B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0066"/>
            <a:ext cx="10515600" cy="5112807"/>
          </a:xfrm>
        </p:spPr>
        <p:txBody>
          <a:bodyPr>
            <a:norm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단 종속 회로의 종합 </a:t>
            </a:r>
            <a:r>
              <a:rPr lang="en-US" altLang="ko-KR" i="1" dirty="0"/>
              <a:t>NF</a:t>
            </a:r>
            <a:r>
              <a:rPr lang="en-US" altLang="ko-KR" dirty="0"/>
              <a:t> </a:t>
            </a:r>
            <a:r>
              <a:rPr lang="ko-KR" altLang="en-US" dirty="0"/>
              <a:t>유도</a:t>
            </a:r>
            <a:endParaRPr lang="en-US" altLang="ko-KR" dirty="0"/>
          </a:p>
          <a:p>
            <a:pPr lvl="1"/>
            <a:r>
              <a:rPr lang="en-US" altLang="ko-KR" dirty="0"/>
              <a:t>1</a:t>
            </a:r>
            <a:r>
              <a:rPr lang="ko-KR" altLang="en-US" dirty="0"/>
              <a:t>단 이득 </a:t>
            </a:r>
            <a:r>
              <a:rPr lang="en-US" altLang="ko-KR" i="1" dirty="0"/>
              <a:t>A</a:t>
            </a:r>
            <a:r>
              <a:rPr lang="en-US" altLang="ko-KR" baseline="-25000" dirty="0"/>
              <a:t>v1</a:t>
            </a:r>
            <a:r>
              <a:rPr lang="en-US" altLang="ko-KR" dirty="0"/>
              <a:t>, </a:t>
            </a:r>
            <a:r>
              <a:rPr lang="ko-KR" altLang="en-US" dirty="0"/>
              <a:t>입력 저항 </a:t>
            </a:r>
            <a:r>
              <a:rPr lang="en-US" altLang="ko-KR" i="1" dirty="0"/>
              <a:t>R</a:t>
            </a:r>
            <a:r>
              <a:rPr lang="en-US" altLang="ko-KR" baseline="-25000" dirty="0"/>
              <a:t>in1</a:t>
            </a:r>
            <a:r>
              <a:rPr lang="en-US" altLang="ko-KR" dirty="0"/>
              <a:t>, </a:t>
            </a:r>
            <a:r>
              <a:rPr lang="ko-KR" altLang="en-US" dirty="0"/>
              <a:t>출력 저항 </a:t>
            </a:r>
            <a:r>
              <a:rPr lang="en-US" altLang="ko-KR" i="1" dirty="0"/>
              <a:t>R</a:t>
            </a:r>
            <a:r>
              <a:rPr lang="en-US" altLang="ko-KR" baseline="-25000" dirty="0"/>
              <a:t>out1</a:t>
            </a:r>
            <a:r>
              <a:rPr lang="en-US" altLang="ko-KR" dirty="0"/>
              <a:t>, </a:t>
            </a:r>
            <a:r>
              <a:rPr lang="ko-KR" altLang="en-US" dirty="0"/>
              <a:t>출력 잡음 </a:t>
            </a:r>
            <a:r>
              <a:rPr lang="en-US" altLang="ko-KR" i="1" dirty="0"/>
              <a:t>V</a:t>
            </a:r>
            <a:r>
              <a:rPr lang="en-US" altLang="ko-KR" baseline="30000" dirty="0"/>
              <a:t>2</a:t>
            </a:r>
            <a:r>
              <a:rPr lang="en-US" altLang="ko-KR" baseline="-25000" dirty="0"/>
              <a:t>n1</a:t>
            </a:r>
          </a:p>
          <a:p>
            <a:pPr lvl="1"/>
            <a:r>
              <a:rPr lang="en-US" altLang="ko-KR" dirty="0"/>
              <a:t>2</a:t>
            </a:r>
            <a:r>
              <a:rPr lang="ko-KR" altLang="en-US" dirty="0"/>
              <a:t>단 이득 </a:t>
            </a:r>
            <a:r>
              <a:rPr lang="en-US" altLang="ko-KR" i="1" dirty="0"/>
              <a:t>A</a:t>
            </a:r>
            <a:r>
              <a:rPr lang="en-US" altLang="ko-KR" baseline="-25000" dirty="0"/>
              <a:t>v2</a:t>
            </a:r>
            <a:r>
              <a:rPr lang="en-US" altLang="ko-KR" dirty="0"/>
              <a:t>, </a:t>
            </a:r>
            <a:r>
              <a:rPr lang="ko-KR" altLang="en-US" dirty="0"/>
              <a:t>입력 저항 </a:t>
            </a:r>
            <a:r>
              <a:rPr lang="en-US" altLang="ko-KR" i="1" dirty="0"/>
              <a:t>R</a:t>
            </a:r>
            <a:r>
              <a:rPr lang="en-US" altLang="ko-KR" baseline="-25000" dirty="0"/>
              <a:t>in2</a:t>
            </a:r>
            <a:r>
              <a:rPr lang="en-US" altLang="ko-KR" dirty="0"/>
              <a:t>, </a:t>
            </a:r>
            <a:r>
              <a:rPr lang="ko-KR" altLang="en-US" dirty="0"/>
              <a:t>출력 저항 </a:t>
            </a:r>
            <a:r>
              <a:rPr lang="en-US" altLang="ko-KR" i="1" dirty="0"/>
              <a:t>R</a:t>
            </a:r>
            <a:r>
              <a:rPr lang="en-US" altLang="ko-KR" baseline="-25000" dirty="0"/>
              <a:t>out2</a:t>
            </a:r>
            <a:r>
              <a:rPr lang="en-US" altLang="ko-KR" dirty="0"/>
              <a:t>, </a:t>
            </a:r>
            <a:r>
              <a:rPr lang="ko-KR" altLang="en-US" dirty="0"/>
              <a:t>출력 잡음 </a:t>
            </a:r>
            <a:r>
              <a:rPr lang="en-US" altLang="ko-KR" i="1" dirty="0"/>
              <a:t>V</a:t>
            </a:r>
            <a:r>
              <a:rPr lang="en-US" altLang="ko-KR" baseline="30000" dirty="0"/>
              <a:t>2</a:t>
            </a:r>
            <a:r>
              <a:rPr lang="en-US" altLang="ko-KR" baseline="-25000" dirty="0"/>
              <a:t>n2</a:t>
            </a:r>
          </a:p>
          <a:p>
            <a:r>
              <a:rPr lang="en-US" altLang="ko-KR" dirty="0" err="1"/>
              <a:t>Friis</a:t>
            </a:r>
            <a:r>
              <a:rPr lang="en-US" altLang="ko-KR" dirty="0"/>
              <a:t> </a:t>
            </a:r>
            <a:r>
              <a:rPr lang="ko-KR" altLang="en-US" dirty="0"/>
              <a:t>방정식 </a:t>
            </a:r>
            <a:r>
              <a:rPr lang="en-US" altLang="ko-KR" dirty="0"/>
              <a:t>(</a:t>
            </a:r>
            <a:r>
              <a:rPr lang="en-US" altLang="ko-KR" dirty="0" err="1"/>
              <a:t>Friis</a:t>
            </a:r>
            <a:r>
              <a:rPr lang="en-US" altLang="ko-KR" dirty="0"/>
              <a:t>' Equation)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설계상의 통찰 </a:t>
            </a:r>
            <a:endParaRPr lang="en-US" altLang="ko-KR" dirty="0"/>
          </a:p>
          <a:p>
            <a:pPr lvl="1"/>
            <a:r>
              <a:rPr lang="ko-KR" altLang="en-US" dirty="0"/>
              <a:t>전단</a:t>
            </a:r>
            <a:r>
              <a:rPr lang="en-US" altLang="ko-KR" dirty="0"/>
              <a:t>(LNA)</a:t>
            </a:r>
            <a:r>
              <a:rPr lang="ko-KR" altLang="en-US" dirty="0"/>
              <a:t>의 중요성</a:t>
            </a:r>
            <a:r>
              <a:rPr lang="en-US" altLang="ko-KR" dirty="0"/>
              <a:t>: 1</a:t>
            </a:r>
            <a:r>
              <a:rPr lang="ko-KR" altLang="en-US" dirty="0"/>
              <a:t>단 증폭기의 전력 이득 </a:t>
            </a:r>
            <a:r>
              <a:rPr lang="en-US" altLang="ko-KR" i="1" dirty="0"/>
              <a:t>A</a:t>
            </a:r>
            <a:r>
              <a:rPr lang="en-US" altLang="ko-KR" baseline="-25000" dirty="0"/>
              <a:t>P1</a:t>
            </a:r>
            <a:r>
              <a:rPr lang="ko-KR" altLang="en-US" dirty="0"/>
              <a:t>이 충분히 크면</a:t>
            </a:r>
            <a:r>
              <a:rPr lang="en-US" altLang="ko-KR" dirty="0"/>
              <a:t>, </a:t>
            </a:r>
            <a:r>
              <a:rPr lang="ko-KR" altLang="en-US" dirty="0"/>
              <a:t>후단</a:t>
            </a:r>
            <a:r>
              <a:rPr lang="en-US" altLang="ko-KR" dirty="0"/>
              <a:t>(</a:t>
            </a:r>
            <a:r>
              <a:rPr lang="ko-KR" altLang="en-US" dirty="0"/>
              <a:t>믹서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의 잡음 기여도 </a:t>
            </a:r>
            <a:r>
              <a:rPr lang="en-US" altLang="ko-KR" dirty="0"/>
              <a:t>(</a:t>
            </a:r>
            <a:r>
              <a:rPr lang="en-US" altLang="ko-KR" i="1" dirty="0"/>
              <a:t>NF</a:t>
            </a:r>
            <a:r>
              <a:rPr lang="en-US" altLang="ko-KR" baseline="-25000" dirty="0"/>
              <a:t>2</a:t>
            </a:r>
            <a:r>
              <a:rPr lang="en-US" altLang="ko-KR" dirty="0"/>
              <a:t> - 1)</a:t>
            </a:r>
            <a:r>
              <a:rPr lang="ko-KR" altLang="en-US" dirty="0"/>
              <a:t>가 </a:t>
            </a:r>
            <a:r>
              <a:rPr lang="en-US" altLang="ko-KR" i="1" dirty="0"/>
              <a:t>A</a:t>
            </a:r>
            <a:r>
              <a:rPr lang="en-US" altLang="ko-KR" baseline="-25000" dirty="0"/>
              <a:t>P1</a:t>
            </a:r>
            <a:r>
              <a:rPr lang="ko-KR" altLang="en-US" dirty="0"/>
              <a:t>으로 나뉘어 획기적으로 억제됨</a:t>
            </a:r>
            <a:endParaRPr lang="en-US" altLang="ko-KR" dirty="0"/>
          </a:p>
          <a:p>
            <a:pPr lvl="1"/>
            <a:r>
              <a:rPr lang="ko-KR" altLang="en-US" dirty="0"/>
              <a:t>손실</a:t>
            </a:r>
            <a:r>
              <a:rPr lang="en-US" altLang="ko-KR" dirty="0"/>
              <a:t>(Attenuation)</a:t>
            </a:r>
            <a:r>
              <a:rPr lang="ko-KR" altLang="en-US" dirty="0"/>
              <a:t>의 위험성</a:t>
            </a:r>
            <a:r>
              <a:rPr lang="en-US" altLang="ko-KR" dirty="0"/>
              <a:t>: </a:t>
            </a:r>
            <a:r>
              <a:rPr lang="ko-KR" altLang="en-US" dirty="0"/>
              <a:t>전단에서 손실</a:t>
            </a:r>
            <a:r>
              <a:rPr lang="en-US" altLang="ko-KR" dirty="0"/>
              <a:t>(A</a:t>
            </a:r>
            <a:r>
              <a:rPr lang="en-US" altLang="ko-KR" baseline="-25000" dirty="0"/>
              <a:t>P1</a:t>
            </a:r>
            <a:r>
              <a:rPr lang="en-US" altLang="ko-KR" dirty="0"/>
              <a:t> &lt; 1)</a:t>
            </a:r>
            <a:r>
              <a:rPr lang="ko-KR" altLang="en-US" dirty="0"/>
              <a:t>이 발생하면 후단 회로의 잡음 지수가 기하급수적으로 폭증함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280C82-0F6E-4631-AF8D-2B733E02C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75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6BE1D0D-4082-404C-B318-B47D4A940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9040" y="3191550"/>
            <a:ext cx="7613920" cy="67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3082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C552EC-138D-4EC3-8928-8C5E36C2F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 err="1"/>
              <a:t>손실성</a:t>
            </a:r>
            <a:r>
              <a:rPr lang="ko-KR" altLang="en-US" dirty="0"/>
              <a:t> 수동 회로</a:t>
            </a:r>
            <a:r>
              <a:rPr lang="en-US" altLang="ko-KR" dirty="0"/>
              <a:t>(Lossy Circuits)</a:t>
            </a:r>
            <a:r>
              <a:rPr lang="ko-KR" altLang="en-US" dirty="0"/>
              <a:t>의 잡음 지수 및 증명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E7F602-381B-4897-A5E0-3B618C600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손실성</a:t>
            </a:r>
            <a:r>
              <a:rPr lang="ko-KR" altLang="en-US" dirty="0"/>
              <a:t> 수동 회로의 특징</a:t>
            </a:r>
            <a:endParaRPr lang="en-US" altLang="ko-KR" dirty="0"/>
          </a:p>
          <a:p>
            <a:pPr lvl="1"/>
            <a:r>
              <a:rPr lang="en-US" altLang="ko-KR" dirty="0"/>
              <a:t>RF </a:t>
            </a:r>
            <a:r>
              <a:rPr lang="ko-KR" altLang="en-US" dirty="0"/>
              <a:t>수신기 </a:t>
            </a:r>
            <a:r>
              <a:rPr lang="ko-KR" altLang="en-US" dirty="0" err="1"/>
              <a:t>프런트엔드의</a:t>
            </a:r>
            <a:r>
              <a:rPr lang="ko-KR" altLang="en-US" dirty="0"/>
              <a:t> 필터</a:t>
            </a:r>
            <a:r>
              <a:rPr lang="en-US" altLang="ko-KR" dirty="0"/>
              <a:t>(BPF), </a:t>
            </a:r>
            <a:r>
              <a:rPr lang="ko-KR" altLang="en-US" dirty="0" err="1"/>
              <a:t>듀플렉서</a:t>
            </a:r>
            <a:r>
              <a:rPr lang="en-US" altLang="ko-KR" dirty="0"/>
              <a:t>, </a:t>
            </a:r>
            <a:r>
              <a:rPr lang="ko-KR" altLang="en-US" dirty="0"/>
              <a:t>전송선로 등은 수동 소자이므로 신호를 감쇄</a:t>
            </a:r>
            <a:r>
              <a:rPr lang="en-US" altLang="ko-KR" dirty="0"/>
              <a:t>(Loss, </a:t>
            </a:r>
            <a:r>
              <a:rPr lang="en-US" altLang="ko-KR" i="1" dirty="0"/>
              <a:t>L</a:t>
            </a:r>
            <a:r>
              <a:rPr lang="en-US" altLang="ko-KR" dirty="0"/>
              <a:t>)</a:t>
            </a:r>
            <a:r>
              <a:rPr lang="ko-KR" altLang="en-US" dirty="0"/>
              <a:t>시킬 뿐만 아니라</a:t>
            </a:r>
            <a:r>
              <a:rPr lang="en-US" altLang="ko-KR" dirty="0"/>
              <a:t>, </a:t>
            </a:r>
            <a:r>
              <a:rPr lang="ko-KR" altLang="en-US" dirty="0"/>
              <a:t>내부 기생 저항 성분으로 인해 열잡음을 스스로 발생시킴</a:t>
            </a:r>
            <a:endParaRPr lang="en-US" altLang="ko-KR" dirty="0"/>
          </a:p>
          <a:p>
            <a:r>
              <a:rPr lang="ko-KR" altLang="en-US" dirty="0"/>
              <a:t>전력 손실 </a:t>
            </a:r>
            <a:r>
              <a:rPr lang="en-US" altLang="ko-KR" dirty="0"/>
              <a:t>(Power Loss, </a:t>
            </a:r>
            <a:r>
              <a:rPr lang="en-US" altLang="ko-KR" i="1" dirty="0"/>
              <a:t>L</a:t>
            </a:r>
            <a:r>
              <a:rPr lang="en-US" altLang="ko-KR" dirty="0"/>
              <a:t>)</a:t>
            </a:r>
            <a:r>
              <a:rPr lang="ko-KR" altLang="en-US" dirty="0"/>
              <a:t>의 정의</a:t>
            </a:r>
            <a:endParaRPr lang="en-US" altLang="ko-KR" dirty="0"/>
          </a:p>
          <a:p>
            <a:pPr lvl="1"/>
            <a:r>
              <a:rPr lang="ko-KR" altLang="en-US" dirty="0"/>
              <a:t>신호원의 이용 가능한 전력 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 err="1"/>
              <a:t>출력단</a:t>
            </a:r>
            <a:r>
              <a:rPr lang="ko-KR" altLang="en-US" dirty="0"/>
              <a:t> </a:t>
            </a:r>
            <a:r>
              <a:rPr lang="ko-KR" altLang="en-US" dirty="0" err="1"/>
              <a:t>테브닌</a:t>
            </a:r>
            <a:r>
              <a:rPr lang="ko-KR" altLang="en-US" dirty="0"/>
              <a:t> 이용 가능 전력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전력 손실</a:t>
            </a:r>
            <a:r>
              <a:rPr lang="en-US" altLang="ko-KR" dirty="0"/>
              <a:t>: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4634AB-49D0-4A78-9B68-A41152B6F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76</a:t>
            </a:fld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6217034-9558-4F80-98D5-D450277BD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059" y="5122693"/>
            <a:ext cx="3008382" cy="74981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79A730A-E311-4DF9-887F-48CA3B208E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2421"/>
          <a:stretch/>
        </p:blipFill>
        <p:spPr>
          <a:xfrm>
            <a:off x="7232230" y="2488732"/>
            <a:ext cx="4959770" cy="188053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0139F90-F7F6-495D-BC97-30C46C0CA5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5137" y="3251595"/>
            <a:ext cx="1283210" cy="68580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7B465EA-43F1-4DA8-841F-4ADA85A700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5197" y="4012607"/>
            <a:ext cx="1606300" cy="68885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20019BF7-9FBC-481F-A131-E3443E4B21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706" t="59220" r="24402"/>
          <a:stretch/>
        </p:blipFill>
        <p:spPr>
          <a:xfrm>
            <a:off x="8224078" y="4481131"/>
            <a:ext cx="3129722" cy="1619584"/>
          </a:xfrm>
          <a:prstGeom prst="rect">
            <a:avLst/>
          </a:prstGeom>
        </p:spPr>
      </p:pic>
      <p:grpSp>
        <p:nvGrpSpPr>
          <p:cNvPr id="40" name="그룹 39">
            <a:extLst>
              <a:ext uri="{FF2B5EF4-FFF2-40B4-BE49-F238E27FC236}">
                <a16:creationId xmlns:a16="http://schemas.microsoft.com/office/drawing/2014/main" id="{839B6AD5-9161-E86D-ED97-ABA1E7DCCD5F}"/>
              </a:ext>
            </a:extLst>
          </p:cNvPr>
          <p:cNvGrpSpPr/>
          <p:nvPr/>
        </p:nvGrpSpPr>
        <p:grpSpPr>
          <a:xfrm>
            <a:off x="1986544" y="805689"/>
            <a:ext cx="1343520" cy="299880"/>
            <a:chOff x="1986544" y="805689"/>
            <a:chExt cx="1343520" cy="29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6C632E4D-4CC2-4FF4-32FB-2C468F2758F8}"/>
                    </a:ext>
                  </a:extLst>
                </p14:cNvPr>
                <p14:cNvContentPartPr/>
                <p14:nvPr/>
              </p14:nvContentPartPr>
              <p14:xfrm>
                <a:off x="1986544" y="950049"/>
                <a:ext cx="235080" cy="2628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6C632E4D-4CC2-4FF4-32FB-2C468F2758F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82224" y="945729"/>
                  <a:ext cx="2437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B63B4A00-3104-D161-BD9E-64488392B146}"/>
                    </a:ext>
                  </a:extLst>
                </p14:cNvPr>
                <p14:cNvContentPartPr/>
                <p14:nvPr/>
              </p14:nvContentPartPr>
              <p14:xfrm>
                <a:off x="2169424" y="897849"/>
                <a:ext cx="112320" cy="13104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B63B4A00-3104-D161-BD9E-64488392B14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65104" y="893529"/>
                  <a:ext cx="1209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C2B1CC76-28B1-3F83-9D7F-985E9D4614B3}"/>
                    </a:ext>
                  </a:extLst>
                </p14:cNvPr>
                <p14:cNvContentPartPr/>
                <p14:nvPr/>
              </p14:nvContentPartPr>
              <p14:xfrm>
                <a:off x="2363464" y="880929"/>
                <a:ext cx="116280" cy="12060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C2B1CC76-28B1-3F83-9D7F-985E9D4614B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359144" y="876609"/>
                  <a:ext cx="1249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BDC04AA4-024A-D3FF-9240-7B4B3E3AD09C}"/>
                    </a:ext>
                  </a:extLst>
                </p14:cNvPr>
                <p14:cNvContentPartPr/>
                <p14:nvPr/>
              </p14:nvContentPartPr>
              <p14:xfrm>
                <a:off x="2507464" y="805689"/>
                <a:ext cx="15480" cy="20556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BDC04AA4-024A-D3FF-9240-7B4B3E3AD09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03144" y="801369"/>
                  <a:ext cx="241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EA261BE2-73AE-2378-0F86-D7B9EF6BE532}"/>
                    </a:ext>
                  </a:extLst>
                </p14:cNvPr>
                <p14:cNvContentPartPr/>
                <p14:nvPr/>
              </p14:nvContentPartPr>
              <p14:xfrm>
                <a:off x="2602864" y="843129"/>
                <a:ext cx="77040" cy="8928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EA261BE2-73AE-2378-0F86-D7B9EF6BE53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98544" y="838809"/>
                  <a:ext cx="856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4CAD125B-D9C7-06BA-8725-FAB87926586B}"/>
                    </a:ext>
                  </a:extLst>
                </p14:cNvPr>
                <p14:cNvContentPartPr/>
                <p14:nvPr/>
              </p14:nvContentPartPr>
              <p14:xfrm>
                <a:off x="2610064" y="968049"/>
                <a:ext cx="83520" cy="900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4CAD125B-D9C7-06BA-8725-FAB87926586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05744" y="963729"/>
                  <a:ext cx="9216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17915378-6E5D-BC1A-794D-30CC675DF9BA}"/>
                    </a:ext>
                  </a:extLst>
                </p14:cNvPr>
                <p14:cNvContentPartPr/>
                <p14:nvPr/>
              </p14:nvContentPartPr>
              <p14:xfrm>
                <a:off x="2628784" y="995049"/>
                <a:ext cx="59040" cy="8172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17915378-6E5D-BC1A-794D-30CC675DF9B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24464" y="990729"/>
                  <a:ext cx="676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5684214F-CC36-3792-2E18-B43D5BFFE83A}"/>
                    </a:ext>
                  </a:extLst>
                </p14:cNvPr>
                <p14:cNvContentPartPr/>
                <p14:nvPr/>
              </p14:nvContentPartPr>
              <p14:xfrm>
                <a:off x="2733184" y="854649"/>
                <a:ext cx="81360" cy="13536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5684214F-CC36-3792-2E18-B43D5BFFE83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28864" y="850329"/>
                  <a:ext cx="9000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05852306-191A-A616-024F-02FBAD35E4FA}"/>
                    </a:ext>
                  </a:extLst>
                </p14:cNvPr>
                <p14:cNvContentPartPr/>
                <p14:nvPr/>
              </p14:nvContentPartPr>
              <p14:xfrm>
                <a:off x="2822464" y="826569"/>
                <a:ext cx="33120" cy="17640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05852306-191A-A616-024F-02FBAD35E4F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18144" y="822249"/>
                  <a:ext cx="417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295C2954-E901-7DA1-83DF-9761A0797D5D}"/>
                    </a:ext>
                  </a:extLst>
                </p14:cNvPr>
                <p14:cNvContentPartPr/>
                <p14:nvPr/>
              </p14:nvContentPartPr>
              <p14:xfrm>
                <a:off x="2940904" y="836649"/>
                <a:ext cx="207360" cy="14220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295C2954-E901-7DA1-83DF-9761A0797D5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936584" y="832329"/>
                  <a:ext cx="2160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C9F583FB-BB17-0071-D3B2-3EF52C5F7FBB}"/>
                    </a:ext>
                  </a:extLst>
                </p14:cNvPr>
                <p14:cNvContentPartPr/>
                <p14:nvPr/>
              </p14:nvContentPartPr>
              <p14:xfrm>
                <a:off x="3134944" y="809289"/>
                <a:ext cx="12240" cy="15552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C9F583FB-BB17-0071-D3B2-3EF52C5F7FB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130624" y="804969"/>
                  <a:ext cx="2088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91B30424-1132-8494-0637-CAED0DFB2AB9}"/>
                    </a:ext>
                  </a:extLst>
                </p14:cNvPr>
                <p14:cNvContentPartPr/>
                <p14:nvPr/>
              </p14:nvContentPartPr>
              <p14:xfrm>
                <a:off x="3037024" y="982089"/>
                <a:ext cx="5400" cy="12348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91B30424-1132-8494-0637-CAED0DFB2AB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032704" y="977769"/>
                  <a:ext cx="140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8FDB20F3-DF72-7B1C-0336-3514911EF483}"/>
                    </a:ext>
                  </a:extLst>
                </p14:cNvPr>
                <p14:cNvContentPartPr/>
                <p14:nvPr/>
              </p14:nvContentPartPr>
              <p14:xfrm>
                <a:off x="3093544" y="975969"/>
                <a:ext cx="13320" cy="9432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8FDB20F3-DF72-7B1C-0336-3514911EF48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89224" y="971649"/>
                  <a:ext cx="219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8AE3734C-1B59-CFC6-B63B-07AD0FB24211}"/>
                    </a:ext>
                  </a:extLst>
                </p14:cNvPr>
                <p14:cNvContentPartPr/>
                <p14:nvPr/>
              </p14:nvContentPartPr>
              <p14:xfrm>
                <a:off x="3041344" y="1036089"/>
                <a:ext cx="67680" cy="504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8AE3734C-1B59-CFC6-B63B-07AD0FB2421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037024" y="1031769"/>
                  <a:ext cx="7632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28E36EF6-6F10-387E-BDF2-9833E92F0023}"/>
                    </a:ext>
                  </a:extLst>
                </p14:cNvPr>
                <p14:cNvContentPartPr/>
                <p14:nvPr/>
              </p14:nvContentPartPr>
              <p14:xfrm>
                <a:off x="3039544" y="1089369"/>
                <a:ext cx="43920" cy="1404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28E36EF6-6F10-387E-BDF2-9833E92F002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035224" y="1085049"/>
                  <a:ext cx="525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FBB6761B-D103-11DA-856E-B3B67B925145}"/>
                    </a:ext>
                  </a:extLst>
                </p14:cNvPr>
                <p14:cNvContentPartPr/>
                <p14:nvPr/>
              </p14:nvContentPartPr>
              <p14:xfrm>
                <a:off x="3121264" y="997209"/>
                <a:ext cx="58680" cy="6516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FBB6761B-D103-11DA-856E-B3B67B92514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116944" y="992889"/>
                  <a:ext cx="673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CD2DADB2-FE9E-5B6D-1062-F557F18F375A}"/>
                    </a:ext>
                  </a:extLst>
                </p14:cNvPr>
                <p14:cNvContentPartPr/>
                <p14:nvPr/>
              </p14:nvContentPartPr>
              <p14:xfrm>
                <a:off x="3233944" y="861129"/>
                <a:ext cx="65880" cy="8064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CD2DADB2-FE9E-5B6D-1062-F557F18F375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229624" y="856809"/>
                  <a:ext cx="745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4663F5F8-8D23-BFED-D097-CDB23C22E7B0}"/>
                    </a:ext>
                  </a:extLst>
                </p14:cNvPr>
                <p14:cNvContentPartPr/>
                <p14:nvPr/>
              </p14:nvContentPartPr>
              <p14:xfrm>
                <a:off x="3246544" y="966609"/>
                <a:ext cx="56520" cy="828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4663F5F8-8D23-BFED-D097-CDB23C22E7B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242224" y="962289"/>
                  <a:ext cx="6516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75AC5976-7B76-3F2B-D0B9-86A1C53E3A08}"/>
                    </a:ext>
                  </a:extLst>
                </p14:cNvPr>
                <p14:cNvContentPartPr/>
                <p14:nvPr/>
              </p14:nvContentPartPr>
              <p14:xfrm>
                <a:off x="3256984" y="984969"/>
                <a:ext cx="73080" cy="6264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75AC5976-7B76-3F2B-D0B9-86A1C53E3A0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252664" y="980649"/>
                  <a:ext cx="8172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01E266DE-DB52-276F-0CC3-5C303882080E}"/>
              </a:ext>
            </a:extLst>
          </p:cNvPr>
          <p:cNvGrpSpPr/>
          <p:nvPr/>
        </p:nvGrpSpPr>
        <p:grpSpPr>
          <a:xfrm>
            <a:off x="3578104" y="839529"/>
            <a:ext cx="387000" cy="282600"/>
            <a:chOff x="3578104" y="839529"/>
            <a:chExt cx="387000" cy="28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207F0CBD-1B7D-1401-C949-AF7AC1283513}"/>
                    </a:ext>
                  </a:extLst>
                </p14:cNvPr>
                <p14:cNvContentPartPr/>
                <p14:nvPr/>
              </p14:nvContentPartPr>
              <p14:xfrm>
                <a:off x="3578104" y="839529"/>
                <a:ext cx="138240" cy="900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207F0CBD-1B7D-1401-C949-AF7AC128351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573784" y="835209"/>
                  <a:ext cx="14688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3AB60639-F388-5647-0E41-AF8ACF4A7B58}"/>
                    </a:ext>
                  </a:extLst>
                </p14:cNvPr>
                <p14:cNvContentPartPr/>
                <p14:nvPr/>
              </p14:nvContentPartPr>
              <p14:xfrm>
                <a:off x="3592864" y="891729"/>
                <a:ext cx="123120" cy="25200"/>
              </p14:xfrm>
            </p:contentPart>
          </mc:Choice>
          <mc:Fallback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3AB60639-F388-5647-0E41-AF8ACF4A7B5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588544" y="887409"/>
                  <a:ext cx="1317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C24DD17D-EED6-D1C5-CEC8-62C7AED38ED3}"/>
                    </a:ext>
                  </a:extLst>
                </p14:cNvPr>
                <p14:cNvContentPartPr/>
                <p14:nvPr/>
              </p14:nvContentPartPr>
              <p14:xfrm>
                <a:off x="3601144" y="928449"/>
                <a:ext cx="113040" cy="99360"/>
              </p14:xfrm>
            </p:contentPart>
          </mc:Choice>
          <mc:Fallback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C24DD17D-EED6-D1C5-CEC8-62C7AED38ED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596824" y="924129"/>
                  <a:ext cx="1216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2A49EF5D-0A09-CEF2-81B7-8C096B6F70F9}"/>
                    </a:ext>
                  </a:extLst>
                </p14:cNvPr>
                <p14:cNvContentPartPr/>
                <p14:nvPr/>
              </p14:nvContentPartPr>
              <p14:xfrm>
                <a:off x="3648664" y="1003689"/>
                <a:ext cx="12240" cy="104760"/>
              </p14:xfrm>
            </p:contentPart>
          </mc:Choice>
          <mc:Fallback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2A49EF5D-0A09-CEF2-81B7-8C096B6F70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644344" y="999369"/>
                  <a:ext cx="2088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20182321-F3EE-FF01-1DFB-DC3CF3BD43D7}"/>
                    </a:ext>
                  </a:extLst>
                </p14:cNvPr>
                <p14:cNvContentPartPr/>
                <p14:nvPr/>
              </p14:nvContentPartPr>
              <p14:xfrm>
                <a:off x="3664144" y="1001529"/>
                <a:ext cx="82440" cy="92880"/>
              </p14:xfrm>
            </p:contentPart>
          </mc:Choice>
          <mc:Fallback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20182321-F3EE-FF01-1DFB-DC3CF3BD43D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659824" y="997209"/>
                  <a:ext cx="910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D5640B69-D3AE-0D55-8448-68714C62C58A}"/>
                    </a:ext>
                  </a:extLst>
                </p14:cNvPr>
                <p14:cNvContentPartPr/>
                <p14:nvPr/>
              </p14:nvContentPartPr>
              <p14:xfrm>
                <a:off x="3736504" y="892809"/>
                <a:ext cx="26640" cy="229320"/>
              </p14:xfrm>
            </p:contentPart>
          </mc:Choice>
          <mc:Fallback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D5640B69-D3AE-0D55-8448-68714C62C58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732184" y="888489"/>
                  <a:ext cx="352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F859E664-DDD6-7B64-AEB3-AF87F3F5936D}"/>
                    </a:ext>
                  </a:extLst>
                </p14:cNvPr>
                <p14:cNvContentPartPr/>
                <p14:nvPr/>
              </p14:nvContentPartPr>
              <p14:xfrm>
                <a:off x="3814264" y="874449"/>
                <a:ext cx="119160" cy="221760"/>
              </p14:xfrm>
            </p:contentPart>
          </mc:Choice>
          <mc:Fallback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F859E664-DDD6-7B64-AEB3-AF87F3F5936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809944" y="870129"/>
                  <a:ext cx="1278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75A6A01C-5231-BD85-300B-623491EA60BF}"/>
                    </a:ext>
                  </a:extLst>
                </p14:cNvPr>
                <p14:cNvContentPartPr/>
                <p14:nvPr/>
              </p14:nvContentPartPr>
              <p14:xfrm>
                <a:off x="3866464" y="1052649"/>
                <a:ext cx="98640" cy="53280"/>
              </p14:xfrm>
            </p:contentPart>
          </mc:Choice>
          <mc:Fallback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75A6A01C-5231-BD85-300B-623491EA60B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862144" y="1048329"/>
                  <a:ext cx="107280" cy="61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6B1DEC35-7CEC-9497-63BD-1E50A039A12B}"/>
              </a:ext>
            </a:extLst>
          </p:cNvPr>
          <p:cNvGrpSpPr/>
          <p:nvPr/>
        </p:nvGrpSpPr>
        <p:grpSpPr>
          <a:xfrm>
            <a:off x="4572784" y="759249"/>
            <a:ext cx="1626840" cy="481320"/>
            <a:chOff x="4572784" y="759249"/>
            <a:chExt cx="1626840" cy="48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813799B1-E9D1-ECF5-54D9-4B901EBE566C}"/>
                    </a:ext>
                  </a:extLst>
                </p14:cNvPr>
                <p14:cNvContentPartPr/>
                <p14:nvPr/>
              </p14:nvContentPartPr>
              <p14:xfrm>
                <a:off x="4572784" y="759249"/>
                <a:ext cx="237960" cy="246240"/>
              </p14:xfrm>
            </p:contentPart>
          </mc:Choice>
          <mc:Fallback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813799B1-E9D1-ECF5-54D9-4B901EBE566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537144" y="723609"/>
                  <a:ext cx="30960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CA84F2DC-D85A-0A4B-216F-EED86B61E58E}"/>
                    </a:ext>
                  </a:extLst>
                </p14:cNvPr>
                <p14:cNvContentPartPr/>
                <p14:nvPr/>
              </p14:nvContentPartPr>
              <p14:xfrm>
                <a:off x="4807144" y="902889"/>
                <a:ext cx="66240" cy="208080"/>
              </p14:xfrm>
            </p:contentPart>
          </mc:Choice>
          <mc:Fallback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CA84F2DC-D85A-0A4B-216F-EED86B61E58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771504" y="866889"/>
                  <a:ext cx="1378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530259AE-9C0E-89E9-43E9-76D1C1D26B6A}"/>
                    </a:ext>
                  </a:extLst>
                </p14:cNvPr>
                <p14:cNvContentPartPr/>
                <p14:nvPr/>
              </p14:nvContentPartPr>
              <p14:xfrm>
                <a:off x="4947184" y="914049"/>
                <a:ext cx="145440" cy="118440"/>
              </p14:xfrm>
            </p:contentPart>
          </mc:Choice>
          <mc:Fallback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530259AE-9C0E-89E9-43E9-76D1C1D26B6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911184" y="878409"/>
                  <a:ext cx="2170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F22F0B82-7EA7-844A-74D1-843B894BD2C8}"/>
                    </a:ext>
                  </a:extLst>
                </p14:cNvPr>
                <p14:cNvContentPartPr/>
                <p14:nvPr/>
              </p14:nvContentPartPr>
              <p14:xfrm>
                <a:off x="4999024" y="1082889"/>
                <a:ext cx="104760" cy="105120"/>
              </p14:xfrm>
            </p:contentPart>
          </mc:Choice>
          <mc:Fallback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F22F0B82-7EA7-844A-74D1-843B894BD2C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963384" y="1047249"/>
                  <a:ext cx="1764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08B57276-FC01-BE0F-8702-23E2ACACD08E}"/>
                    </a:ext>
                  </a:extLst>
                </p14:cNvPr>
                <p14:cNvContentPartPr/>
                <p14:nvPr/>
              </p14:nvContentPartPr>
              <p14:xfrm>
                <a:off x="5148784" y="911169"/>
                <a:ext cx="118800" cy="132480"/>
              </p14:xfrm>
            </p:contentPart>
          </mc:Choice>
          <mc:Fallback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08B57276-FC01-BE0F-8702-23E2ACACD08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113144" y="875169"/>
                  <a:ext cx="1904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잉크 47">
                  <a:extLst>
                    <a:ext uri="{FF2B5EF4-FFF2-40B4-BE49-F238E27FC236}">
                      <a16:creationId xmlns:a16="http://schemas.microsoft.com/office/drawing/2014/main" id="{01AAB578-D303-4C2D-0820-B07D446ED7BD}"/>
                    </a:ext>
                  </a:extLst>
                </p14:cNvPr>
                <p14:cNvContentPartPr/>
                <p14:nvPr/>
              </p14:nvContentPartPr>
              <p14:xfrm>
                <a:off x="5214304" y="1063809"/>
                <a:ext cx="10080" cy="66960"/>
              </p14:xfrm>
            </p:contentPart>
          </mc:Choice>
          <mc:Fallback>
            <p:pic>
              <p:nvPicPr>
                <p:cNvPr id="48" name="잉크 47">
                  <a:extLst>
                    <a:ext uri="{FF2B5EF4-FFF2-40B4-BE49-F238E27FC236}">
                      <a16:creationId xmlns:a16="http://schemas.microsoft.com/office/drawing/2014/main" id="{01AAB578-D303-4C2D-0820-B07D446ED7B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178304" y="1028169"/>
                  <a:ext cx="817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F2170C60-CA09-FFD4-3F53-4472DAD5E0A7}"/>
                    </a:ext>
                  </a:extLst>
                </p14:cNvPr>
                <p14:cNvContentPartPr/>
                <p14:nvPr/>
              </p14:nvContentPartPr>
              <p14:xfrm>
                <a:off x="5194864" y="1099449"/>
                <a:ext cx="62280" cy="24120"/>
              </p14:xfrm>
            </p:contentPart>
          </mc:Choice>
          <mc:Fallback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F2170C60-CA09-FFD4-3F53-4472DAD5E0A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159224" y="1063449"/>
                  <a:ext cx="1339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7DEA16A3-E3B8-72E0-A1BD-674C8D0D21AD}"/>
                    </a:ext>
                  </a:extLst>
                </p14:cNvPr>
                <p14:cNvContentPartPr/>
                <p14:nvPr/>
              </p14:nvContentPartPr>
              <p14:xfrm>
                <a:off x="5405464" y="897129"/>
                <a:ext cx="144720" cy="99360"/>
              </p14:xfrm>
            </p:contentPart>
          </mc:Choice>
          <mc:Fallback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7DEA16A3-E3B8-72E0-A1BD-674C8D0D21A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369824" y="861489"/>
                  <a:ext cx="2163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24677D9F-A6FD-18BF-D56E-05B673667A40}"/>
                    </a:ext>
                  </a:extLst>
                </p14:cNvPr>
                <p14:cNvContentPartPr/>
                <p14:nvPr/>
              </p14:nvContentPartPr>
              <p14:xfrm>
                <a:off x="5425624" y="1048689"/>
                <a:ext cx="102960" cy="113760"/>
              </p14:xfrm>
            </p:contentPart>
          </mc:Choice>
          <mc:Fallback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24677D9F-A6FD-18BF-D56E-05B673667A4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389624" y="1012689"/>
                  <a:ext cx="1746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3EB3292A-6A8E-389A-A482-89BAEBDF50ED}"/>
                    </a:ext>
                  </a:extLst>
                </p14:cNvPr>
                <p14:cNvContentPartPr/>
                <p14:nvPr/>
              </p14:nvContentPartPr>
              <p14:xfrm>
                <a:off x="5619664" y="906849"/>
                <a:ext cx="116280" cy="123480"/>
              </p14:xfrm>
            </p:contentPart>
          </mc:Choice>
          <mc:Fallback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3EB3292A-6A8E-389A-A482-89BAEBDF50E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584024" y="871209"/>
                  <a:ext cx="18792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653C526C-CF64-6E49-DBFA-16F58BACC6FE}"/>
                    </a:ext>
                  </a:extLst>
                </p14:cNvPr>
                <p14:cNvContentPartPr/>
                <p14:nvPr/>
              </p14:nvContentPartPr>
              <p14:xfrm>
                <a:off x="5695264" y="1020969"/>
                <a:ext cx="8280" cy="92880"/>
              </p14:xfrm>
            </p:contentPart>
          </mc:Choice>
          <mc:Fallback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653C526C-CF64-6E49-DBFA-16F58BACC6F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659624" y="984969"/>
                  <a:ext cx="799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4" name="잉크 53">
                  <a:extLst>
                    <a:ext uri="{FF2B5EF4-FFF2-40B4-BE49-F238E27FC236}">
                      <a16:creationId xmlns:a16="http://schemas.microsoft.com/office/drawing/2014/main" id="{965EAF0E-2045-81C1-86D4-0887BF9894AF}"/>
                    </a:ext>
                  </a:extLst>
                </p14:cNvPr>
                <p14:cNvContentPartPr/>
                <p14:nvPr/>
              </p14:nvContentPartPr>
              <p14:xfrm>
                <a:off x="5656744" y="1102329"/>
                <a:ext cx="73080" cy="7920"/>
              </p14:xfrm>
            </p:contentPart>
          </mc:Choice>
          <mc:Fallback>
            <p:pic>
              <p:nvPicPr>
                <p:cNvPr id="54" name="잉크 53">
                  <a:extLst>
                    <a:ext uri="{FF2B5EF4-FFF2-40B4-BE49-F238E27FC236}">
                      <a16:creationId xmlns:a16="http://schemas.microsoft.com/office/drawing/2014/main" id="{965EAF0E-2045-81C1-86D4-0887BF9894A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621104" y="1066329"/>
                  <a:ext cx="1447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5" name="잉크 54">
                  <a:extLst>
                    <a:ext uri="{FF2B5EF4-FFF2-40B4-BE49-F238E27FC236}">
                      <a16:creationId xmlns:a16="http://schemas.microsoft.com/office/drawing/2014/main" id="{8FAE2E56-52CD-784F-4344-9FD8D8A9405E}"/>
                    </a:ext>
                  </a:extLst>
                </p14:cNvPr>
                <p14:cNvContentPartPr/>
                <p14:nvPr/>
              </p14:nvContentPartPr>
              <p14:xfrm>
                <a:off x="5649184" y="1155249"/>
                <a:ext cx="89640" cy="85320"/>
              </p14:xfrm>
            </p:contentPart>
          </mc:Choice>
          <mc:Fallback>
            <p:pic>
              <p:nvPicPr>
                <p:cNvPr id="55" name="잉크 54">
                  <a:extLst>
                    <a:ext uri="{FF2B5EF4-FFF2-40B4-BE49-F238E27FC236}">
                      <a16:creationId xmlns:a16="http://schemas.microsoft.com/office/drawing/2014/main" id="{8FAE2E56-52CD-784F-4344-9FD8D8A9405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613544" y="1119609"/>
                  <a:ext cx="1612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6" name="잉크 55">
                  <a:extLst>
                    <a:ext uri="{FF2B5EF4-FFF2-40B4-BE49-F238E27FC236}">
                      <a16:creationId xmlns:a16="http://schemas.microsoft.com/office/drawing/2014/main" id="{146B1D57-76DD-1806-0A34-672C4A437CE6}"/>
                    </a:ext>
                  </a:extLst>
                </p14:cNvPr>
                <p14:cNvContentPartPr/>
                <p14:nvPr/>
              </p14:nvContentPartPr>
              <p14:xfrm>
                <a:off x="5836024" y="900009"/>
                <a:ext cx="69480" cy="10080"/>
              </p14:xfrm>
            </p:contentPart>
          </mc:Choice>
          <mc:Fallback>
            <p:pic>
              <p:nvPicPr>
                <p:cNvPr id="56" name="잉크 55">
                  <a:extLst>
                    <a:ext uri="{FF2B5EF4-FFF2-40B4-BE49-F238E27FC236}">
                      <a16:creationId xmlns:a16="http://schemas.microsoft.com/office/drawing/2014/main" id="{146B1D57-76DD-1806-0A34-672C4A437CE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800384" y="864009"/>
                  <a:ext cx="1411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잉크 56">
                  <a:extLst>
                    <a:ext uri="{FF2B5EF4-FFF2-40B4-BE49-F238E27FC236}">
                      <a16:creationId xmlns:a16="http://schemas.microsoft.com/office/drawing/2014/main" id="{526870F1-604C-397C-818D-D400B4AF44FA}"/>
                    </a:ext>
                  </a:extLst>
                </p14:cNvPr>
                <p14:cNvContentPartPr/>
                <p14:nvPr/>
              </p14:nvContentPartPr>
              <p14:xfrm>
                <a:off x="5838544" y="966609"/>
                <a:ext cx="108720" cy="2160"/>
              </p14:xfrm>
            </p:contentPart>
          </mc:Choice>
          <mc:Fallback>
            <p:pic>
              <p:nvPicPr>
                <p:cNvPr id="57" name="잉크 56">
                  <a:extLst>
                    <a:ext uri="{FF2B5EF4-FFF2-40B4-BE49-F238E27FC236}">
                      <a16:creationId xmlns:a16="http://schemas.microsoft.com/office/drawing/2014/main" id="{526870F1-604C-397C-818D-D400B4AF44F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802544" y="930609"/>
                  <a:ext cx="1803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2E3A2D91-E3C4-092A-59CD-DFC5588FE21C}"/>
                    </a:ext>
                  </a:extLst>
                </p14:cNvPr>
                <p14:cNvContentPartPr/>
                <p14:nvPr/>
              </p14:nvContentPartPr>
              <p14:xfrm>
                <a:off x="5855824" y="992529"/>
                <a:ext cx="68040" cy="88560"/>
              </p14:xfrm>
            </p:contentPart>
          </mc:Choice>
          <mc:Fallback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2E3A2D91-E3C4-092A-59CD-DFC5588FE21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819824" y="956889"/>
                  <a:ext cx="1396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4A1D541F-862B-FFC7-8FDA-A0B071FE9CDE}"/>
                    </a:ext>
                  </a:extLst>
                </p14:cNvPr>
                <p14:cNvContentPartPr/>
                <p14:nvPr/>
              </p14:nvContentPartPr>
              <p14:xfrm>
                <a:off x="5877424" y="1060209"/>
                <a:ext cx="75240" cy="98640"/>
              </p14:xfrm>
            </p:contentPart>
          </mc:Choice>
          <mc:Fallback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4A1D541F-862B-FFC7-8FDA-A0B071FE9CD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841424" y="1024569"/>
                  <a:ext cx="1468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A4CB7082-A2B8-2973-A9BA-B641A7273ABE}"/>
                    </a:ext>
                  </a:extLst>
                </p14:cNvPr>
                <p14:cNvContentPartPr/>
                <p14:nvPr/>
              </p14:nvContentPartPr>
              <p14:xfrm>
                <a:off x="5981824" y="951489"/>
                <a:ext cx="24480" cy="237240"/>
              </p14:xfrm>
            </p:contentPart>
          </mc:Choice>
          <mc:Fallback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A4CB7082-A2B8-2973-A9BA-B641A7273AB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946184" y="915489"/>
                  <a:ext cx="9612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잉크 60">
                  <a:extLst>
                    <a:ext uri="{FF2B5EF4-FFF2-40B4-BE49-F238E27FC236}">
                      <a16:creationId xmlns:a16="http://schemas.microsoft.com/office/drawing/2014/main" id="{15629613-7F64-2C3A-2E0E-87B53B21128D}"/>
                    </a:ext>
                  </a:extLst>
                </p14:cNvPr>
                <p14:cNvContentPartPr/>
                <p14:nvPr/>
              </p14:nvContentPartPr>
              <p14:xfrm>
                <a:off x="6019984" y="898209"/>
                <a:ext cx="179640" cy="294840"/>
              </p14:xfrm>
            </p:contentPart>
          </mc:Choice>
          <mc:Fallback>
            <p:pic>
              <p:nvPicPr>
                <p:cNvPr id="61" name="잉크 60">
                  <a:extLst>
                    <a:ext uri="{FF2B5EF4-FFF2-40B4-BE49-F238E27FC236}">
                      <a16:creationId xmlns:a16="http://schemas.microsoft.com/office/drawing/2014/main" id="{15629613-7F64-2C3A-2E0E-87B53B21128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984344" y="862209"/>
                  <a:ext cx="251280" cy="36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A81A94AD-E9A9-3C21-9BA4-A2978CDB33BD}"/>
              </a:ext>
            </a:extLst>
          </p:cNvPr>
          <p:cNvGrpSpPr/>
          <p:nvPr/>
        </p:nvGrpSpPr>
        <p:grpSpPr>
          <a:xfrm>
            <a:off x="3566224" y="4667409"/>
            <a:ext cx="646920" cy="606960"/>
            <a:chOff x="3566224" y="4667409"/>
            <a:chExt cx="646920" cy="60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7" name="잉크 66">
                  <a:extLst>
                    <a:ext uri="{FF2B5EF4-FFF2-40B4-BE49-F238E27FC236}">
                      <a16:creationId xmlns:a16="http://schemas.microsoft.com/office/drawing/2014/main" id="{9C7229F4-0F23-27AF-3296-D20B6C26B554}"/>
                    </a:ext>
                  </a:extLst>
                </p14:cNvPr>
                <p14:cNvContentPartPr/>
                <p14:nvPr/>
              </p14:nvContentPartPr>
              <p14:xfrm>
                <a:off x="3905344" y="5026689"/>
                <a:ext cx="74160" cy="247680"/>
              </p14:xfrm>
            </p:contentPart>
          </mc:Choice>
          <mc:Fallback>
            <p:pic>
              <p:nvPicPr>
                <p:cNvPr id="67" name="잉크 66">
                  <a:extLst>
                    <a:ext uri="{FF2B5EF4-FFF2-40B4-BE49-F238E27FC236}">
                      <a16:creationId xmlns:a16="http://schemas.microsoft.com/office/drawing/2014/main" id="{9C7229F4-0F23-27AF-3296-D20B6C26B55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869704" y="4991049"/>
                  <a:ext cx="14580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8" name="잉크 67">
                  <a:extLst>
                    <a:ext uri="{FF2B5EF4-FFF2-40B4-BE49-F238E27FC236}">
                      <a16:creationId xmlns:a16="http://schemas.microsoft.com/office/drawing/2014/main" id="{9B0841F9-D192-0711-98B2-B8647C4B9DF8}"/>
                    </a:ext>
                  </a:extLst>
                </p14:cNvPr>
                <p14:cNvContentPartPr/>
                <p14:nvPr/>
              </p14:nvContentPartPr>
              <p14:xfrm>
                <a:off x="3594664" y="4794489"/>
                <a:ext cx="27720" cy="241920"/>
              </p14:xfrm>
            </p:contentPart>
          </mc:Choice>
          <mc:Fallback>
            <p:pic>
              <p:nvPicPr>
                <p:cNvPr id="68" name="잉크 67">
                  <a:extLst>
                    <a:ext uri="{FF2B5EF4-FFF2-40B4-BE49-F238E27FC236}">
                      <a16:creationId xmlns:a16="http://schemas.microsoft.com/office/drawing/2014/main" id="{9B0841F9-D192-0711-98B2-B8647C4B9DF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558664" y="4758489"/>
                  <a:ext cx="9936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9" name="잉크 68">
                  <a:extLst>
                    <a:ext uri="{FF2B5EF4-FFF2-40B4-BE49-F238E27FC236}">
                      <a16:creationId xmlns:a16="http://schemas.microsoft.com/office/drawing/2014/main" id="{19951011-D420-380D-D806-7E854ABD7A2C}"/>
                    </a:ext>
                  </a:extLst>
                </p14:cNvPr>
                <p14:cNvContentPartPr/>
                <p14:nvPr/>
              </p14:nvContentPartPr>
              <p14:xfrm>
                <a:off x="3566224" y="4669209"/>
                <a:ext cx="6840" cy="2160"/>
              </p14:xfrm>
            </p:contentPart>
          </mc:Choice>
          <mc:Fallback>
            <p:pic>
              <p:nvPicPr>
                <p:cNvPr id="69" name="잉크 68">
                  <a:extLst>
                    <a:ext uri="{FF2B5EF4-FFF2-40B4-BE49-F238E27FC236}">
                      <a16:creationId xmlns:a16="http://schemas.microsoft.com/office/drawing/2014/main" id="{19951011-D420-380D-D806-7E854ABD7A2C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530224" y="4633569"/>
                  <a:ext cx="784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0" name="잉크 69">
                  <a:extLst>
                    <a:ext uri="{FF2B5EF4-FFF2-40B4-BE49-F238E27FC236}">
                      <a16:creationId xmlns:a16="http://schemas.microsoft.com/office/drawing/2014/main" id="{1B06A435-8A87-7E5F-D699-6E4DA205C230}"/>
                    </a:ext>
                  </a:extLst>
                </p14:cNvPr>
                <p14:cNvContentPartPr/>
                <p14:nvPr/>
              </p14:nvContentPartPr>
              <p14:xfrm>
                <a:off x="3683224" y="4696209"/>
                <a:ext cx="71280" cy="269640"/>
              </p14:xfrm>
            </p:contentPart>
          </mc:Choice>
          <mc:Fallback>
            <p:pic>
              <p:nvPicPr>
                <p:cNvPr id="70" name="잉크 69">
                  <a:extLst>
                    <a:ext uri="{FF2B5EF4-FFF2-40B4-BE49-F238E27FC236}">
                      <a16:creationId xmlns:a16="http://schemas.microsoft.com/office/drawing/2014/main" id="{1B06A435-8A87-7E5F-D699-6E4DA205C23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47584" y="4660209"/>
                  <a:ext cx="14292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1" name="잉크 70">
                  <a:extLst>
                    <a:ext uri="{FF2B5EF4-FFF2-40B4-BE49-F238E27FC236}">
                      <a16:creationId xmlns:a16="http://schemas.microsoft.com/office/drawing/2014/main" id="{5BC240BC-7A4E-87B6-04AD-5612D43EA8F8}"/>
                    </a:ext>
                  </a:extLst>
                </p14:cNvPr>
                <p14:cNvContentPartPr/>
                <p14:nvPr/>
              </p14:nvContentPartPr>
              <p14:xfrm>
                <a:off x="3647584" y="4805289"/>
                <a:ext cx="113040" cy="20160"/>
              </p14:xfrm>
            </p:contentPart>
          </mc:Choice>
          <mc:Fallback>
            <p:pic>
              <p:nvPicPr>
                <p:cNvPr id="71" name="잉크 70">
                  <a:extLst>
                    <a:ext uri="{FF2B5EF4-FFF2-40B4-BE49-F238E27FC236}">
                      <a16:creationId xmlns:a16="http://schemas.microsoft.com/office/drawing/2014/main" id="{5BC240BC-7A4E-87B6-04AD-5612D43EA8F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611944" y="4769649"/>
                  <a:ext cx="1846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3" name="잉크 72">
                  <a:extLst>
                    <a:ext uri="{FF2B5EF4-FFF2-40B4-BE49-F238E27FC236}">
                      <a16:creationId xmlns:a16="http://schemas.microsoft.com/office/drawing/2014/main" id="{37DCDD4C-7B8A-A5B9-8B39-8F22C85512FE}"/>
                    </a:ext>
                  </a:extLst>
                </p14:cNvPr>
                <p14:cNvContentPartPr/>
                <p14:nvPr/>
              </p14:nvContentPartPr>
              <p14:xfrm>
                <a:off x="3929464" y="4689369"/>
                <a:ext cx="43560" cy="246960"/>
              </p14:xfrm>
            </p:contentPart>
          </mc:Choice>
          <mc:Fallback>
            <p:pic>
              <p:nvPicPr>
                <p:cNvPr id="73" name="잉크 72">
                  <a:extLst>
                    <a:ext uri="{FF2B5EF4-FFF2-40B4-BE49-F238E27FC236}">
                      <a16:creationId xmlns:a16="http://schemas.microsoft.com/office/drawing/2014/main" id="{37DCDD4C-7B8A-A5B9-8B39-8F22C85512F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893824" y="4653729"/>
                  <a:ext cx="11520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4" name="잉크 73">
                  <a:extLst>
                    <a:ext uri="{FF2B5EF4-FFF2-40B4-BE49-F238E27FC236}">
                      <a16:creationId xmlns:a16="http://schemas.microsoft.com/office/drawing/2014/main" id="{0CFFCDFA-E215-7967-836E-89FD9F7DBB95}"/>
                    </a:ext>
                  </a:extLst>
                </p14:cNvPr>
                <p14:cNvContentPartPr/>
                <p14:nvPr/>
              </p14:nvContentPartPr>
              <p14:xfrm>
                <a:off x="4031704" y="4667409"/>
                <a:ext cx="181440" cy="164880"/>
              </p14:xfrm>
            </p:contentPart>
          </mc:Choice>
          <mc:Fallback>
            <p:pic>
              <p:nvPicPr>
                <p:cNvPr id="74" name="잉크 73">
                  <a:extLst>
                    <a:ext uri="{FF2B5EF4-FFF2-40B4-BE49-F238E27FC236}">
                      <a16:creationId xmlns:a16="http://schemas.microsoft.com/office/drawing/2014/main" id="{0CFFCDFA-E215-7967-836E-89FD9F7DBB9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995704" y="4631769"/>
                  <a:ext cx="253080" cy="23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75" name="잉크 74">
                <a:extLst>
                  <a:ext uri="{FF2B5EF4-FFF2-40B4-BE49-F238E27FC236}">
                    <a16:creationId xmlns:a16="http://schemas.microsoft.com/office/drawing/2014/main" id="{FC943FCC-27FE-4B20-31FD-1D523D69578C}"/>
                  </a:ext>
                </a:extLst>
              </p14:cNvPr>
              <p14:cNvContentPartPr/>
              <p14:nvPr/>
            </p14:nvContentPartPr>
            <p14:xfrm>
              <a:off x="3903544" y="5737329"/>
              <a:ext cx="36360" cy="124560"/>
            </p14:xfrm>
          </p:contentPart>
        </mc:Choice>
        <mc:Fallback>
          <p:pic>
            <p:nvPicPr>
              <p:cNvPr id="75" name="잉크 74">
                <a:extLst>
                  <a:ext uri="{FF2B5EF4-FFF2-40B4-BE49-F238E27FC236}">
                    <a16:creationId xmlns:a16="http://schemas.microsoft.com/office/drawing/2014/main" id="{FC943FCC-27FE-4B20-31FD-1D523D69578C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867904" y="5701689"/>
                <a:ext cx="108000" cy="19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88" name="그룹 87">
            <a:extLst>
              <a:ext uri="{FF2B5EF4-FFF2-40B4-BE49-F238E27FC236}">
                <a16:creationId xmlns:a16="http://schemas.microsoft.com/office/drawing/2014/main" id="{24D6AAD0-E717-5289-D2B2-A72650832F18}"/>
              </a:ext>
            </a:extLst>
          </p:cNvPr>
          <p:cNvGrpSpPr/>
          <p:nvPr/>
        </p:nvGrpSpPr>
        <p:grpSpPr>
          <a:xfrm>
            <a:off x="3618064" y="5994729"/>
            <a:ext cx="705960" cy="279360"/>
            <a:chOff x="3618064" y="5994729"/>
            <a:chExt cx="705960" cy="27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6" name="잉크 75">
                  <a:extLst>
                    <a:ext uri="{FF2B5EF4-FFF2-40B4-BE49-F238E27FC236}">
                      <a16:creationId xmlns:a16="http://schemas.microsoft.com/office/drawing/2014/main" id="{FCF5A840-7691-222A-4556-AA42F33BF877}"/>
                    </a:ext>
                  </a:extLst>
                </p14:cNvPr>
                <p14:cNvContentPartPr/>
                <p14:nvPr/>
              </p14:nvContentPartPr>
              <p14:xfrm>
                <a:off x="3618064" y="6064929"/>
                <a:ext cx="108000" cy="209160"/>
              </p14:xfrm>
            </p:contentPart>
          </mc:Choice>
          <mc:Fallback>
            <p:pic>
              <p:nvPicPr>
                <p:cNvPr id="76" name="잉크 75">
                  <a:extLst>
                    <a:ext uri="{FF2B5EF4-FFF2-40B4-BE49-F238E27FC236}">
                      <a16:creationId xmlns:a16="http://schemas.microsoft.com/office/drawing/2014/main" id="{FCF5A840-7691-222A-4556-AA42F33BF87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582424" y="6029289"/>
                  <a:ext cx="17964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7" name="잉크 76">
                  <a:extLst>
                    <a:ext uri="{FF2B5EF4-FFF2-40B4-BE49-F238E27FC236}">
                      <a16:creationId xmlns:a16="http://schemas.microsoft.com/office/drawing/2014/main" id="{D95A7515-B02F-A3A2-73FD-10EAC06968DE}"/>
                    </a:ext>
                  </a:extLst>
                </p14:cNvPr>
                <p14:cNvContentPartPr/>
                <p14:nvPr/>
              </p14:nvContentPartPr>
              <p14:xfrm>
                <a:off x="3838384" y="6228729"/>
                <a:ext cx="8280" cy="21600"/>
              </p14:xfrm>
            </p:contentPart>
          </mc:Choice>
          <mc:Fallback>
            <p:pic>
              <p:nvPicPr>
                <p:cNvPr id="77" name="잉크 76">
                  <a:extLst>
                    <a:ext uri="{FF2B5EF4-FFF2-40B4-BE49-F238E27FC236}">
                      <a16:creationId xmlns:a16="http://schemas.microsoft.com/office/drawing/2014/main" id="{D95A7515-B02F-A3A2-73FD-10EAC06968D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802744" y="6193089"/>
                  <a:ext cx="799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8" name="잉크 77">
                  <a:extLst>
                    <a:ext uri="{FF2B5EF4-FFF2-40B4-BE49-F238E27FC236}">
                      <a16:creationId xmlns:a16="http://schemas.microsoft.com/office/drawing/2014/main" id="{47730FB5-1B20-B1E3-6EC2-CD30360BF671}"/>
                    </a:ext>
                  </a:extLst>
                </p14:cNvPr>
                <p14:cNvContentPartPr/>
                <p14:nvPr/>
              </p14:nvContentPartPr>
              <p14:xfrm>
                <a:off x="3948904" y="6077529"/>
                <a:ext cx="91440" cy="140400"/>
              </p14:xfrm>
            </p:contentPart>
          </mc:Choice>
          <mc:Fallback>
            <p:pic>
              <p:nvPicPr>
                <p:cNvPr id="78" name="잉크 77">
                  <a:extLst>
                    <a:ext uri="{FF2B5EF4-FFF2-40B4-BE49-F238E27FC236}">
                      <a16:creationId xmlns:a16="http://schemas.microsoft.com/office/drawing/2014/main" id="{47730FB5-1B20-B1E3-6EC2-CD30360BF67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912904" y="6041529"/>
                  <a:ext cx="1630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9" name="잉크 78">
                  <a:extLst>
                    <a:ext uri="{FF2B5EF4-FFF2-40B4-BE49-F238E27FC236}">
                      <a16:creationId xmlns:a16="http://schemas.microsoft.com/office/drawing/2014/main" id="{5ED72F47-7ADE-6BBA-C5E8-B012598FD207}"/>
                    </a:ext>
                  </a:extLst>
                </p14:cNvPr>
                <p14:cNvContentPartPr/>
                <p14:nvPr/>
              </p14:nvContentPartPr>
              <p14:xfrm>
                <a:off x="3960424" y="6016689"/>
                <a:ext cx="81000" cy="36720"/>
              </p14:xfrm>
            </p:contentPart>
          </mc:Choice>
          <mc:Fallback>
            <p:pic>
              <p:nvPicPr>
                <p:cNvPr id="79" name="잉크 78">
                  <a:extLst>
                    <a:ext uri="{FF2B5EF4-FFF2-40B4-BE49-F238E27FC236}">
                      <a16:creationId xmlns:a16="http://schemas.microsoft.com/office/drawing/2014/main" id="{5ED72F47-7ADE-6BBA-C5E8-B012598FD20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924424" y="5980689"/>
                  <a:ext cx="1526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2" name="잉크 81">
                  <a:extLst>
                    <a:ext uri="{FF2B5EF4-FFF2-40B4-BE49-F238E27FC236}">
                      <a16:creationId xmlns:a16="http://schemas.microsoft.com/office/drawing/2014/main" id="{C8D53FE0-3BE7-2EE7-446A-D6FBDBFC63F5}"/>
                    </a:ext>
                  </a:extLst>
                </p14:cNvPr>
                <p14:cNvContentPartPr/>
                <p14:nvPr/>
              </p14:nvContentPartPr>
              <p14:xfrm>
                <a:off x="4153744" y="5994729"/>
                <a:ext cx="170280" cy="159120"/>
              </p14:xfrm>
            </p:contentPart>
          </mc:Choice>
          <mc:Fallback>
            <p:pic>
              <p:nvPicPr>
                <p:cNvPr id="82" name="잉크 81">
                  <a:extLst>
                    <a:ext uri="{FF2B5EF4-FFF2-40B4-BE49-F238E27FC236}">
                      <a16:creationId xmlns:a16="http://schemas.microsoft.com/office/drawing/2014/main" id="{C8D53FE0-3BE7-2EE7-446A-D6FBDBFC63F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117744" y="5959089"/>
                  <a:ext cx="241920" cy="23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4DC86654-BFF2-8BD7-4FBF-3755109E2D55}"/>
              </a:ext>
            </a:extLst>
          </p:cNvPr>
          <p:cNvGrpSpPr/>
          <p:nvPr/>
        </p:nvGrpSpPr>
        <p:grpSpPr>
          <a:xfrm>
            <a:off x="6313384" y="5344929"/>
            <a:ext cx="425520" cy="150120"/>
            <a:chOff x="6313384" y="5344929"/>
            <a:chExt cx="425520" cy="150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3" name="잉크 82">
                  <a:extLst>
                    <a:ext uri="{FF2B5EF4-FFF2-40B4-BE49-F238E27FC236}">
                      <a16:creationId xmlns:a16="http://schemas.microsoft.com/office/drawing/2014/main" id="{1E9EAB49-E398-DC3A-81DA-019EF27F230A}"/>
                    </a:ext>
                  </a:extLst>
                </p14:cNvPr>
                <p14:cNvContentPartPr/>
                <p14:nvPr/>
              </p14:nvContentPartPr>
              <p14:xfrm>
                <a:off x="6313384" y="5408649"/>
                <a:ext cx="98280" cy="2520"/>
              </p14:xfrm>
            </p:contentPart>
          </mc:Choice>
          <mc:Fallback>
            <p:pic>
              <p:nvPicPr>
                <p:cNvPr id="83" name="잉크 82">
                  <a:extLst>
                    <a:ext uri="{FF2B5EF4-FFF2-40B4-BE49-F238E27FC236}">
                      <a16:creationId xmlns:a16="http://schemas.microsoft.com/office/drawing/2014/main" id="{1E9EAB49-E398-DC3A-81DA-019EF27F230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277384" y="5373009"/>
                  <a:ext cx="1699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4" name="잉크 83">
                  <a:extLst>
                    <a:ext uri="{FF2B5EF4-FFF2-40B4-BE49-F238E27FC236}">
                      <a16:creationId xmlns:a16="http://schemas.microsoft.com/office/drawing/2014/main" id="{6EA7CA35-273C-489B-60F4-D10423976013}"/>
                    </a:ext>
                  </a:extLst>
                </p14:cNvPr>
                <p14:cNvContentPartPr/>
                <p14:nvPr/>
              </p14:nvContentPartPr>
              <p14:xfrm>
                <a:off x="6338584" y="5466969"/>
                <a:ext cx="38880" cy="10800"/>
              </p14:xfrm>
            </p:contentPart>
          </mc:Choice>
          <mc:Fallback>
            <p:pic>
              <p:nvPicPr>
                <p:cNvPr id="84" name="잉크 83">
                  <a:extLst>
                    <a:ext uri="{FF2B5EF4-FFF2-40B4-BE49-F238E27FC236}">
                      <a16:creationId xmlns:a16="http://schemas.microsoft.com/office/drawing/2014/main" id="{6EA7CA35-273C-489B-60F4-D1042397601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302944" y="5430969"/>
                  <a:ext cx="1105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5" name="잉크 84">
                  <a:extLst>
                    <a:ext uri="{FF2B5EF4-FFF2-40B4-BE49-F238E27FC236}">
                      <a16:creationId xmlns:a16="http://schemas.microsoft.com/office/drawing/2014/main" id="{671168C3-7E60-9F87-5107-85AA3F825B57}"/>
                    </a:ext>
                  </a:extLst>
                </p14:cNvPr>
                <p14:cNvContentPartPr/>
                <p14:nvPr/>
              </p14:nvContentPartPr>
              <p14:xfrm>
                <a:off x="6550264" y="5344929"/>
                <a:ext cx="124560" cy="150120"/>
              </p14:xfrm>
            </p:contentPart>
          </mc:Choice>
          <mc:Fallback>
            <p:pic>
              <p:nvPicPr>
                <p:cNvPr id="85" name="잉크 84">
                  <a:extLst>
                    <a:ext uri="{FF2B5EF4-FFF2-40B4-BE49-F238E27FC236}">
                      <a16:creationId xmlns:a16="http://schemas.microsoft.com/office/drawing/2014/main" id="{671168C3-7E60-9F87-5107-85AA3F825B5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514624" y="5309289"/>
                  <a:ext cx="19620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6" name="잉크 85">
                  <a:extLst>
                    <a:ext uri="{FF2B5EF4-FFF2-40B4-BE49-F238E27FC236}">
                      <a16:creationId xmlns:a16="http://schemas.microsoft.com/office/drawing/2014/main" id="{DCA709F9-08A1-AFE4-783B-3C2A4B31A28A}"/>
                    </a:ext>
                  </a:extLst>
                </p14:cNvPr>
                <p14:cNvContentPartPr/>
                <p14:nvPr/>
              </p14:nvContentPartPr>
              <p14:xfrm>
                <a:off x="6726664" y="5470929"/>
                <a:ext cx="12240" cy="5040"/>
              </p14:xfrm>
            </p:contentPart>
          </mc:Choice>
          <mc:Fallback>
            <p:pic>
              <p:nvPicPr>
                <p:cNvPr id="86" name="잉크 85">
                  <a:extLst>
                    <a:ext uri="{FF2B5EF4-FFF2-40B4-BE49-F238E27FC236}">
                      <a16:creationId xmlns:a16="http://schemas.microsoft.com/office/drawing/2014/main" id="{DCA709F9-08A1-AFE4-783B-3C2A4B31A28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691024" y="5435289"/>
                  <a:ext cx="83880" cy="76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9C6CFE55-AF7E-C7A6-1F4C-B43D13272A94}"/>
              </a:ext>
            </a:extLst>
          </p:cNvPr>
          <p:cNvGrpSpPr/>
          <p:nvPr/>
        </p:nvGrpSpPr>
        <p:grpSpPr>
          <a:xfrm>
            <a:off x="10381166" y="2713731"/>
            <a:ext cx="1556640" cy="2110680"/>
            <a:chOff x="10381166" y="2713731"/>
            <a:chExt cx="1556640" cy="2110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9" name="잉크 88">
                  <a:extLst>
                    <a:ext uri="{FF2B5EF4-FFF2-40B4-BE49-F238E27FC236}">
                      <a16:creationId xmlns:a16="http://schemas.microsoft.com/office/drawing/2014/main" id="{28F923C0-1D28-227A-A0CB-4814BA2F9687}"/>
                    </a:ext>
                  </a:extLst>
                </p14:cNvPr>
                <p14:cNvContentPartPr/>
                <p14:nvPr/>
              </p14:nvContentPartPr>
              <p14:xfrm>
                <a:off x="10479086" y="2713731"/>
                <a:ext cx="97200" cy="264240"/>
              </p14:xfrm>
            </p:contentPart>
          </mc:Choice>
          <mc:Fallback>
            <p:pic>
              <p:nvPicPr>
                <p:cNvPr id="89" name="잉크 88">
                  <a:extLst>
                    <a:ext uri="{FF2B5EF4-FFF2-40B4-BE49-F238E27FC236}">
                      <a16:creationId xmlns:a16="http://schemas.microsoft.com/office/drawing/2014/main" id="{28F923C0-1D28-227A-A0CB-4814BA2F968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443086" y="2677731"/>
                  <a:ext cx="16884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0" name="잉크 89">
                  <a:extLst>
                    <a:ext uri="{FF2B5EF4-FFF2-40B4-BE49-F238E27FC236}">
                      <a16:creationId xmlns:a16="http://schemas.microsoft.com/office/drawing/2014/main" id="{19E2BE22-44CC-AC3C-5CF1-B061E3FC00F0}"/>
                    </a:ext>
                  </a:extLst>
                </p14:cNvPr>
                <p14:cNvContentPartPr/>
                <p14:nvPr/>
              </p14:nvContentPartPr>
              <p14:xfrm>
                <a:off x="10381166" y="2890851"/>
                <a:ext cx="353520" cy="1585440"/>
              </p14:xfrm>
            </p:contentPart>
          </mc:Choice>
          <mc:Fallback>
            <p:pic>
              <p:nvPicPr>
                <p:cNvPr id="90" name="잉크 89">
                  <a:extLst>
                    <a:ext uri="{FF2B5EF4-FFF2-40B4-BE49-F238E27FC236}">
                      <a16:creationId xmlns:a16="http://schemas.microsoft.com/office/drawing/2014/main" id="{19E2BE22-44CC-AC3C-5CF1-B061E3FC00F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345166" y="2854851"/>
                  <a:ext cx="425160" cy="165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91" name="잉크 90">
                  <a:extLst>
                    <a:ext uri="{FF2B5EF4-FFF2-40B4-BE49-F238E27FC236}">
                      <a16:creationId xmlns:a16="http://schemas.microsoft.com/office/drawing/2014/main" id="{DADA5F5E-3A0D-8751-DE2F-AC5C36F4E86F}"/>
                    </a:ext>
                  </a:extLst>
                </p14:cNvPr>
                <p14:cNvContentPartPr/>
                <p14:nvPr/>
              </p14:nvContentPartPr>
              <p14:xfrm>
                <a:off x="10737206" y="4385211"/>
                <a:ext cx="87480" cy="114120"/>
              </p14:xfrm>
            </p:contentPart>
          </mc:Choice>
          <mc:Fallback>
            <p:pic>
              <p:nvPicPr>
                <p:cNvPr id="91" name="잉크 90">
                  <a:extLst>
                    <a:ext uri="{FF2B5EF4-FFF2-40B4-BE49-F238E27FC236}">
                      <a16:creationId xmlns:a16="http://schemas.microsoft.com/office/drawing/2014/main" id="{DADA5F5E-3A0D-8751-DE2F-AC5C36F4E86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701206" y="4349571"/>
                  <a:ext cx="1591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2" name="잉크 91">
                  <a:extLst>
                    <a:ext uri="{FF2B5EF4-FFF2-40B4-BE49-F238E27FC236}">
                      <a16:creationId xmlns:a16="http://schemas.microsoft.com/office/drawing/2014/main" id="{64F6FEBE-0C99-DD02-E374-F25743906A10}"/>
                    </a:ext>
                  </a:extLst>
                </p14:cNvPr>
                <p14:cNvContentPartPr/>
                <p14:nvPr/>
              </p14:nvContentPartPr>
              <p14:xfrm>
                <a:off x="10904966" y="4378011"/>
                <a:ext cx="126000" cy="120960"/>
              </p14:xfrm>
            </p:contentPart>
          </mc:Choice>
          <mc:Fallback>
            <p:pic>
              <p:nvPicPr>
                <p:cNvPr id="92" name="잉크 91">
                  <a:extLst>
                    <a:ext uri="{FF2B5EF4-FFF2-40B4-BE49-F238E27FC236}">
                      <a16:creationId xmlns:a16="http://schemas.microsoft.com/office/drawing/2014/main" id="{64F6FEBE-0C99-DD02-E374-F25743906A1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869326" y="4342371"/>
                  <a:ext cx="19764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3" name="잉크 92">
                  <a:extLst>
                    <a:ext uri="{FF2B5EF4-FFF2-40B4-BE49-F238E27FC236}">
                      <a16:creationId xmlns:a16="http://schemas.microsoft.com/office/drawing/2014/main" id="{9FB6262F-DB4A-7C30-C048-AF4216DC2C8F}"/>
                    </a:ext>
                  </a:extLst>
                </p14:cNvPr>
                <p14:cNvContentPartPr/>
                <p14:nvPr/>
              </p14:nvContentPartPr>
              <p14:xfrm>
                <a:off x="11033846" y="4425891"/>
                <a:ext cx="82800" cy="10800"/>
              </p14:xfrm>
            </p:contentPart>
          </mc:Choice>
          <mc:Fallback>
            <p:pic>
              <p:nvPicPr>
                <p:cNvPr id="93" name="잉크 92">
                  <a:extLst>
                    <a:ext uri="{FF2B5EF4-FFF2-40B4-BE49-F238E27FC236}">
                      <a16:creationId xmlns:a16="http://schemas.microsoft.com/office/drawing/2014/main" id="{9FB6262F-DB4A-7C30-C048-AF4216DC2C8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998206" y="4389891"/>
                  <a:ext cx="15444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4" name="잉크 93">
                  <a:extLst>
                    <a:ext uri="{FF2B5EF4-FFF2-40B4-BE49-F238E27FC236}">
                      <a16:creationId xmlns:a16="http://schemas.microsoft.com/office/drawing/2014/main" id="{60F7F1FA-E365-95EB-0985-644CCCFD5087}"/>
                    </a:ext>
                  </a:extLst>
                </p14:cNvPr>
                <p14:cNvContentPartPr/>
                <p14:nvPr/>
              </p14:nvContentPartPr>
              <p14:xfrm>
                <a:off x="11145446" y="4349571"/>
                <a:ext cx="50400" cy="11880"/>
              </p14:xfrm>
            </p:contentPart>
          </mc:Choice>
          <mc:Fallback>
            <p:pic>
              <p:nvPicPr>
                <p:cNvPr id="94" name="잉크 93">
                  <a:extLst>
                    <a:ext uri="{FF2B5EF4-FFF2-40B4-BE49-F238E27FC236}">
                      <a16:creationId xmlns:a16="http://schemas.microsoft.com/office/drawing/2014/main" id="{60F7F1FA-E365-95EB-0985-644CCCFD508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109446" y="4313571"/>
                  <a:ext cx="1220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5" name="잉크 94">
                  <a:extLst>
                    <a:ext uri="{FF2B5EF4-FFF2-40B4-BE49-F238E27FC236}">
                      <a16:creationId xmlns:a16="http://schemas.microsoft.com/office/drawing/2014/main" id="{855FF90F-1527-0375-539D-92EB215738A0}"/>
                    </a:ext>
                  </a:extLst>
                </p14:cNvPr>
                <p14:cNvContentPartPr/>
                <p14:nvPr/>
              </p14:nvContentPartPr>
              <p14:xfrm>
                <a:off x="11137526" y="4350291"/>
                <a:ext cx="147960" cy="179640"/>
              </p14:xfrm>
            </p:contentPart>
          </mc:Choice>
          <mc:Fallback>
            <p:pic>
              <p:nvPicPr>
                <p:cNvPr id="95" name="잉크 94">
                  <a:extLst>
                    <a:ext uri="{FF2B5EF4-FFF2-40B4-BE49-F238E27FC236}">
                      <a16:creationId xmlns:a16="http://schemas.microsoft.com/office/drawing/2014/main" id="{855FF90F-1527-0375-539D-92EB215738A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101526" y="4314291"/>
                  <a:ext cx="2196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6" name="잉크 95">
                  <a:extLst>
                    <a:ext uri="{FF2B5EF4-FFF2-40B4-BE49-F238E27FC236}">
                      <a16:creationId xmlns:a16="http://schemas.microsoft.com/office/drawing/2014/main" id="{9239B057-744B-1A88-4C2D-66B9881E2581}"/>
                    </a:ext>
                  </a:extLst>
                </p14:cNvPr>
                <p14:cNvContentPartPr/>
                <p14:nvPr/>
              </p14:nvContentPartPr>
              <p14:xfrm>
                <a:off x="11353166" y="4346691"/>
                <a:ext cx="83880" cy="66960"/>
              </p14:xfrm>
            </p:contentPart>
          </mc:Choice>
          <mc:Fallback>
            <p:pic>
              <p:nvPicPr>
                <p:cNvPr id="96" name="잉크 95">
                  <a:extLst>
                    <a:ext uri="{FF2B5EF4-FFF2-40B4-BE49-F238E27FC236}">
                      <a16:creationId xmlns:a16="http://schemas.microsoft.com/office/drawing/2014/main" id="{9239B057-744B-1A88-4C2D-66B9881E258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317166" y="4310691"/>
                  <a:ext cx="1555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7" name="잉크 96">
                  <a:extLst>
                    <a:ext uri="{FF2B5EF4-FFF2-40B4-BE49-F238E27FC236}">
                      <a16:creationId xmlns:a16="http://schemas.microsoft.com/office/drawing/2014/main" id="{754CAA89-2F6D-65F8-C4AE-8AEDDD6E5966}"/>
                    </a:ext>
                  </a:extLst>
                </p14:cNvPr>
                <p14:cNvContentPartPr/>
                <p14:nvPr/>
              </p14:nvContentPartPr>
              <p14:xfrm>
                <a:off x="11366846" y="4451811"/>
                <a:ext cx="74520" cy="111960"/>
              </p14:xfrm>
            </p:contentPart>
          </mc:Choice>
          <mc:Fallback>
            <p:pic>
              <p:nvPicPr>
                <p:cNvPr id="97" name="잉크 96">
                  <a:extLst>
                    <a:ext uri="{FF2B5EF4-FFF2-40B4-BE49-F238E27FC236}">
                      <a16:creationId xmlns:a16="http://schemas.microsoft.com/office/drawing/2014/main" id="{754CAA89-2F6D-65F8-C4AE-8AEDDD6E596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331206" y="4416171"/>
                  <a:ext cx="1461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8" name="잉크 97">
                  <a:extLst>
                    <a:ext uri="{FF2B5EF4-FFF2-40B4-BE49-F238E27FC236}">
                      <a16:creationId xmlns:a16="http://schemas.microsoft.com/office/drawing/2014/main" id="{1DFD2582-A8A1-C3C2-77D2-B6EDF4BAC3D8}"/>
                    </a:ext>
                  </a:extLst>
                </p14:cNvPr>
                <p14:cNvContentPartPr/>
                <p14:nvPr/>
              </p14:nvContentPartPr>
              <p14:xfrm>
                <a:off x="11519846" y="4336251"/>
                <a:ext cx="62640" cy="47880"/>
              </p14:xfrm>
            </p:contentPart>
          </mc:Choice>
          <mc:Fallback>
            <p:pic>
              <p:nvPicPr>
                <p:cNvPr id="98" name="잉크 97">
                  <a:extLst>
                    <a:ext uri="{FF2B5EF4-FFF2-40B4-BE49-F238E27FC236}">
                      <a16:creationId xmlns:a16="http://schemas.microsoft.com/office/drawing/2014/main" id="{1DFD2582-A8A1-C3C2-77D2-B6EDF4BAC3D8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484206" y="4300251"/>
                  <a:ext cx="1342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9" name="잉크 98">
                  <a:extLst>
                    <a:ext uri="{FF2B5EF4-FFF2-40B4-BE49-F238E27FC236}">
                      <a16:creationId xmlns:a16="http://schemas.microsoft.com/office/drawing/2014/main" id="{95FB2464-F8C6-A863-D67B-165B4735DBD2}"/>
                    </a:ext>
                  </a:extLst>
                </p14:cNvPr>
                <p14:cNvContentPartPr/>
                <p14:nvPr/>
              </p14:nvContentPartPr>
              <p14:xfrm>
                <a:off x="11543606" y="4444971"/>
                <a:ext cx="64440" cy="14760"/>
              </p14:xfrm>
            </p:contentPart>
          </mc:Choice>
          <mc:Fallback>
            <p:pic>
              <p:nvPicPr>
                <p:cNvPr id="99" name="잉크 98">
                  <a:extLst>
                    <a:ext uri="{FF2B5EF4-FFF2-40B4-BE49-F238E27FC236}">
                      <a16:creationId xmlns:a16="http://schemas.microsoft.com/office/drawing/2014/main" id="{95FB2464-F8C6-A863-D67B-165B4735DBD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507966" y="4409331"/>
                  <a:ext cx="1360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0" name="잉크 99">
                  <a:extLst>
                    <a:ext uri="{FF2B5EF4-FFF2-40B4-BE49-F238E27FC236}">
                      <a16:creationId xmlns:a16="http://schemas.microsoft.com/office/drawing/2014/main" id="{4758F175-3B49-4BED-FE90-D6A206126914}"/>
                    </a:ext>
                  </a:extLst>
                </p14:cNvPr>
                <p14:cNvContentPartPr/>
                <p14:nvPr/>
              </p14:nvContentPartPr>
              <p14:xfrm>
                <a:off x="11642966" y="4314651"/>
                <a:ext cx="73800" cy="73440"/>
              </p14:xfrm>
            </p:contentPart>
          </mc:Choice>
          <mc:Fallback>
            <p:pic>
              <p:nvPicPr>
                <p:cNvPr id="100" name="잉크 99">
                  <a:extLst>
                    <a:ext uri="{FF2B5EF4-FFF2-40B4-BE49-F238E27FC236}">
                      <a16:creationId xmlns:a16="http://schemas.microsoft.com/office/drawing/2014/main" id="{4758F175-3B49-4BED-FE90-D6A206126914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606966" y="4278651"/>
                  <a:ext cx="1454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1" name="잉크 100">
                  <a:extLst>
                    <a:ext uri="{FF2B5EF4-FFF2-40B4-BE49-F238E27FC236}">
                      <a16:creationId xmlns:a16="http://schemas.microsoft.com/office/drawing/2014/main" id="{A118B8B1-523D-4097-9014-8F851D3987FE}"/>
                    </a:ext>
                  </a:extLst>
                </p14:cNvPr>
                <p14:cNvContentPartPr/>
                <p14:nvPr/>
              </p14:nvContentPartPr>
              <p14:xfrm>
                <a:off x="11586446" y="4379091"/>
                <a:ext cx="6840" cy="66960"/>
              </p14:xfrm>
            </p:contentPart>
          </mc:Choice>
          <mc:Fallback>
            <p:pic>
              <p:nvPicPr>
                <p:cNvPr id="101" name="잉크 100">
                  <a:extLst>
                    <a:ext uri="{FF2B5EF4-FFF2-40B4-BE49-F238E27FC236}">
                      <a16:creationId xmlns:a16="http://schemas.microsoft.com/office/drawing/2014/main" id="{A118B8B1-523D-4097-9014-8F851D3987F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550806" y="4343451"/>
                  <a:ext cx="7848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2" name="잉크 101">
                  <a:extLst>
                    <a:ext uri="{FF2B5EF4-FFF2-40B4-BE49-F238E27FC236}">
                      <a16:creationId xmlns:a16="http://schemas.microsoft.com/office/drawing/2014/main" id="{B0B4CC0D-D4F5-E6B4-0192-FAA21F89DD87}"/>
                    </a:ext>
                  </a:extLst>
                </p14:cNvPr>
                <p14:cNvContentPartPr/>
                <p14:nvPr/>
              </p14:nvContentPartPr>
              <p14:xfrm>
                <a:off x="11777966" y="4230771"/>
                <a:ext cx="16920" cy="190440"/>
              </p14:xfrm>
            </p:contentPart>
          </mc:Choice>
          <mc:Fallback>
            <p:pic>
              <p:nvPicPr>
                <p:cNvPr id="102" name="잉크 101">
                  <a:extLst>
                    <a:ext uri="{FF2B5EF4-FFF2-40B4-BE49-F238E27FC236}">
                      <a16:creationId xmlns:a16="http://schemas.microsoft.com/office/drawing/2014/main" id="{B0B4CC0D-D4F5-E6B4-0192-FAA21F89DD8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741966" y="4194771"/>
                  <a:ext cx="885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3" name="잉크 102">
                  <a:extLst>
                    <a:ext uri="{FF2B5EF4-FFF2-40B4-BE49-F238E27FC236}">
                      <a16:creationId xmlns:a16="http://schemas.microsoft.com/office/drawing/2014/main" id="{1BCE7971-DBC9-817B-BB11-F68EF92BC340}"/>
                    </a:ext>
                  </a:extLst>
                </p14:cNvPr>
                <p14:cNvContentPartPr/>
                <p14:nvPr/>
              </p14:nvContentPartPr>
              <p14:xfrm>
                <a:off x="11827646" y="4255611"/>
                <a:ext cx="100080" cy="71640"/>
              </p14:xfrm>
            </p:contentPart>
          </mc:Choice>
          <mc:Fallback>
            <p:pic>
              <p:nvPicPr>
                <p:cNvPr id="103" name="잉크 102">
                  <a:extLst>
                    <a:ext uri="{FF2B5EF4-FFF2-40B4-BE49-F238E27FC236}">
                      <a16:creationId xmlns:a16="http://schemas.microsoft.com/office/drawing/2014/main" id="{1BCE7971-DBC9-817B-BB11-F68EF92BC34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792006" y="4219611"/>
                  <a:ext cx="1717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4" name="잉크 103">
                  <a:extLst>
                    <a:ext uri="{FF2B5EF4-FFF2-40B4-BE49-F238E27FC236}">
                      <a16:creationId xmlns:a16="http://schemas.microsoft.com/office/drawing/2014/main" id="{6F479D18-07F0-EF0B-DAAA-6410A9714B90}"/>
                    </a:ext>
                  </a:extLst>
                </p14:cNvPr>
                <p14:cNvContentPartPr/>
                <p14:nvPr/>
              </p14:nvContentPartPr>
              <p14:xfrm>
                <a:off x="11858606" y="4392411"/>
                <a:ext cx="79200" cy="6840"/>
              </p14:xfrm>
            </p:contentPart>
          </mc:Choice>
          <mc:Fallback>
            <p:pic>
              <p:nvPicPr>
                <p:cNvPr id="104" name="잉크 103">
                  <a:extLst>
                    <a:ext uri="{FF2B5EF4-FFF2-40B4-BE49-F238E27FC236}">
                      <a16:creationId xmlns:a16="http://schemas.microsoft.com/office/drawing/2014/main" id="{6F479D18-07F0-EF0B-DAAA-6410A9714B9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822606" y="4356771"/>
                  <a:ext cx="1508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5" name="잉크 104">
                  <a:extLst>
                    <a:ext uri="{FF2B5EF4-FFF2-40B4-BE49-F238E27FC236}">
                      <a16:creationId xmlns:a16="http://schemas.microsoft.com/office/drawing/2014/main" id="{9C11CB0D-4DF5-CFEE-37CD-410AF793277E}"/>
                    </a:ext>
                  </a:extLst>
                </p14:cNvPr>
                <p14:cNvContentPartPr/>
                <p14:nvPr/>
              </p14:nvContentPartPr>
              <p14:xfrm>
                <a:off x="10967606" y="4657371"/>
                <a:ext cx="90000" cy="50760"/>
              </p14:xfrm>
            </p:contentPart>
          </mc:Choice>
          <mc:Fallback>
            <p:pic>
              <p:nvPicPr>
                <p:cNvPr id="105" name="잉크 104">
                  <a:extLst>
                    <a:ext uri="{FF2B5EF4-FFF2-40B4-BE49-F238E27FC236}">
                      <a16:creationId xmlns:a16="http://schemas.microsoft.com/office/drawing/2014/main" id="{9C11CB0D-4DF5-CFEE-37CD-410AF793277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0931606" y="4621371"/>
                  <a:ext cx="1616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6" name="잉크 105">
                  <a:extLst>
                    <a:ext uri="{FF2B5EF4-FFF2-40B4-BE49-F238E27FC236}">
                      <a16:creationId xmlns:a16="http://schemas.microsoft.com/office/drawing/2014/main" id="{C08E3E23-1699-9E37-857F-FFFDCE1B1020}"/>
                    </a:ext>
                  </a:extLst>
                </p14:cNvPr>
                <p14:cNvContentPartPr/>
                <p14:nvPr/>
              </p14:nvContentPartPr>
              <p14:xfrm>
                <a:off x="11003606" y="4716771"/>
                <a:ext cx="61200" cy="63000"/>
              </p14:xfrm>
            </p:contentPart>
          </mc:Choice>
          <mc:Fallback>
            <p:pic>
              <p:nvPicPr>
                <p:cNvPr id="106" name="잉크 105">
                  <a:extLst>
                    <a:ext uri="{FF2B5EF4-FFF2-40B4-BE49-F238E27FC236}">
                      <a16:creationId xmlns:a16="http://schemas.microsoft.com/office/drawing/2014/main" id="{C08E3E23-1699-9E37-857F-FFFDCE1B102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967606" y="4680771"/>
                  <a:ext cx="1328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7" name="잉크 106">
                  <a:extLst>
                    <a:ext uri="{FF2B5EF4-FFF2-40B4-BE49-F238E27FC236}">
                      <a16:creationId xmlns:a16="http://schemas.microsoft.com/office/drawing/2014/main" id="{BB03A438-E872-B5A6-CD32-90AD432B92B1}"/>
                    </a:ext>
                  </a:extLst>
                </p14:cNvPr>
                <p14:cNvContentPartPr/>
                <p14:nvPr/>
              </p14:nvContentPartPr>
              <p14:xfrm>
                <a:off x="11104406" y="4639731"/>
                <a:ext cx="61920" cy="57960"/>
              </p14:xfrm>
            </p:contentPart>
          </mc:Choice>
          <mc:Fallback>
            <p:pic>
              <p:nvPicPr>
                <p:cNvPr id="107" name="잉크 106">
                  <a:extLst>
                    <a:ext uri="{FF2B5EF4-FFF2-40B4-BE49-F238E27FC236}">
                      <a16:creationId xmlns:a16="http://schemas.microsoft.com/office/drawing/2014/main" id="{BB03A438-E872-B5A6-CD32-90AD432B92B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068406" y="4604091"/>
                  <a:ext cx="1335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8" name="잉크 107">
                  <a:extLst>
                    <a:ext uri="{FF2B5EF4-FFF2-40B4-BE49-F238E27FC236}">
                      <a16:creationId xmlns:a16="http://schemas.microsoft.com/office/drawing/2014/main" id="{865060FB-4FEB-703C-BEF6-327932EF47B1}"/>
                    </a:ext>
                  </a:extLst>
                </p14:cNvPr>
                <p14:cNvContentPartPr/>
                <p14:nvPr/>
              </p14:nvContentPartPr>
              <p14:xfrm>
                <a:off x="11113766" y="4736571"/>
                <a:ext cx="63000" cy="3960"/>
              </p14:xfrm>
            </p:contentPart>
          </mc:Choice>
          <mc:Fallback>
            <p:pic>
              <p:nvPicPr>
                <p:cNvPr id="108" name="잉크 107">
                  <a:extLst>
                    <a:ext uri="{FF2B5EF4-FFF2-40B4-BE49-F238E27FC236}">
                      <a16:creationId xmlns:a16="http://schemas.microsoft.com/office/drawing/2014/main" id="{865060FB-4FEB-703C-BEF6-327932EF47B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077766" y="4700931"/>
                  <a:ext cx="1346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9" name="잉크 108">
                  <a:extLst>
                    <a:ext uri="{FF2B5EF4-FFF2-40B4-BE49-F238E27FC236}">
                      <a16:creationId xmlns:a16="http://schemas.microsoft.com/office/drawing/2014/main" id="{96E29CD1-7685-77A6-F825-9DFD362EFCC9}"/>
                    </a:ext>
                  </a:extLst>
                </p14:cNvPr>
                <p14:cNvContentPartPr/>
                <p14:nvPr/>
              </p14:nvContentPartPr>
              <p14:xfrm>
                <a:off x="11254886" y="4634691"/>
                <a:ext cx="81720" cy="104400"/>
              </p14:xfrm>
            </p:contentPart>
          </mc:Choice>
          <mc:Fallback>
            <p:pic>
              <p:nvPicPr>
                <p:cNvPr id="109" name="잉크 108">
                  <a:extLst>
                    <a:ext uri="{FF2B5EF4-FFF2-40B4-BE49-F238E27FC236}">
                      <a16:creationId xmlns:a16="http://schemas.microsoft.com/office/drawing/2014/main" id="{96E29CD1-7685-77A6-F825-9DFD362EFCC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218886" y="4598691"/>
                  <a:ext cx="1533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10" name="잉크 109">
                  <a:extLst>
                    <a:ext uri="{FF2B5EF4-FFF2-40B4-BE49-F238E27FC236}">
                      <a16:creationId xmlns:a16="http://schemas.microsoft.com/office/drawing/2014/main" id="{7ED16489-04F4-8772-9DA9-0D698CAA9168}"/>
                    </a:ext>
                  </a:extLst>
                </p14:cNvPr>
                <p14:cNvContentPartPr/>
                <p14:nvPr/>
              </p14:nvContentPartPr>
              <p14:xfrm>
                <a:off x="11282606" y="4753131"/>
                <a:ext cx="75240" cy="71280"/>
              </p14:xfrm>
            </p:contentPart>
          </mc:Choice>
          <mc:Fallback>
            <p:pic>
              <p:nvPicPr>
                <p:cNvPr id="110" name="잉크 109">
                  <a:extLst>
                    <a:ext uri="{FF2B5EF4-FFF2-40B4-BE49-F238E27FC236}">
                      <a16:creationId xmlns:a16="http://schemas.microsoft.com/office/drawing/2014/main" id="{7ED16489-04F4-8772-9DA9-0D698CAA9168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1246966" y="4717131"/>
                  <a:ext cx="146880" cy="14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D25797FA-1B42-6002-4D04-CB52F589482C}"/>
              </a:ext>
            </a:extLst>
          </p:cNvPr>
          <p:cNvGrpSpPr/>
          <p:nvPr/>
        </p:nvGrpSpPr>
        <p:grpSpPr>
          <a:xfrm>
            <a:off x="6588424" y="2997729"/>
            <a:ext cx="3042342" cy="1842585"/>
            <a:chOff x="6588424" y="2997729"/>
            <a:chExt cx="3042342" cy="1842585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63" name="잉크 62">
                  <a:extLst>
                    <a:ext uri="{FF2B5EF4-FFF2-40B4-BE49-F238E27FC236}">
                      <a16:creationId xmlns:a16="http://schemas.microsoft.com/office/drawing/2014/main" id="{8CA4777A-5D49-7D45-5C09-5AB96C8EAC05}"/>
                    </a:ext>
                  </a:extLst>
                </p14:cNvPr>
                <p14:cNvContentPartPr/>
                <p14:nvPr/>
              </p14:nvContentPartPr>
              <p14:xfrm>
                <a:off x="6588424" y="2997729"/>
                <a:ext cx="941040" cy="532440"/>
              </p14:xfrm>
            </p:contentPart>
          </mc:Choice>
          <mc:Fallback>
            <p:pic>
              <p:nvPicPr>
                <p:cNvPr id="63" name="잉크 62">
                  <a:extLst>
                    <a:ext uri="{FF2B5EF4-FFF2-40B4-BE49-F238E27FC236}">
                      <a16:creationId xmlns:a16="http://schemas.microsoft.com/office/drawing/2014/main" id="{8CA4777A-5D49-7D45-5C09-5AB96C8EAC0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552424" y="2961729"/>
                  <a:ext cx="1012680" cy="60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64" name="잉크 63">
                  <a:extLst>
                    <a:ext uri="{FF2B5EF4-FFF2-40B4-BE49-F238E27FC236}">
                      <a16:creationId xmlns:a16="http://schemas.microsoft.com/office/drawing/2014/main" id="{D4FEC628-AE53-E646-CE98-0B88758BDFD9}"/>
                    </a:ext>
                  </a:extLst>
                </p14:cNvPr>
                <p14:cNvContentPartPr/>
                <p14:nvPr/>
              </p14:nvContentPartPr>
              <p14:xfrm>
                <a:off x="7533064" y="3026889"/>
                <a:ext cx="112680" cy="195120"/>
              </p14:xfrm>
            </p:contentPart>
          </mc:Choice>
          <mc:Fallback>
            <p:pic>
              <p:nvPicPr>
                <p:cNvPr id="64" name="잉크 63">
                  <a:extLst>
                    <a:ext uri="{FF2B5EF4-FFF2-40B4-BE49-F238E27FC236}">
                      <a16:creationId xmlns:a16="http://schemas.microsoft.com/office/drawing/2014/main" id="{D4FEC628-AE53-E646-CE98-0B88758BDFD9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497424" y="2991249"/>
                  <a:ext cx="18432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65" name="잉크 64">
                  <a:extLst>
                    <a:ext uri="{FF2B5EF4-FFF2-40B4-BE49-F238E27FC236}">
                      <a16:creationId xmlns:a16="http://schemas.microsoft.com/office/drawing/2014/main" id="{4EEE5BFF-1F6A-936E-67E9-EDA67C160508}"/>
                    </a:ext>
                  </a:extLst>
                </p14:cNvPr>
                <p14:cNvContentPartPr/>
                <p14:nvPr/>
              </p14:nvContentPartPr>
              <p14:xfrm>
                <a:off x="7557184" y="3009969"/>
                <a:ext cx="186840" cy="346320"/>
              </p14:xfrm>
            </p:contentPart>
          </mc:Choice>
          <mc:Fallback>
            <p:pic>
              <p:nvPicPr>
                <p:cNvPr id="65" name="잉크 64">
                  <a:extLst>
                    <a:ext uri="{FF2B5EF4-FFF2-40B4-BE49-F238E27FC236}">
                      <a16:creationId xmlns:a16="http://schemas.microsoft.com/office/drawing/2014/main" id="{4EEE5BFF-1F6A-936E-67E9-EDA67C16050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521544" y="2973969"/>
                  <a:ext cx="25848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2" name="잉크 111">
                  <a:extLst>
                    <a:ext uri="{FF2B5EF4-FFF2-40B4-BE49-F238E27FC236}">
                      <a16:creationId xmlns:a16="http://schemas.microsoft.com/office/drawing/2014/main" id="{DC7F8ECF-0DB6-33D9-5DFF-323CA4AFFDA2}"/>
                    </a:ext>
                  </a:extLst>
                </p14:cNvPr>
                <p14:cNvContentPartPr/>
                <p14:nvPr/>
              </p14:nvContentPartPr>
              <p14:xfrm>
                <a:off x="7318486" y="3239034"/>
                <a:ext cx="94680" cy="494640"/>
              </p14:xfrm>
            </p:contentPart>
          </mc:Choice>
          <mc:Fallback>
            <p:pic>
              <p:nvPicPr>
                <p:cNvPr id="112" name="잉크 111">
                  <a:extLst>
                    <a:ext uri="{FF2B5EF4-FFF2-40B4-BE49-F238E27FC236}">
                      <a16:creationId xmlns:a16="http://schemas.microsoft.com/office/drawing/2014/main" id="{DC7F8ECF-0DB6-33D9-5DFF-323CA4AFFDA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282486" y="3203394"/>
                  <a:ext cx="166320" cy="56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3" name="잉크 112">
                  <a:extLst>
                    <a:ext uri="{FF2B5EF4-FFF2-40B4-BE49-F238E27FC236}">
                      <a16:creationId xmlns:a16="http://schemas.microsoft.com/office/drawing/2014/main" id="{DD126E6E-C2D5-49B6-51FC-029070B4C2E7}"/>
                    </a:ext>
                  </a:extLst>
                </p14:cNvPr>
                <p14:cNvContentPartPr/>
                <p14:nvPr/>
              </p14:nvContentPartPr>
              <p14:xfrm>
                <a:off x="7503526" y="3049314"/>
                <a:ext cx="1958040" cy="120240"/>
              </p14:xfrm>
            </p:contentPart>
          </mc:Choice>
          <mc:Fallback>
            <p:pic>
              <p:nvPicPr>
                <p:cNvPr id="113" name="잉크 112">
                  <a:extLst>
                    <a:ext uri="{FF2B5EF4-FFF2-40B4-BE49-F238E27FC236}">
                      <a16:creationId xmlns:a16="http://schemas.microsoft.com/office/drawing/2014/main" id="{DD126E6E-C2D5-49B6-51FC-029070B4C2E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467526" y="3013674"/>
                  <a:ext cx="202968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4" name="잉크 113">
                  <a:extLst>
                    <a:ext uri="{FF2B5EF4-FFF2-40B4-BE49-F238E27FC236}">
                      <a16:creationId xmlns:a16="http://schemas.microsoft.com/office/drawing/2014/main" id="{06861F52-B979-B846-C58D-6F420E6F8FBE}"/>
                    </a:ext>
                  </a:extLst>
                </p14:cNvPr>
                <p14:cNvContentPartPr/>
                <p14:nvPr/>
              </p14:nvContentPartPr>
              <p14:xfrm>
                <a:off x="9525286" y="3052554"/>
                <a:ext cx="74520" cy="834120"/>
              </p14:xfrm>
            </p:contentPart>
          </mc:Choice>
          <mc:Fallback>
            <p:pic>
              <p:nvPicPr>
                <p:cNvPr id="114" name="잉크 113">
                  <a:extLst>
                    <a:ext uri="{FF2B5EF4-FFF2-40B4-BE49-F238E27FC236}">
                      <a16:creationId xmlns:a16="http://schemas.microsoft.com/office/drawing/2014/main" id="{06861F52-B979-B846-C58D-6F420E6F8FBE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489286" y="3016914"/>
                  <a:ext cx="146160" cy="90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5" name="잉크 114">
                  <a:extLst>
                    <a:ext uri="{FF2B5EF4-FFF2-40B4-BE49-F238E27FC236}">
                      <a16:creationId xmlns:a16="http://schemas.microsoft.com/office/drawing/2014/main" id="{3E8379D2-B467-F812-C600-3E377CBB2BB0}"/>
                    </a:ext>
                  </a:extLst>
                </p14:cNvPr>
                <p14:cNvContentPartPr/>
                <p14:nvPr/>
              </p14:nvContentPartPr>
              <p14:xfrm>
                <a:off x="7418926" y="3735834"/>
                <a:ext cx="89280" cy="586800"/>
              </p14:xfrm>
            </p:contentPart>
          </mc:Choice>
          <mc:Fallback>
            <p:pic>
              <p:nvPicPr>
                <p:cNvPr id="115" name="잉크 114">
                  <a:extLst>
                    <a:ext uri="{FF2B5EF4-FFF2-40B4-BE49-F238E27FC236}">
                      <a16:creationId xmlns:a16="http://schemas.microsoft.com/office/drawing/2014/main" id="{3E8379D2-B467-F812-C600-3E377CBB2BB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383286" y="3699834"/>
                  <a:ext cx="160920" cy="65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6" name="잉크 115">
                  <a:extLst>
                    <a:ext uri="{FF2B5EF4-FFF2-40B4-BE49-F238E27FC236}">
                      <a16:creationId xmlns:a16="http://schemas.microsoft.com/office/drawing/2014/main" id="{D63F0C1D-DB06-B2B0-B6CE-5D70B83C3F30}"/>
                    </a:ext>
                  </a:extLst>
                </p14:cNvPr>
                <p14:cNvContentPartPr/>
                <p14:nvPr/>
              </p14:nvContentPartPr>
              <p14:xfrm>
                <a:off x="7761286" y="4350354"/>
                <a:ext cx="1407240" cy="61920"/>
              </p14:xfrm>
            </p:contentPart>
          </mc:Choice>
          <mc:Fallback>
            <p:pic>
              <p:nvPicPr>
                <p:cNvPr id="116" name="잉크 115">
                  <a:extLst>
                    <a:ext uri="{FF2B5EF4-FFF2-40B4-BE49-F238E27FC236}">
                      <a16:creationId xmlns:a16="http://schemas.microsoft.com/office/drawing/2014/main" id="{D63F0C1D-DB06-B2B0-B6CE-5D70B83C3F3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7725286" y="4314714"/>
                  <a:ext cx="14788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7" name="잉크 116">
                  <a:extLst>
                    <a:ext uri="{FF2B5EF4-FFF2-40B4-BE49-F238E27FC236}">
                      <a16:creationId xmlns:a16="http://schemas.microsoft.com/office/drawing/2014/main" id="{31BF8693-29B4-ED98-CEF9-3E13C9B8239E}"/>
                    </a:ext>
                  </a:extLst>
                </p14:cNvPr>
                <p14:cNvContentPartPr/>
                <p14:nvPr/>
              </p14:nvContentPartPr>
              <p14:xfrm>
                <a:off x="9604126" y="3867954"/>
                <a:ext cx="26640" cy="473760"/>
              </p14:xfrm>
            </p:contentPart>
          </mc:Choice>
          <mc:Fallback>
            <p:pic>
              <p:nvPicPr>
                <p:cNvPr id="117" name="잉크 116">
                  <a:extLst>
                    <a:ext uri="{FF2B5EF4-FFF2-40B4-BE49-F238E27FC236}">
                      <a16:creationId xmlns:a16="http://schemas.microsoft.com/office/drawing/2014/main" id="{31BF8693-29B4-ED98-CEF9-3E13C9B8239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568486" y="3831954"/>
                  <a:ext cx="98280" cy="5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8" name="잉크 117">
                  <a:extLst>
                    <a:ext uri="{FF2B5EF4-FFF2-40B4-BE49-F238E27FC236}">
                      <a16:creationId xmlns:a16="http://schemas.microsoft.com/office/drawing/2014/main" id="{09182856-7680-7B22-B6AA-03EB2C280759}"/>
                    </a:ext>
                  </a:extLst>
                </p14:cNvPr>
                <p14:cNvContentPartPr/>
                <p14:nvPr/>
              </p14:nvContentPartPr>
              <p14:xfrm>
                <a:off x="8541046" y="4334874"/>
                <a:ext cx="786600" cy="69480"/>
              </p14:xfrm>
            </p:contentPart>
          </mc:Choice>
          <mc:Fallback>
            <p:pic>
              <p:nvPicPr>
                <p:cNvPr id="118" name="잉크 117">
                  <a:extLst>
                    <a:ext uri="{FF2B5EF4-FFF2-40B4-BE49-F238E27FC236}">
                      <a16:creationId xmlns:a16="http://schemas.microsoft.com/office/drawing/2014/main" id="{09182856-7680-7B22-B6AA-03EB2C28075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505046" y="4299234"/>
                  <a:ext cx="8582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9" name="잉크 118">
                  <a:extLst>
                    <a:ext uri="{FF2B5EF4-FFF2-40B4-BE49-F238E27FC236}">
                      <a16:creationId xmlns:a16="http://schemas.microsoft.com/office/drawing/2014/main" id="{D76F64E4-687E-672F-17E5-3513E27F3966}"/>
                    </a:ext>
                  </a:extLst>
                </p14:cNvPr>
                <p14:cNvContentPartPr/>
                <p14:nvPr/>
              </p14:nvContentPartPr>
              <p14:xfrm>
                <a:off x="8761366" y="4424874"/>
                <a:ext cx="532080" cy="315360"/>
              </p14:xfrm>
            </p:contentPart>
          </mc:Choice>
          <mc:Fallback>
            <p:pic>
              <p:nvPicPr>
                <p:cNvPr id="119" name="잉크 118">
                  <a:extLst>
                    <a:ext uri="{FF2B5EF4-FFF2-40B4-BE49-F238E27FC236}">
                      <a16:creationId xmlns:a16="http://schemas.microsoft.com/office/drawing/2014/main" id="{D76F64E4-687E-672F-17E5-3513E27F396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725726" y="4388874"/>
                  <a:ext cx="60372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0" name="잉크 119">
                  <a:extLst>
                    <a:ext uri="{FF2B5EF4-FFF2-40B4-BE49-F238E27FC236}">
                      <a16:creationId xmlns:a16="http://schemas.microsoft.com/office/drawing/2014/main" id="{143E5FB1-2D06-743A-8F0C-D3F6575D1CAF}"/>
                    </a:ext>
                  </a:extLst>
                </p14:cNvPr>
                <p14:cNvContentPartPr/>
                <p14:nvPr/>
              </p14:nvContentPartPr>
              <p14:xfrm>
                <a:off x="9205246" y="4653114"/>
                <a:ext cx="210600" cy="187200"/>
              </p14:xfrm>
            </p:contentPart>
          </mc:Choice>
          <mc:Fallback>
            <p:pic>
              <p:nvPicPr>
                <p:cNvPr id="120" name="잉크 119">
                  <a:extLst>
                    <a:ext uri="{FF2B5EF4-FFF2-40B4-BE49-F238E27FC236}">
                      <a16:creationId xmlns:a16="http://schemas.microsoft.com/office/drawing/2014/main" id="{143E5FB1-2D06-743A-8F0C-D3F6575D1CA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169246" y="4617474"/>
                  <a:ext cx="282240" cy="258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8883754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0E8B39-8940-4CB7-81E0-D338D473A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7DBBFF-4FAD-453D-A393-9EB6E4D59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0066"/>
            <a:ext cx="10515600" cy="5112807"/>
          </a:xfrm>
        </p:spPr>
        <p:txBody>
          <a:bodyPr>
            <a:normAutofit/>
          </a:bodyPr>
          <a:lstStyle/>
          <a:p>
            <a:r>
              <a:rPr lang="ko-KR" altLang="en-US" dirty="0" err="1"/>
              <a:t>손실성</a:t>
            </a:r>
            <a:r>
              <a:rPr lang="ko-KR" altLang="en-US" dirty="0"/>
              <a:t> 수동 회로의 잡음 지수 증명</a:t>
            </a:r>
            <a:endParaRPr lang="en-US" altLang="ko-KR" dirty="0"/>
          </a:p>
          <a:p>
            <a:pPr lvl="1"/>
            <a:r>
              <a:rPr lang="ko-KR" altLang="en-US" dirty="0"/>
              <a:t>수동 회로 출력 임피던스 </a:t>
            </a:r>
            <a:r>
              <a:rPr lang="en-US" altLang="ko-KR" i="1" dirty="0"/>
              <a:t>R</a:t>
            </a:r>
            <a:r>
              <a:rPr lang="en-US" altLang="ko-KR" baseline="-25000" dirty="0"/>
              <a:t>out</a:t>
            </a:r>
            <a:r>
              <a:rPr lang="ko-KR" altLang="en-US" dirty="0"/>
              <a:t>이 발생하는 총 출력 </a:t>
            </a:r>
            <a:r>
              <a:rPr lang="ko-KR" altLang="en-US" dirty="0" err="1"/>
              <a:t>열잡음</a:t>
            </a:r>
            <a:r>
              <a:rPr lang="en-US" altLang="ko-KR" dirty="0"/>
              <a:t>: 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b="0" i="0" dirty="0">
                <a:solidFill>
                  <a:srgbClr val="303030"/>
                </a:solidFill>
                <a:effectLst/>
                <a:latin typeface="Google Sans Flex"/>
              </a:rPr>
              <a:t>회로 이득</a:t>
            </a:r>
            <a:r>
              <a:rPr lang="en-US" altLang="ko-KR" b="0" i="0" dirty="0">
                <a:solidFill>
                  <a:srgbClr val="303030"/>
                </a:solidFill>
                <a:effectLst/>
                <a:latin typeface="Google Sans Flex"/>
              </a:rPr>
              <a:t>:</a:t>
            </a:r>
          </a:p>
          <a:p>
            <a:endParaRPr lang="en-US" altLang="ko-KR" dirty="0">
              <a:solidFill>
                <a:srgbClr val="303030"/>
              </a:solidFill>
              <a:latin typeface="Google Sans Flex"/>
            </a:endParaRPr>
          </a:p>
          <a:p>
            <a:r>
              <a:rPr lang="en-US" altLang="ko-KR" dirty="0">
                <a:solidFill>
                  <a:srgbClr val="303030"/>
                </a:solidFill>
                <a:latin typeface="Google Sans Flex"/>
              </a:rPr>
              <a:t>NF</a:t>
            </a:r>
            <a:r>
              <a:rPr lang="ko-KR" altLang="en-US" dirty="0">
                <a:solidFill>
                  <a:srgbClr val="303030"/>
                </a:solidFill>
                <a:latin typeface="Google Sans Flex"/>
              </a:rPr>
              <a:t> 대입 및 정리</a:t>
            </a:r>
            <a:r>
              <a:rPr lang="en-US" altLang="ko-KR" dirty="0">
                <a:solidFill>
                  <a:srgbClr val="303030"/>
                </a:solidFill>
                <a:latin typeface="Google Sans Flex"/>
              </a:rPr>
              <a:t>:</a:t>
            </a:r>
          </a:p>
          <a:p>
            <a:endParaRPr lang="en-US" altLang="ko-KR" dirty="0">
              <a:solidFill>
                <a:srgbClr val="303030"/>
              </a:solidFill>
              <a:latin typeface="Google Sans Flex"/>
            </a:endParaRPr>
          </a:p>
          <a:p>
            <a:r>
              <a:rPr lang="ko-KR" altLang="en-US" dirty="0"/>
              <a:t>핵심 결론</a:t>
            </a:r>
            <a:r>
              <a:rPr lang="en-US" altLang="ko-KR" dirty="0"/>
              <a:t>: </a:t>
            </a:r>
            <a:r>
              <a:rPr lang="ko-KR" altLang="en-US" dirty="0"/>
              <a:t>수동 </a:t>
            </a:r>
            <a:r>
              <a:rPr lang="en-US" altLang="ko-KR" dirty="0"/>
              <a:t>(</a:t>
            </a:r>
            <a:r>
              <a:rPr lang="ko-KR" altLang="en-US" dirty="0" err="1"/>
              <a:t>열평형</a:t>
            </a:r>
            <a:r>
              <a:rPr lang="en-US" altLang="ko-KR" dirty="0"/>
              <a:t>) </a:t>
            </a:r>
            <a:r>
              <a:rPr lang="ko-KR" altLang="en-US" dirty="0"/>
              <a:t>수동 회로의 잡음 지수 </a:t>
            </a:r>
            <a:r>
              <a:rPr lang="en-US" altLang="ko-KR" i="1" dirty="0"/>
              <a:t>NF</a:t>
            </a:r>
            <a:r>
              <a:rPr lang="ko-KR" altLang="en-US" dirty="0"/>
              <a:t>는 그 회로의 전력 손실 </a:t>
            </a:r>
            <a:r>
              <a:rPr lang="en-US" altLang="ko-KR" i="1" dirty="0"/>
              <a:t>L</a:t>
            </a:r>
            <a:r>
              <a:rPr lang="ko-KR" altLang="en-US" dirty="0"/>
              <a:t>과 정확히 같음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C5E41D-3D8D-4548-BB70-F46EF5CB0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77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90002B9-4E5C-41F1-8C7F-1167C984E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8428" y="2199205"/>
            <a:ext cx="3755144" cy="72542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8BF0691-CCF9-4686-B5C8-577DF2950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4316" y="3226319"/>
            <a:ext cx="2667006" cy="62789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EAD5036-C762-4B43-B7B3-94399576DC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068" y="4045958"/>
            <a:ext cx="4864618" cy="103937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20A4DB79-73CF-5639-3B42-EEC9064B2E8E}"/>
                  </a:ext>
                </a:extLst>
              </p14:cNvPr>
              <p14:cNvContentPartPr/>
              <p14:nvPr/>
            </p14:nvContentPartPr>
            <p14:xfrm>
              <a:off x="4865134" y="2903965"/>
              <a:ext cx="3492720" cy="9432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20A4DB79-73CF-5639-3B42-EEC9064B2E8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29134" y="2868325"/>
                <a:ext cx="3564360" cy="16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그룹 24">
            <a:extLst>
              <a:ext uri="{FF2B5EF4-FFF2-40B4-BE49-F238E27FC236}">
                <a16:creationId xmlns:a16="http://schemas.microsoft.com/office/drawing/2014/main" id="{FFCE1236-3B71-3CAA-3CF3-69A9D27EE300}"/>
              </a:ext>
            </a:extLst>
          </p:cNvPr>
          <p:cNvGrpSpPr/>
          <p:nvPr/>
        </p:nvGrpSpPr>
        <p:grpSpPr>
          <a:xfrm>
            <a:off x="4132647" y="3931759"/>
            <a:ext cx="650160" cy="369000"/>
            <a:chOff x="4132647" y="3931759"/>
            <a:chExt cx="650160" cy="36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BA0A83EC-9CA2-2D28-A18B-8D6F36AC5F64}"/>
                    </a:ext>
                  </a:extLst>
                </p14:cNvPr>
                <p14:cNvContentPartPr/>
                <p14:nvPr/>
              </p14:nvContentPartPr>
              <p14:xfrm>
                <a:off x="4175487" y="4179799"/>
                <a:ext cx="110160" cy="12096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BA0A83EC-9CA2-2D28-A18B-8D6F36AC5F6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139847" y="4144159"/>
                  <a:ext cx="1818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B6270425-F556-9788-483C-AB6693F9A45D}"/>
                    </a:ext>
                  </a:extLst>
                </p14:cNvPr>
                <p14:cNvContentPartPr/>
                <p14:nvPr/>
              </p14:nvContentPartPr>
              <p14:xfrm>
                <a:off x="4132647" y="3987919"/>
                <a:ext cx="122400" cy="8748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B6270425-F556-9788-483C-AB6693F9A45D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096647" y="3951919"/>
                  <a:ext cx="1940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A1B53F51-AEE6-6819-014A-3440F3D8F005}"/>
                    </a:ext>
                  </a:extLst>
                </p14:cNvPr>
                <p14:cNvContentPartPr/>
                <p14:nvPr/>
              </p14:nvContentPartPr>
              <p14:xfrm>
                <a:off x="4294287" y="3966679"/>
                <a:ext cx="59760" cy="12492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A1B53F51-AEE6-6819-014A-3440F3D8F00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258647" y="3930679"/>
                  <a:ext cx="1314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5F73722D-0469-3AED-16BA-050AEF4C5AF9}"/>
                    </a:ext>
                  </a:extLst>
                </p14:cNvPr>
                <p14:cNvContentPartPr/>
                <p14:nvPr/>
              </p14:nvContentPartPr>
              <p14:xfrm>
                <a:off x="4192047" y="4098799"/>
                <a:ext cx="12240" cy="9432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5F73722D-0469-3AED-16BA-050AEF4C5AF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156047" y="4062799"/>
                  <a:ext cx="838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60EB5D68-1B45-8417-C52E-02BF5B52089B}"/>
                    </a:ext>
                  </a:extLst>
                </p14:cNvPr>
                <p14:cNvContentPartPr/>
                <p14:nvPr/>
              </p14:nvContentPartPr>
              <p14:xfrm>
                <a:off x="4256847" y="4106359"/>
                <a:ext cx="11520" cy="7344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60EB5D68-1B45-8417-C52E-02BF5B52089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221207" y="4070719"/>
                  <a:ext cx="831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6ECC1BF7-024F-71AD-26C8-CFF04E063BEA}"/>
                    </a:ext>
                  </a:extLst>
                </p14:cNvPr>
                <p14:cNvContentPartPr/>
                <p14:nvPr/>
              </p14:nvContentPartPr>
              <p14:xfrm>
                <a:off x="4206447" y="4137319"/>
                <a:ext cx="61200" cy="1368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6ECC1BF7-024F-71AD-26C8-CFF04E063BE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170807" y="4101679"/>
                  <a:ext cx="1328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A2CFB71B-F37F-FC17-58B3-C447BAD5E037}"/>
                    </a:ext>
                  </a:extLst>
                </p14:cNvPr>
                <p14:cNvContentPartPr/>
                <p14:nvPr/>
              </p14:nvContentPartPr>
              <p14:xfrm>
                <a:off x="4405527" y="3966319"/>
                <a:ext cx="89640" cy="7812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A2CFB71B-F37F-FC17-58B3-C447BAD5E03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369527" y="3930319"/>
                  <a:ext cx="1612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B7B6AE62-1A82-ACC0-8BB0-8C98E07121B7}"/>
                    </a:ext>
                  </a:extLst>
                </p14:cNvPr>
                <p14:cNvContentPartPr/>
                <p14:nvPr/>
              </p14:nvContentPartPr>
              <p14:xfrm>
                <a:off x="4390407" y="4063159"/>
                <a:ext cx="90360" cy="1872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B7B6AE62-1A82-ACC0-8BB0-8C98E07121B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354767" y="4027519"/>
                  <a:ext cx="1620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D0639023-CE37-EAED-CA47-D26429BC62B0}"/>
                    </a:ext>
                  </a:extLst>
                </p14:cNvPr>
                <p14:cNvContentPartPr/>
                <p14:nvPr/>
              </p14:nvContentPartPr>
              <p14:xfrm>
                <a:off x="4431087" y="4114639"/>
                <a:ext cx="11880" cy="6516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D0639023-CE37-EAED-CA47-D26429BC62B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395087" y="4078999"/>
                  <a:ext cx="8352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130FBF7C-D244-7BB2-A957-77588468EC93}"/>
                    </a:ext>
                  </a:extLst>
                </p14:cNvPr>
                <p14:cNvContentPartPr/>
                <p14:nvPr/>
              </p14:nvContentPartPr>
              <p14:xfrm>
                <a:off x="4444047" y="4113919"/>
                <a:ext cx="69840" cy="4464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130FBF7C-D244-7BB2-A957-77588468EC9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408407" y="4078279"/>
                  <a:ext cx="1414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E6BF99DC-EC9D-4161-2F61-E55DB777EADD}"/>
                    </a:ext>
                  </a:extLst>
                </p14:cNvPr>
                <p14:cNvContentPartPr/>
                <p14:nvPr/>
              </p14:nvContentPartPr>
              <p14:xfrm>
                <a:off x="4447647" y="4159639"/>
                <a:ext cx="44640" cy="2484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E6BF99DC-EC9D-4161-2F61-E55DB777EAD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411647" y="4123639"/>
                  <a:ext cx="1162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DD671A52-FFDA-FB97-8B88-53FCA2A98DB3}"/>
                    </a:ext>
                  </a:extLst>
                </p14:cNvPr>
                <p14:cNvContentPartPr/>
                <p14:nvPr/>
              </p14:nvContentPartPr>
              <p14:xfrm>
                <a:off x="4559967" y="3976759"/>
                <a:ext cx="80640" cy="8928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DD671A52-FFDA-FB97-8B88-53FCA2A98DB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523967" y="3941119"/>
                  <a:ext cx="1522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4754D77C-E8FA-8F48-F992-27DEC386A573}"/>
                    </a:ext>
                  </a:extLst>
                </p14:cNvPr>
                <p14:cNvContentPartPr/>
                <p14:nvPr/>
              </p14:nvContentPartPr>
              <p14:xfrm>
                <a:off x="4681287" y="3931759"/>
                <a:ext cx="7560" cy="16164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4754D77C-E8FA-8F48-F992-27DEC386A573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645287" y="3896119"/>
                  <a:ext cx="792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694F6D0D-B010-64CF-2C78-447C9FE2D596}"/>
                    </a:ext>
                  </a:extLst>
                </p14:cNvPr>
                <p14:cNvContentPartPr/>
                <p14:nvPr/>
              </p14:nvContentPartPr>
              <p14:xfrm>
                <a:off x="4711527" y="3937519"/>
                <a:ext cx="46800" cy="7812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694F6D0D-B010-64CF-2C78-447C9FE2D59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675887" y="3901879"/>
                  <a:ext cx="1184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FE4080B8-6A6C-4D55-0548-0B5A86641783}"/>
                    </a:ext>
                  </a:extLst>
                </p14:cNvPr>
                <p14:cNvContentPartPr/>
                <p14:nvPr/>
              </p14:nvContentPartPr>
              <p14:xfrm>
                <a:off x="4720527" y="3991879"/>
                <a:ext cx="62280" cy="1188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FE4080B8-6A6C-4D55-0548-0B5A8664178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684527" y="3956239"/>
                  <a:ext cx="1339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FB595AD8-E2D3-E4B7-8006-27FC158E3052}"/>
                    </a:ext>
                  </a:extLst>
                </p14:cNvPr>
                <p14:cNvContentPartPr/>
                <p14:nvPr/>
              </p14:nvContentPartPr>
              <p14:xfrm>
                <a:off x="4720167" y="4038679"/>
                <a:ext cx="48960" cy="9684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FB595AD8-E2D3-E4B7-8006-27FC158E305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684167" y="4002679"/>
                  <a:ext cx="120600" cy="168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6" name="잉크 25">
                <a:extLst>
                  <a:ext uri="{FF2B5EF4-FFF2-40B4-BE49-F238E27FC236}">
                    <a16:creationId xmlns:a16="http://schemas.microsoft.com/office/drawing/2014/main" id="{16392389-285B-0CAE-6B82-4BD38AF7B069}"/>
                  </a:ext>
                </a:extLst>
              </p14:cNvPr>
              <p14:cNvContentPartPr/>
              <p14:nvPr/>
            </p14:nvContentPartPr>
            <p14:xfrm>
              <a:off x="8909790" y="2580115"/>
              <a:ext cx="443520" cy="45360"/>
            </p14:xfrm>
          </p:contentPart>
        </mc:Choice>
        <mc:Fallback>
          <p:pic>
            <p:nvPicPr>
              <p:cNvPr id="26" name="잉크 25">
                <a:extLst>
                  <a:ext uri="{FF2B5EF4-FFF2-40B4-BE49-F238E27FC236}">
                    <a16:creationId xmlns:a16="http://schemas.microsoft.com/office/drawing/2014/main" id="{16392389-285B-0CAE-6B82-4BD38AF7B069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874150" y="2544475"/>
                <a:ext cx="51516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30FD762D-6F83-3749-6831-2E7722593BF9}"/>
                  </a:ext>
                </a:extLst>
              </p14:cNvPr>
              <p14:cNvContentPartPr/>
              <p14:nvPr/>
            </p14:nvContentPartPr>
            <p14:xfrm>
              <a:off x="9340350" y="2541235"/>
              <a:ext cx="124920" cy="136800"/>
            </p14:xfrm>
          </p:contentPart>
        </mc:Choice>
        <mc:Fallback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30FD762D-6F83-3749-6831-2E7722593BF9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304350" y="2505235"/>
                <a:ext cx="19656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29" name="잉크 28">
                <a:extLst>
                  <a:ext uri="{FF2B5EF4-FFF2-40B4-BE49-F238E27FC236}">
                    <a16:creationId xmlns:a16="http://schemas.microsoft.com/office/drawing/2014/main" id="{D02874FA-7F81-72DD-B2D8-A619BEEB79B3}"/>
                  </a:ext>
                </a:extLst>
              </p14:cNvPr>
              <p14:cNvContentPartPr/>
              <p14:nvPr/>
            </p14:nvContentPartPr>
            <p14:xfrm>
              <a:off x="8894310" y="2926435"/>
              <a:ext cx="21960" cy="197280"/>
            </p14:xfrm>
          </p:contentPart>
        </mc:Choice>
        <mc:Fallback>
          <p:pic>
            <p:nvPicPr>
              <p:cNvPr id="29" name="잉크 28">
                <a:extLst>
                  <a:ext uri="{FF2B5EF4-FFF2-40B4-BE49-F238E27FC236}">
                    <a16:creationId xmlns:a16="http://schemas.microsoft.com/office/drawing/2014/main" id="{D02874FA-7F81-72DD-B2D8-A619BEEB79B3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858670" y="2890435"/>
                <a:ext cx="9360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329ED14F-50F2-03A7-1915-0B4099C7B9FD}"/>
                  </a:ext>
                </a:extLst>
              </p14:cNvPr>
              <p14:cNvContentPartPr/>
              <p14:nvPr/>
            </p14:nvContentPartPr>
            <p14:xfrm>
              <a:off x="9021750" y="3022195"/>
              <a:ext cx="194040" cy="126360"/>
            </p14:xfrm>
          </p:contentPart>
        </mc:Choice>
        <mc:Fallback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329ED14F-50F2-03A7-1915-0B4099C7B9FD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8986110" y="2986195"/>
                <a:ext cx="265680" cy="19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그룹 49">
            <a:extLst>
              <a:ext uri="{FF2B5EF4-FFF2-40B4-BE49-F238E27FC236}">
                <a16:creationId xmlns:a16="http://schemas.microsoft.com/office/drawing/2014/main" id="{A9346BDE-7B25-F119-5211-57185B6C3545}"/>
              </a:ext>
            </a:extLst>
          </p:cNvPr>
          <p:cNvGrpSpPr/>
          <p:nvPr/>
        </p:nvGrpSpPr>
        <p:grpSpPr>
          <a:xfrm>
            <a:off x="9726270" y="2293915"/>
            <a:ext cx="2216160" cy="646920"/>
            <a:chOff x="9726270" y="2293915"/>
            <a:chExt cx="2216160" cy="64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3F21DC36-00DD-E710-D03D-924BBA1731CF}"/>
                    </a:ext>
                  </a:extLst>
                </p14:cNvPr>
                <p14:cNvContentPartPr/>
                <p14:nvPr/>
              </p14:nvContentPartPr>
              <p14:xfrm>
                <a:off x="9726270" y="2374195"/>
                <a:ext cx="32040" cy="405360"/>
              </p14:xfrm>
            </p:contentPart>
          </mc:Choice>
          <mc:Fallback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3F21DC36-00DD-E710-D03D-924BBA1731CF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690270" y="2338195"/>
                  <a:ext cx="10368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E49ADFF8-E3D9-7ACD-969B-259665430EA0}"/>
                    </a:ext>
                  </a:extLst>
                </p14:cNvPr>
                <p14:cNvContentPartPr/>
                <p14:nvPr/>
              </p14:nvContentPartPr>
              <p14:xfrm>
                <a:off x="9738870" y="2293915"/>
                <a:ext cx="1286640" cy="646920"/>
              </p14:xfrm>
            </p:contentPart>
          </mc:Choice>
          <mc:Fallback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E49ADFF8-E3D9-7ACD-969B-259665430EA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702870" y="2258275"/>
                  <a:ext cx="1358280" cy="71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D45569A1-68B8-E0D6-D79E-3278CAB0DCC5}"/>
                    </a:ext>
                  </a:extLst>
                </p14:cNvPr>
                <p14:cNvContentPartPr/>
                <p14:nvPr/>
              </p14:nvContentPartPr>
              <p14:xfrm>
                <a:off x="9767310" y="2818075"/>
                <a:ext cx="1293120" cy="14400"/>
              </p14:xfrm>
            </p:contentPart>
          </mc:Choice>
          <mc:Fallback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D45569A1-68B8-E0D6-D79E-3278CAB0DCC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731310" y="2782435"/>
                  <a:ext cx="13647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5B9A9A4E-1D1D-BA8A-4C1C-8A757CE336C7}"/>
                    </a:ext>
                  </a:extLst>
                </p14:cNvPr>
                <p14:cNvContentPartPr/>
                <p14:nvPr/>
              </p14:nvContentPartPr>
              <p14:xfrm>
                <a:off x="9955230" y="2437195"/>
                <a:ext cx="6840" cy="274680"/>
              </p14:xfrm>
            </p:contentPart>
          </mc:Choice>
          <mc:Fallback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5B9A9A4E-1D1D-BA8A-4C1C-8A757CE336C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919230" y="2401555"/>
                  <a:ext cx="7848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B235AB83-152F-2672-3B92-BCD83AFAD88C}"/>
                    </a:ext>
                  </a:extLst>
                </p14:cNvPr>
                <p14:cNvContentPartPr/>
                <p14:nvPr/>
              </p14:nvContentPartPr>
              <p14:xfrm>
                <a:off x="9954510" y="2429275"/>
                <a:ext cx="124200" cy="289080"/>
              </p14:xfrm>
            </p:contentPart>
          </mc:Choice>
          <mc:Fallback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B235AB83-152F-2672-3B92-BCD83AFAD88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918510" y="2393275"/>
                  <a:ext cx="19584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DD3BFF9F-ADEB-BE4F-8669-6F2A8CB36A9C}"/>
                    </a:ext>
                  </a:extLst>
                </p14:cNvPr>
                <p14:cNvContentPartPr/>
                <p14:nvPr/>
              </p14:nvContentPartPr>
              <p14:xfrm>
                <a:off x="10176990" y="2451955"/>
                <a:ext cx="7560" cy="222840"/>
              </p14:xfrm>
            </p:contentPart>
          </mc:Choice>
          <mc:Fallback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DD3BFF9F-ADEB-BE4F-8669-6F2A8CB36A9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0140990" y="2416315"/>
                  <a:ext cx="7920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94BAB882-29FA-F03F-B026-D95464AC35FB}"/>
                    </a:ext>
                  </a:extLst>
                </p14:cNvPr>
                <p14:cNvContentPartPr/>
                <p14:nvPr/>
              </p14:nvContentPartPr>
              <p14:xfrm>
                <a:off x="10190670" y="2402635"/>
                <a:ext cx="110160" cy="161280"/>
              </p14:xfrm>
            </p:contentPart>
          </mc:Choice>
          <mc:Fallback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94BAB882-29FA-F03F-B026-D95464AC35F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154670" y="2366995"/>
                  <a:ext cx="1818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EB73D0CA-F20C-A36D-62E7-1C81EEF2FC11}"/>
                    </a:ext>
                  </a:extLst>
                </p14:cNvPr>
                <p14:cNvContentPartPr/>
                <p14:nvPr/>
              </p14:nvContentPartPr>
              <p14:xfrm>
                <a:off x="10421070" y="2389315"/>
                <a:ext cx="64800" cy="7920"/>
              </p14:xfrm>
            </p:contentPart>
          </mc:Choice>
          <mc:Fallback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EB73D0CA-F20C-A36D-62E7-1C81EEF2FC1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385070" y="2353315"/>
                  <a:ext cx="1364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DF58E6D6-6890-F1C3-0E4F-E3A2EAEE9FAB}"/>
                    </a:ext>
                  </a:extLst>
                </p14:cNvPr>
                <p14:cNvContentPartPr/>
                <p14:nvPr/>
              </p14:nvContentPartPr>
              <p14:xfrm>
                <a:off x="10402350" y="2402635"/>
                <a:ext cx="11520" cy="248040"/>
              </p14:xfrm>
            </p:contentPart>
          </mc:Choice>
          <mc:Fallback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DF58E6D6-6890-F1C3-0E4F-E3A2EAEE9FA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366710" y="2366635"/>
                  <a:ext cx="831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03891557-2D70-782C-49E5-7499D112A8E7}"/>
                    </a:ext>
                  </a:extLst>
                </p14:cNvPr>
                <p14:cNvContentPartPr/>
                <p14:nvPr/>
              </p14:nvContentPartPr>
              <p14:xfrm>
                <a:off x="10419630" y="2489035"/>
                <a:ext cx="69120" cy="1800"/>
              </p14:xfrm>
            </p:contentPart>
          </mc:Choice>
          <mc:Fallback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03891557-2D70-782C-49E5-7499D112A8E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383990" y="2453395"/>
                  <a:ext cx="1407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E224E3B4-E948-FA53-4E9C-262A6CB4DC95}"/>
                    </a:ext>
                  </a:extLst>
                </p14:cNvPr>
                <p14:cNvContentPartPr/>
                <p14:nvPr/>
              </p14:nvContentPartPr>
              <p14:xfrm>
                <a:off x="11101110" y="2502355"/>
                <a:ext cx="167400" cy="27000"/>
              </p14:xfrm>
            </p:contentPart>
          </mc:Choice>
          <mc:Fallback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E224E3B4-E948-FA53-4E9C-262A6CB4DC9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1065470" y="2466355"/>
                  <a:ext cx="2390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2F89C5AB-3932-CD75-5B2E-9D0870145DDB}"/>
                    </a:ext>
                  </a:extLst>
                </p14:cNvPr>
                <p14:cNvContentPartPr/>
                <p14:nvPr/>
              </p14:nvContentPartPr>
              <p14:xfrm>
                <a:off x="11228910" y="2447275"/>
                <a:ext cx="105480" cy="151920"/>
              </p14:xfrm>
            </p:contentPart>
          </mc:Choice>
          <mc:Fallback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2F89C5AB-3932-CD75-5B2E-9D0870145DD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1192910" y="2411635"/>
                  <a:ext cx="177120" cy="2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8AAD9BE2-CA50-1E9C-FE07-9010955722DE}"/>
                    </a:ext>
                  </a:extLst>
                </p14:cNvPr>
                <p14:cNvContentPartPr/>
                <p14:nvPr/>
              </p14:nvContentPartPr>
              <p14:xfrm>
                <a:off x="11538510" y="2368435"/>
                <a:ext cx="109080" cy="232560"/>
              </p14:xfrm>
            </p:contentPart>
          </mc:Choice>
          <mc:Fallback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8AAD9BE2-CA50-1E9C-FE07-9010955722D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1502510" y="2332795"/>
                  <a:ext cx="18072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CF42A83D-E537-B392-9D41-D5536DA6AD34}"/>
                    </a:ext>
                  </a:extLst>
                </p14:cNvPr>
                <p14:cNvContentPartPr/>
                <p14:nvPr/>
              </p14:nvContentPartPr>
              <p14:xfrm>
                <a:off x="11825790" y="2423875"/>
                <a:ext cx="49320" cy="145440"/>
              </p14:xfrm>
            </p:contentPart>
          </mc:Choice>
          <mc:Fallback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CF42A83D-E537-B392-9D41-D5536DA6AD3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1789790" y="2388235"/>
                  <a:ext cx="1209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3278E586-DBD7-A0E6-F74E-59E8480C05F9}"/>
                    </a:ext>
                  </a:extLst>
                </p14:cNvPr>
                <p14:cNvContentPartPr/>
                <p14:nvPr/>
              </p14:nvContentPartPr>
              <p14:xfrm>
                <a:off x="11741190" y="2611075"/>
                <a:ext cx="1440" cy="2520"/>
              </p14:xfrm>
            </p:contentPart>
          </mc:Choice>
          <mc:Fallback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3278E586-DBD7-A0E6-F74E-59E8480C05F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1705550" y="2575075"/>
                  <a:ext cx="730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8" name="잉크 47">
                  <a:extLst>
                    <a:ext uri="{FF2B5EF4-FFF2-40B4-BE49-F238E27FC236}">
                      <a16:creationId xmlns:a16="http://schemas.microsoft.com/office/drawing/2014/main" id="{6146BCE5-C041-9C55-E7BC-A85B1838B853}"/>
                    </a:ext>
                  </a:extLst>
                </p14:cNvPr>
                <p14:cNvContentPartPr/>
                <p14:nvPr/>
              </p14:nvContentPartPr>
              <p14:xfrm>
                <a:off x="11832990" y="2405155"/>
                <a:ext cx="109440" cy="3240"/>
              </p14:xfrm>
            </p:contentPart>
          </mc:Choice>
          <mc:Fallback>
            <p:pic>
              <p:nvPicPr>
                <p:cNvPr id="48" name="잉크 47">
                  <a:extLst>
                    <a:ext uri="{FF2B5EF4-FFF2-40B4-BE49-F238E27FC236}">
                      <a16:creationId xmlns:a16="http://schemas.microsoft.com/office/drawing/2014/main" id="{6146BCE5-C041-9C55-E7BC-A85B1838B853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1797350" y="2369515"/>
                  <a:ext cx="181080" cy="7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112B59F1-1602-48FF-81E6-88A79B707B1D}"/>
              </a:ext>
            </a:extLst>
          </p:cNvPr>
          <p:cNvGrpSpPr/>
          <p:nvPr/>
        </p:nvGrpSpPr>
        <p:grpSpPr>
          <a:xfrm>
            <a:off x="9231630" y="3516475"/>
            <a:ext cx="1168200" cy="481320"/>
            <a:chOff x="9231630" y="3516475"/>
            <a:chExt cx="1168200" cy="48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FE92DDB7-77B1-70B3-570D-EA382A0C6452}"/>
                    </a:ext>
                  </a:extLst>
                </p14:cNvPr>
                <p14:cNvContentPartPr/>
                <p14:nvPr/>
              </p14:nvContentPartPr>
              <p14:xfrm>
                <a:off x="9231630" y="3516475"/>
                <a:ext cx="132120" cy="232560"/>
              </p14:xfrm>
            </p:contentPart>
          </mc:Choice>
          <mc:Fallback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FE92DDB7-77B1-70B3-570D-EA382A0C6452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195990" y="3480475"/>
                  <a:ext cx="2037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8E0B1BC9-CF88-2742-BEFE-43200A30B5D2}"/>
                    </a:ext>
                  </a:extLst>
                </p14:cNvPr>
                <p14:cNvContentPartPr/>
                <p14:nvPr/>
              </p14:nvContentPartPr>
              <p14:xfrm>
                <a:off x="9448710" y="3581635"/>
                <a:ext cx="94680" cy="27720"/>
              </p14:xfrm>
            </p:contentPart>
          </mc:Choice>
          <mc:Fallback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8E0B1BC9-CF88-2742-BEFE-43200A30B5D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413070" y="3545995"/>
                  <a:ext cx="1663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A7C66887-BE47-C4A9-C8FC-12CC04457975}"/>
                    </a:ext>
                  </a:extLst>
                </p14:cNvPr>
                <p14:cNvContentPartPr/>
                <p14:nvPr/>
              </p14:nvContentPartPr>
              <p14:xfrm>
                <a:off x="9463110" y="3633475"/>
                <a:ext cx="35280" cy="5040"/>
              </p14:xfrm>
            </p:contentPart>
          </mc:Choice>
          <mc:Fallback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A7C66887-BE47-C4A9-C8FC-12CC0445797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427470" y="3597835"/>
                  <a:ext cx="1069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4" name="잉크 53">
                  <a:extLst>
                    <a:ext uri="{FF2B5EF4-FFF2-40B4-BE49-F238E27FC236}">
                      <a16:creationId xmlns:a16="http://schemas.microsoft.com/office/drawing/2014/main" id="{983944A2-3B87-48EF-BF4C-B0FBEF15424F}"/>
                    </a:ext>
                  </a:extLst>
                </p14:cNvPr>
                <p14:cNvContentPartPr/>
                <p14:nvPr/>
              </p14:nvContentPartPr>
              <p14:xfrm>
                <a:off x="9670470" y="3552115"/>
                <a:ext cx="729360" cy="23400"/>
              </p14:xfrm>
            </p:contentPart>
          </mc:Choice>
          <mc:Fallback>
            <p:pic>
              <p:nvPicPr>
                <p:cNvPr id="54" name="잉크 53">
                  <a:extLst>
                    <a:ext uri="{FF2B5EF4-FFF2-40B4-BE49-F238E27FC236}">
                      <a16:creationId xmlns:a16="http://schemas.microsoft.com/office/drawing/2014/main" id="{983944A2-3B87-48EF-BF4C-B0FBEF15424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634830" y="3516475"/>
                  <a:ext cx="8010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6" name="잉크 55">
                  <a:extLst>
                    <a:ext uri="{FF2B5EF4-FFF2-40B4-BE49-F238E27FC236}">
                      <a16:creationId xmlns:a16="http://schemas.microsoft.com/office/drawing/2014/main" id="{3583700C-B7B1-A249-957C-0E1BDA554046}"/>
                    </a:ext>
                  </a:extLst>
                </p14:cNvPr>
                <p14:cNvContentPartPr/>
                <p14:nvPr/>
              </p14:nvContentPartPr>
              <p14:xfrm>
                <a:off x="9738510" y="3742195"/>
                <a:ext cx="27360" cy="248760"/>
              </p14:xfrm>
            </p:contentPart>
          </mc:Choice>
          <mc:Fallback>
            <p:pic>
              <p:nvPicPr>
                <p:cNvPr id="56" name="잉크 55">
                  <a:extLst>
                    <a:ext uri="{FF2B5EF4-FFF2-40B4-BE49-F238E27FC236}">
                      <a16:creationId xmlns:a16="http://schemas.microsoft.com/office/drawing/2014/main" id="{3583700C-B7B1-A249-957C-0E1BDA55404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702870" y="3706195"/>
                  <a:ext cx="990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7" name="잉크 56">
                  <a:extLst>
                    <a:ext uri="{FF2B5EF4-FFF2-40B4-BE49-F238E27FC236}">
                      <a16:creationId xmlns:a16="http://schemas.microsoft.com/office/drawing/2014/main" id="{E7DFE031-BE3D-02BC-67B1-E3D5613B5261}"/>
                    </a:ext>
                  </a:extLst>
                </p14:cNvPr>
                <p14:cNvContentPartPr/>
                <p14:nvPr/>
              </p14:nvContentPartPr>
              <p14:xfrm>
                <a:off x="9747870" y="3717715"/>
                <a:ext cx="122400" cy="140400"/>
              </p14:xfrm>
            </p:contentPart>
          </mc:Choice>
          <mc:Fallback>
            <p:pic>
              <p:nvPicPr>
                <p:cNvPr id="57" name="잉크 56">
                  <a:extLst>
                    <a:ext uri="{FF2B5EF4-FFF2-40B4-BE49-F238E27FC236}">
                      <a16:creationId xmlns:a16="http://schemas.microsoft.com/office/drawing/2014/main" id="{E7DFE031-BE3D-02BC-67B1-E3D5613B526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9712230" y="3681715"/>
                  <a:ext cx="1940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E6380119-FADE-5B41-57F1-C9B7B9D2DC69}"/>
                    </a:ext>
                  </a:extLst>
                </p14:cNvPr>
                <p14:cNvContentPartPr/>
                <p14:nvPr/>
              </p14:nvContentPartPr>
              <p14:xfrm>
                <a:off x="9879630" y="3866755"/>
                <a:ext cx="75960" cy="131040"/>
              </p14:xfrm>
            </p:contentPart>
          </mc:Choice>
          <mc:Fallback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E6380119-FADE-5B41-57F1-C9B7B9D2DC6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843990" y="3830755"/>
                  <a:ext cx="14760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B02CDC83-C7DB-A8E3-A041-D9CC4CA13036}"/>
                    </a:ext>
                  </a:extLst>
                </p14:cNvPr>
                <p14:cNvContentPartPr/>
                <p14:nvPr/>
              </p14:nvContentPartPr>
              <p14:xfrm>
                <a:off x="9993030" y="3855955"/>
                <a:ext cx="102240" cy="138240"/>
              </p14:xfrm>
            </p:contentPart>
          </mc:Choice>
          <mc:Fallback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B02CDC83-C7DB-A8E3-A041-D9CC4CA1303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957390" y="3819955"/>
                  <a:ext cx="1738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AAAB23A4-4B86-26F9-542E-D1B530954E66}"/>
                    </a:ext>
                  </a:extLst>
                </p14:cNvPr>
                <p14:cNvContentPartPr/>
                <p14:nvPr/>
              </p14:nvContentPartPr>
              <p14:xfrm>
                <a:off x="10130550" y="3855595"/>
                <a:ext cx="38160" cy="3600"/>
              </p14:xfrm>
            </p:contentPart>
          </mc:Choice>
          <mc:Fallback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AAAB23A4-4B86-26F9-542E-D1B530954E6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094550" y="3819955"/>
                  <a:ext cx="1098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1" name="잉크 60">
                  <a:extLst>
                    <a:ext uri="{FF2B5EF4-FFF2-40B4-BE49-F238E27FC236}">
                      <a16:creationId xmlns:a16="http://schemas.microsoft.com/office/drawing/2014/main" id="{6B836E6C-3B82-DB3D-3ACD-81032157E85B}"/>
                    </a:ext>
                  </a:extLst>
                </p14:cNvPr>
                <p14:cNvContentPartPr/>
                <p14:nvPr/>
              </p14:nvContentPartPr>
              <p14:xfrm>
                <a:off x="10134150" y="3809515"/>
                <a:ext cx="23040" cy="145800"/>
              </p14:xfrm>
            </p:contentPart>
          </mc:Choice>
          <mc:Fallback>
            <p:pic>
              <p:nvPicPr>
                <p:cNvPr id="61" name="잉크 60">
                  <a:extLst>
                    <a:ext uri="{FF2B5EF4-FFF2-40B4-BE49-F238E27FC236}">
                      <a16:creationId xmlns:a16="http://schemas.microsoft.com/office/drawing/2014/main" id="{6B836E6C-3B82-DB3D-3ACD-81032157E85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098150" y="3773875"/>
                  <a:ext cx="94680" cy="21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9E565A88-17EB-5430-6CE2-84C419988F11}"/>
              </a:ext>
            </a:extLst>
          </p:cNvPr>
          <p:cNvGrpSpPr/>
          <p:nvPr/>
        </p:nvGrpSpPr>
        <p:grpSpPr>
          <a:xfrm>
            <a:off x="9853710" y="3247915"/>
            <a:ext cx="291240" cy="253800"/>
            <a:chOff x="9853710" y="3247915"/>
            <a:chExt cx="291240" cy="25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3" name="잉크 62">
                  <a:extLst>
                    <a:ext uri="{FF2B5EF4-FFF2-40B4-BE49-F238E27FC236}">
                      <a16:creationId xmlns:a16="http://schemas.microsoft.com/office/drawing/2014/main" id="{1D2454FE-7890-8A67-D1A5-594DFFA11A87}"/>
                    </a:ext>
                  </a:extLst>
                </p14:cNvPr>
                <p14:cNvContentPartPr/>
                <p14:nvPr/>
              </p14:nvContentPartPr>
              <p14:xfrm>
                <a:off x="9858750" y="3274555"/>
                <a:ext cx="11520" cy="192960"/>
              </p14:xfrm>
            </p:contentPart>
          </mc:Choice>
          <mc:Fallback>
            <p:pic>
              <p:nvPicPr>
                <p:cNvPr id="63" name="잉크 62">
                  <a:extLst>
                    <a:ext uri="{FF2B5EF4-FFF2-40B4-BE49-F238E27FC236}">
                      <a16:creationId xmlns:a16="http://schemas.microsoft.com/office/drawing/2014/main" id="{1D2454FE-7890-8A67-D1A5-594DFFA11A87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822750" y="3238915"/>
                  <a:ext cx="831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4" name="잉크 63">
                  <a:extLst>
                    <a:ext uri="{FF2B5EF4-FFF2-40B4-BE49-F238E27FC236}">
                      <a16:creationId xmlns:a16="http://schemas.microsoft.com/office/drawing/2014/main" id="{BF4C9E0F-B640-1FA8-2A6C-8C1A38876A67}"/>
                    </a:ext>
                  </a:extLst>
                </p14:cNvPr>
                <p14:cNvContentPartPr/>
                <p14:nvPr/>
              </p14:nvContentPartPr>
              <p14:xfrm>
                <a:off x="9853710" y="3247915"/>
                <a:ext cx="109440" cy="138600"/>
              </p14:xfrm>
            </p:contentPart>
          </mc:Choice>
          <mc:Fallback>
            <p:pic>
              <p:nvPicPr>
                <p:cNvPr id="64" name="잉크 63">
                  <a:extLst>
                    <a:ext uri="{FF2B5EF4-FFF2-40B4-BE49-F238E27FC236}">
                      <a16:creationId xmlns:a16="http://schemas.microsoft.com/office/drawing/2014/main" id="{BF4C9E0F-B640-1FA8-2A6C-8C1A38876A6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817710" y="3211915"/>
                  <a:ext cx="18108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5" name="잉크 64">
                  <a:extLst>
                    <a:ext uri="{FF2B5EF4-FFF2-40B4-BE49-F238E27FC236}">
                      <a16:creationId xmlns:a16="http://schemas.microsoft.com/office/drawing/2014/main" id="{67F3F65F-E05D-8E46-037C-0CE67F052F63}"/>
                    </a:ext>
                  </a:extLst>
                </p14:cNvPr>
                <p14:cNvContentPartPr/>
                <p14:nvPr/>
              </p14:nvContentPartPr>
              <p14:xfrm>
                <a:off x="10015350" y="3370675"/>
                <a:ext cx="4320" cy="103680"/>
              </p14:xfrm>
            </p:contentPart>
          </mc:Choice>
          <mc:Fallback>
            <p:pic>
              <p:nvPicPr>
                <p:cNvPr id="65" name="잉크 64">
                  <a:extLst>
                    <a:ext uri="{FF2B5EF4-FFF2-40B4-BE49-F238E27FC236}">
                      <a16:creationId xmlns:a16="http://schemas.microsoft.com/office/drawing/2014/main" id="{67F3F65F-E05D-8E46-037C-0CE67F052F63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979710" y="3335035"/>
                  <a:ext cx="759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6" name="잉크 65">
                  <a:extLst>
                    <a:ext uri="{FF2B5EF4-FFF2-40B4-BE49-F238E27FC236}">
                      <a16:creationId xmlns:a16="http://schemas.microsoft.com/office/drawing/2014/main" id="{E94CEB60-4793-2C51-68A6-A8591742C6B0}"/>
                    </a:ext>
                  </a:extLst>
                </p14:cNvPr>
                <p14:cNvContentPartPr/>
                <p14:nvPr/>
              </p14:nvContentPartPr>
              <p14:xfrm>
                <a:off x="10035870" y="3287155"/>
                <a:ext cx="5400" cy="19800"/>
              </p14:xfrm>
            </p:contentPart>
          </mc:Choice>
          <mc:Fallback>
            <p:pic>
              <p:nvPicPr>
                <p:cNvPr id="66" name="잉크 65">
                  <a:extLst>
                    <a:ext uri="{FF2B5EF4-FFF2-40B4-BE49-F238E27FC236}">
                      <a16:creationId xmlns:a16="http://schemas.microsoft.com/office/drawing/2014/main" id="{E94CEB60-4793-2C51-68A6-A8591742C6B0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0000230" y="3251155"/>
                  <a:ext cx="7704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7" name="잉크 66">
                  <a:extLst>
                    <a:ext uri="{FF2B5EF4-FFF2-40B4-BE49-F238E27FC236}">
                      <a16:creationId xmlns:a16="http://schemas.microsoft.com/office/drawing/2014/main" id="{463A66AA-4DA1-CD07-6EDE-844A35CEDEE4}"/>
                    </a:ext>
                  </a:extLst>
                </p14:cNvPr>
                <p14:cNvContentPartPr/>
                <p14:nvPr/>
              </p14:nvContentPartPr>
              <p14:xfrm>
                <a:off x="10083030" y="3388315"/>
                <a:ext cx="61920" cy="113400"/>
              </p14:xfrm>
            </p:contentPart>
          </mc:Choice>
          <mc:Fallback>
            <p:pic>
              <p:nvPicPr>
                <p:cNvPr id="67" name="잉크 66">
                  <a:extLst>
                    <a:ext uri="{FF2B5EF4-FFF2-40B4-BE49-F238E27FC236}">
                      <a16:creationId xmlns:a16="http://schemas.microsoft.com/office/drawing/2014/main" id="{463A66AA-4DA1-CD07-6EDE-844A35CEDEE4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047030" y="3352675"/>
                  <a:ext cx="133560" cy="185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7502343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694D48-F31D-4055-BF9B-C0E8E544F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2.24: BPF </a:t>
            </a:r>
            <a:r>
              <a:rPr lang="ko-KR" altLang="en-US" dirty="0"/>
              <a:t>손실과 </a:t>
            </a:r>
            <a:r>
              <a:rPr lang="en-US" altLang="ko-KR" dirty="0"/>
              <a:t>LNA</a:t>
            </a:r>
            <a:r>
              <a:rPr lang="ko-KR" altLang="en-US" dirty="0"/>
              <a:t>의 종속 접속 </a:t>
            </a:r>
            <a:r>
              <a:rPr lang="en-US" altLang="ko-KR" dirty="0"/>
              <a:t>NF </a:t>
            </a:r>
            <a:r>
              <a:rPr lang="ko-KR" altLang="en-US" dirty="0"/>
              <a:t>계산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0BC4A3-4C66-47B5-81FC-8AB9B1AD6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0067"/>
            <a:ext cx="10515600" cy="5341408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문제 </a:t>
            </a:r>
            <a:endParaRPr lang="en-US" altLang="ko-KR" dirty="0"/>
          </a:p>
          <a:p>
            <a:pPr lvl="1"/>
            <a:r>
              <a:rPr lang="ko-KR" altLang="en-US" dirty="0"/>
              <a:t>삽입 손실이 </a:t>
            </a:r>
            <a:r>
              <a:rPr lang="en-US" altLang="ko-KR" i="1" dirty="0"/>
              <a:t>L</a:t>
            </a:r>
            <a:r>
              <a:rPr lang="ko-KR" altLang="en-US" dirty="0"/>
              <a:t>인 대역통과 필터</a:t>
            </a:r>
            <a:r>
              <a:rPr lang="en-US" altLang="ko-KR" dirty="0"/>
              <a:t>(BPF) </a:t>
            </a:r>
            <a:r>
              <a:rPr lang="ko-KR" altLang="en-US" dirty="0"/>
              <a:t>뒤에 잡음 지수가 </a:t>
            </a:r>
            <a:r>
              <a:rPr lang="en-US" altLang="ko-KR" i="1" dirty="0"/>
              <a:t>NF</a:t>
            </a:r>
            <a:r>
              <a:rPr lang="en-US" altLang="ko-KR" baseline="-25000" dirty="0"/>
              <a:t>LNA</a:t>
            </a:r>
            <a:r>
              <a:rPr lang="ko-KR" altLang="en-US" dirty="0"/>
              <a:t>인 </a:t>
            </a:r>
            <a:r>
              <a:rPr lang="en-US" altLang="ko-KR" dirty="0"/>
              <a:t>LNA</a:t>
            </a:r>
            <a:r>
              <a:rPr lang="ko-KR" altLang="en-US" dirty="0"/>
              <a:t>가 연결된 </a:t>
            </a:r>
            <a:r>
              <a:rPr lang="ko-KR" altLang="en-US" dirty="0" err="1"/>
              <a:t>프런트엔드</a:t>
            </a:r>
            <a:r>
              <a:rPr lang="ko-KR" altLang="en-US" dirty="0"/>
              <a:t> 수신기의 전체 잡음 지수를 구하라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풀이</a:t>
            </a:r>
            <a:endParaRPr lang="en-US" altLang="ko-KR" dirty="0"/>
          </a:p>
          <a:p>
            <a:pPr lvl="1"/>
            <a:r>
              <a:rPr lang="ko-KR" altLang="en-US" dirty="0"/>
              <a:t>필터의 잡음 지수</a:t>
            </a:r>
            <a:r>
              <a:rPr lang="en-US" altLang="ko-KR" dirty="0"/>
              <a:t>: </a:t>
            </a:r>
            <a:r>
              <a:rPr lang="en-US" altLang="ko-KR" i="1" dirty="0" err="1"/>
              <a:t>NF</a:t>
            </a:r>
            <a:r>
              <a:rPr lang="en-US" altLang="ko-KR" baseline="-25000" dirty="0" err="1"/>
              <a:t>filt</a:t>
            </a:r>
            <a:r>
              <a:rPr lang="en-US" altLang="ko-KR" dirty="0"/>
              <a:t> = </a:t>
            </a:r>
            <a:r>
              <a:rPr lang="en-US" altLang="ko-KR" i="1" dirty="0"/>
              <a:t>L</a:t>
            </a:r>
          </a:p>
          <a:p>
            <a:pPr lvl="1"/>
            <a:r>
              <a:rPr lang="ko-KR" altLang="en-US" dirty="0"/>
              <a:t>필터의 이용 가능한 전력 이득</a:t>
            </a:r>
            <a:r>
              <a:rPr lang="en-US" altLang="ko-KR" dirty="0"/>
              <a:t>: </a:t>
            </a:r>
            <a:r>
              <a:rPr lang="en-US" altLang="ko-KR" dirty="0" err="1"/>
              <a:t>A</a:t>
            </a:r>
            <a:r>
              <a:rPr lang="en-US" altLang="ko-KR" baseline="-25000" dirty="0" err="1"/>
              <a:t>P,filt</a:t>
            </a:r>
            <a:r>
              <a:rPr lang="en-US" altLang="ko-KR" dirty="0"/>
              <a:t> = 1 / L</a:t>
            </a:r>
          </a:p>
          <a:p>
            <a:pPr lvl="1"/>
            <a:endParaRPr lang="en-US" altLang="ko-KR" b="0" i="0" dirty="0">
              <a:solidFill>
                <a:srgbClr val="303030"/>
              </a:solidFill>
              <a:effectLst/>
              <a:latin typeface="Google Sans Flex"/>
            </a:endParaRPr>
          </a:p>
          <a:p>
            <a:pPr lvl="1"/>
            <a:r>
              <a:rPr lang="en-US" altLang="ko-KR" b="0" i="0" dirty="0" err="1">
                <a:solidFill>
                  <a:srgbClr val="303030"/>
                </a:solidFill>
                <a:effectLst/>
                <a:latin typeface="Google Sans Flex"/>
              </a:rPr>
              <a:t>Friis</a:t>
            </a:r>
            <a:r>
              <a:rPr lang="en-US" altLang="ko-KR" b="0" i="0" dirty="0">
                <a:solidFill>
                  <a:srgbClr val="303030"/>
                </a:solidFill>
                <a:effectLst/>
                <a:latin typeface="Google Sans Flex"/>
              </a:rPr>
              <a:t> </a:t>
            </a:r>
            <a:r>
              <a:rPr lang="ko-KR" altLang="en-US" b="0" i="0" dirty="0">
                <a:solidFill>
                  <a:srgbClr val="303030"/>
                </a:solidFill>
                <a:effectLst/>
                <a:latin typeface="Google Sans Flex"/>
              </a:rPr>
              <a:t>공식 적용</a:t>
            </a:r>
            <a:r>
              <a:rPr lang="en-US" altLang="ko-KR" b="0" i="0" dirty="0">
                <a:solidFill>
                  <a:srgbClr val="303030"/>
                </a:solidFill>
                <a:effectLst/>
                <a:latin typeface="Google Sans Flex"/>
              </a:rPr>
              <a:t>:</a:t>
            </a:r>
          </a:p>
          <a:p>
            <a:pPr lvl="1"/>
            <a:endParaRPr lang="en-US" altLang="ko-KR" dirty="0">
              <a:solidFill>
                <a:srgbClr val="303030"/>
              </a:solidFill>
              <a:latin typeface="Google Sans Flex"/>
            </a:endParaRPr>
          </a:p>
          <a:p>
            <a:pPr lvl="1"/>
            <a:r>
              <a:rPr lang="ko-KR" altLang="en-US" dirty="0"/>
              <a:t>데시벨</a:t>
            </a:r>
            <a:r>
              <a:rPr lang="en-US" altLang="ko-KR" dirty="0"/>
              <a:t>(dB) </a:t>
            </a:r>
            <a:r>
              <a:rPr lang="ko-KR" altLang="en-US" dirty="0"/>
              <a:t>단위 표현</a:t>
            </a:r>
            <a:r>
              <a:rPr lang="en-US" altLang="ko-KR" dirty="0"/>
              <a:t>: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설계적 시사점</a:t>
            </a:r>
            <a:r>
              <a:rPr lang="en-US" altLang="ko-KR" dirty="0"/>
              <a:t>: </a:t>
            </a:r>
            <a:r>
              <a:rPr lang="ko-KR" altLang="en-US" dirty="0"/>
              <a:t>수신기 안테나 바로 뒤에 위치한 필터의 손실은 수신기 전체의 잡음 지수를 </a:t>
            </a:r>
            <a:r>
              <a:rPr lang="en-US" altLang="ko-KR" dirty="0"/>
              <a:t>1:1</a:t>
            </a:r>
            <a:r>
              <a:rPr lang="ko-KR" altLang="en-US" dirty="0"/>
              <a:t>로 직접 악화시키므로</a:t>
            </a:r>
            <a:r>
              <a:rPr lang="en-US" altLang="ko-KR" dirty="0"/>
              <a:t>, BPF</a:t>
            </a:r>
            <a:r>
              <a:rPr lang="ko-KR" altLang="en-US" dirty="0"/>
              <a:t>의 손실을 최소화하는 것이 극도로 중요함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189274-7CC0-4CC9-A471-EBA8B836D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78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2749D10-9013-48A8-8DB3-D6ED95ADF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649" y="3981667"/>
            <a:ext cx="7159766" cy="65837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698013C-BF53-447C-9D8C-22677B531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17" y="4758531"/>
            <a:ext cx="3413766" cy="32918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A8BEA23-161A-405B-B87A-456085084C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6939" y="2299904"/>
            <a:ext cx="3553321" cy="1152686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8D91C3F2-54A9-A10E-F612-B03F13A98AB5}"/>
              </a:ext>
            </a:extLst>
          </p:cNvPr>
          <p:cNvGrpSpPr/>
          <p:nvPr/>
        </p:nvGrpSpPr>
        <p:grpSpPr>
          <a:xfrm>
            <a:off x="3188406" y="2730960"/>
            <a:ext cx="604080" cy="344160"/>
            <a:chOff x="3188406" y="2730960"/>
            <a:chExt cx="604080" cy="34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A09A56E0-9AFB-648F-90DB-0F2D834B1520}"/>
                    </a:ext>
                  </a:extLst>
                </p14:cNvPr>
                <p14:cNvContentPartPr/>
                <p14:nvPr/>
              </p14:nvContentPartPr>
              <p14:xfrm>
                <a:off x="3188406" y="2908080"/>
                <a:ext cx="196200" cy="16704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A09A56E0-9AFB-648F-90DB-0F2D834B152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152406" y="2872440"/>
                  <a:ext cx="26784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71252D63-7507-6F16-0C90-D93B687FD947}"/>
                    </a:ext>
                  </a:extLst>
                </p14:cNvPr>
                <p14:cNvContentPartPr/>
                <p14:nvPr/>
              </p14:nvContentPartPr>
              <p14:xfrm>
                <a:off x="3503046" y="2730960"/>
                <a:ext cx="88200" cy="7812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71252D63-7507-6F16-0C90-D93B687FD94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467046" y="2695320"/>
                  <a:ext cx="1598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D34257FA-84C8-94DC-841B-C6B3378F3FBC}"/>
                    </a:ext>
                  </a:extLst>
                </p14:cNvPr>
                <p14:cNvContentPartPr/>
                <p14:nvPr/>
              </p14:nvContentPartPr>
              <p14:xfrm>
                <a:off x="3566766" y="2824200"/>
                <a:ext cx="10800" cy="5148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D34257FA-84C8-94DC-841B-C6B3378F3FB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530766" y="2788560"/>
                  <a:ext cx="824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8495F642-0377-CF48-2F10-F12EC712231D}"/>
                    </a:ext>
                  </a:extLst>
                </p14:cNvPr>
                <p14:cNvContentPartPr/>
                <p14:nvPr/>
              </p14:nvContentPartPr>
              <p14:xfrm>
                <a:off x="3538686" y="2873520"/>
                <a:ext cx="69840" cy="1692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8495F642-0377-CF48-2F10-F12EC712231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503046" y="2837880"/>
                  <a:ext cx="1414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CBA82F01-7553-9F91-136E-6D95CFBE1564}"/>
                    </a:ext>
                  </a:extLst>
                </p14:cNvPr>
                <p14:cNvContentPartPr/>
                <p14:nvPr/>
              </p14:nvContentPartPr>
              <p14:xfrm>
                <a:off x="3568926" y="2890800"/>
                <a:ext cx="70200" cy="7380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CBA82F01-7553-9F91-136E-6D95CFBE156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532926" y="2855160"/>
                  <a:ext cx="1418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4462DEC3-755A-92FF-C63A-2C207536DE27}"/>
                    </a:ext>
                  </a:extLst>
                </p14:cNvPr>
                <p14:cNvContentPartPr/>
                <p14:nvPr/>
              </p14:nvContentPartPr>
              <p14:xfrm>
                <a:off x="3678006" y="2771280"/>
                <a:ext cx="50040" cy="5580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4462DEC3-755A-92FF-C63A-2C207536DE2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642006" y="2735640"/>
                  <a:ext cx="1216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16E83201-FD17-B362-7189-A5EDA6CEF2AC}"/>
                    </a:ext>
                  </a:extLst>
                </p14:cNvPr>
                <p14:cNvContentPartPr/>
                <p14:nvPr/>
              </p14:nvContentPartPr>
              <p14:xfrm>
                <a:off x="3768726" y="2735640"/>
                <a:ext cx="6840" cy="9432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16E83201-FD17-B362-7189-A5EDA6CEF2A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733086" y="2700000"/>
                  <a:ext cx="7848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562D2698-299F-E94B-B4B4-D859575D53CE}"/>
                    </a:ext>
                  </a:extLst>
                </p14:cNvPr>
                <p14:cNvContentPartPr/>
                <p14:nvPr/>
              </p14:nvContentPartPr>
              <p14:xfrm>
                <a:off x="3710046" y="2877840"/>
                <a:ext cx="82440" cy="10656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562D2698-299F-E94B-B4B4-D859575D53C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674046" y="2841840"/>
                  <a:ext cx="154080" cy="17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8B47EBC6-6924-B569-1F39-5B82A4955150}"/>
              </a:ext>
            </a:extLst>
          </p:cNvPr>
          <p:cNvGrpSpPr/>
          <p:nvPr/>
        </p:nvGrpSpPr>
        <p:grpSpPr>
          <a:xfrm>
            <a:off x="5001726" y="3067920"/>
            <a:ext cx="3840120" cy="1067400"/>
            <a:chOff x="5001726" y="3067920"/>
            <a:chExt cx="3840120" cy="106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13D106A5-48BE-99C2-5420-E6F66F97B76C}"/>
                    </a:ext>
                  </a:extLst>
                </p14:cNvPr>
                <p14:cNvContentPartPr/>
                <p14:nvPr/>
              </p14:nvContentPartPr>
              <p14:xfrm>
                <a:off x="5165166" y="3248280"/>
                <a:ext cx="106920" cy="24048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13D106A5-48BE-99C2-5420-E6F66F97B76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129526" y="3212640"/>
                  <a:ext cx="17856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5B83A1EC-379E-13DA-0265-1C20BFD70BF5}"/>
                    </a:ext>
                  </a:extLst>
                </p14:cNvPr>
                <p14:cNvContentPartPr/>
                <p14:nvPr/>
              </p14:nvContentPartPr>
              <p14:xfrm>
                <a:off x="5219166" y="3377880"/>
                <a:ext cx="135720" cy="13824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5B83A1EC-379E-13DA-0265-1C20BFD70BF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183526" y="3342240"/>
                  <a:ext cx="2073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9FD6C2C7-F60B-D8CC-0A6A-09DA9DF7A854}"/>
                    </a:ext>
                  </a:extLst>
                </p14:cNvPr>
                <p14:cNvContentPartPr/>
                <p14:nvPr/>
              </p14:nvContentPartPr>
              <p14:xfrm>
                <a:off x="5101086" y="3185280"/>
                <a:ext cx="93960" cy="9828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9FD6C2C7-F60B-D8CC-0A6A-09DA9DF7A85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065446" y="3149640"/>
                  <a:ext cx="1656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3A1B66B7-8BDF-E0D0-ADC5-B7223FA80432}"/>
                    </a:ext>
                  </a:extLst>
                </p14:cNvPr>
                <p14:cNvContentPartPr/>
                <p14:nvPr/>
              </p14:nvContentPartPr>
              <p14:xfrm>
                <a:off x="5245806" y="3212640"/>
                <a:ext cx="99360" cy="4716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3A1B66B7-8BDF-E0D0-ADC5-B7223FA80432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210166" y="3177000"/>
                  <a:ext cx="1710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0764A04E-433B-1057-E014-BABE46A24BBD}"/>
                    </a:ext>
                  </a:extLst>
                </p14:cNvPr>
                <p14:cNvContentPartPr/>
                <p14:nvPr/>
              </p14:nvContentPartPr>
              <p14:xfrm>
                <a:off x="5421846" y="3088800"/>
                <a:ext cx="5040" cy="11844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0764A04E-433B-1057-E014-BABE46A24BB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385846" y="3052800"/>
                  <a:ext cx="766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4CCE813B-A01D-0C74-95D5-7BF885ADB5EB}"/>
                    </a:ext>
                  </a:extLst>
                </p14:cNvPr>
                <p14:cNvContentPartPr/>
                <p14:nvPr/>
              </p14:nvContentPartPr>
              <p14:xfrm>
                <a:off x="5501406" y="3103200"/>
                <a:ext cx="3600" cy="9180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4CCE813B-A01D-0C74-95D5-7BF885ADB5E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465406" y="3067200"/>
                  <a:ext cx="752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7FCF3653-2236-0A30-F0A9-9F276E2FDDDC}"/>
                    </a:ext>
                  </a:extLst>
                </p14:cNvPr>
                <p14:cNvContentPartPr/>
                <p14:nvPr/>
              </p14:nvContentPartPr>
              <p14:xfrm>
                <a:off x="5432646" y="3159360"/>
                <a:ext cx="47520" cy="792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7FCF3653-2236-0A30-F0A9-9F276E2FDDD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397006" y="3123360"/>
                  <a:ext cx="1191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4DF94371-4E10-FC66-7BE7-AC707603E4E7}"/>
                    </a:ext>
                  </a:extLst>
                </p14:cNvPr>
                <p14:cNvContentPartPr/>
                <p14:nvPr/>
              </p14:nvContentPartPr>
              <p14:xfrm>
                <a:off x="5430486" y="3209400"/>
                <a:ext cx="52200" cy="288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4DF94371-4E10-FC66-7BE7-AC707603E4E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394846" y="3173400"/>
                  <a:ext cx="1238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2D0E36B0-3F49-A510-0009-2FDF3E57A172}"/>
                    </a:ext>
                  </a:extLst>
                </p14:cNvPr>
                <p14:cNvContentPartPr/>
                <p14:nvPr/>
              </p14:nvContentPartPr>
              <p14:xfrm>
                <a:off x="5557926" y="3099600"/>
                <a:ext cx="10080" cy="11880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2D0E36B0-3F49-A510-0009-2FDF3E57A17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522286" y="3063960"/>
                  <a:ext cx="817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B2002F3C-453A-5A93-9ECA-0FB116028FA1}"/>
                    </a:ext>
                  </a:extLst>
                </p14:cNvPr>
                <p14:cNvContentPartPr/>
                <p14:nvPr/>
              </p14:nvContentPartPr>
              <p14:xfrm>
                <a:off x="5575566" y="3144600"/>
                <a:ext cx="39600" cy="1224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B2002F3C-453A-5A93-9ECA-0FB116028FA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539926" y="3108960"/>
                  <a:ext cx="1112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31277088-6A2C-E943-6B56-ADD020ECA728}"/>
                    </a:ext>
                  </a:extLst>
                </p14:cNvPr>
                <p14:cNvContentPartPr/>
                <p14:nvPr/>
              </p14:nvContentPartPr>
              <p14:xfrm>
                <a:off x="5505726" y="3251160"/>
                <a:ext cx="47160" cy="4968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31277088-6A2C-E943-6B56-ADD020ECA728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470086" y="3215160"/>
                  <a:ext cx="1188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1A3E267F-B01A-2841-4369-24977E52B4F4}"/>
                    </a:ext>
                  </a:extLst>
                </p14:cNvPr>
                <p14:cNvContentPartPr/>
                <p14:nvPr/>
              </p14:nvContentPartPr>
              <p14:xfrm>
                <a:off x="5648646" y="3140280"/>
                <a:ext cx="73440" cy="5940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1A3E267F-B01A-2841-4369-24977E52B4F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612646" y="3104280"/>
                  <a:ext cx="1450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78C3F6D5-ECB9-DC81-1430-4AF15C6E62FA}"/>
                    </a:ext>
                  </a:extLst>
                </p14:cNvPr>
                <p14:cNvContentPartPr/>
                <p14:nvPr/>
              </p14:nvContentPartPr>
              <p14:xfrm>
                <a:off x="5744046" y="3067920"/>
                <a:ext cx="27360" cy="10800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78C3F6D5-ECB9-DC81-1430-4AF15C6E62F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708046" y="3032280"/>
                  <a:ext cx="9900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F605F0A6-AE0A-276E-C0BD-AAE92F22FA20}"/>
                    </a:ext>
                  </a:extLst>
                </p14:cNvPr>
                <p14:cNvContentPartPr/>
                <p14:nvPr/>
              </p14:nvContentPartPr>
              <p14:xfrm>
                <a:off x="5757006" y="3137400"/>
                <a:ext cx="41400" cy="27720"/>
              </p14:xfrm>
            </p:contentPart>
          </mc:Choice>
          <mc:Fallback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F605F0A6-AE0A-276E-C0BD-AAE92F22FA2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721006" y="3101400"/>
                  <a:ext cx="1130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D57EE45E-1C1A-50FD-5BDA-DAC07D815680}"/>
                    </a:ext>
                  </a:extLst>
                </p14:cNvPr>
                <p14:cNvContentPartPr/>
                <p14:nvPr/>
              </p14:nvContentPartPr>
              <p14:xfrm>
                <a:off x="5781846" y="3073320"/>
                <a:ext cx="38520" cy="162000"/>
              </p14:xfrm>
            </p:contentPart>
          </mc:Choice>
          <mc:Fallback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D57EE45E-1C1A-50FD-5BDA-DAC07D81568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745846" y="3037320"/>
                  <a:ext cx="1101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C8D44269-B795-AD45-31A5-38C9DBEB3880}"/>
                    </a:ext>
                  </a:extLst>
                </p14:cNvPr>
                <p14:cNvContentPartPr/>
                <p14:nvPr/>
              </p14:nvContentPartPr>
              <p14:xfrm>
                <a:off x="5001726" y="3259080"/>
                <a:ext cx="3840120" cy="819360"/>
              </p14:xfrm>
            </p:contentPart>
          </mc:Choice>
          <mc:Fallback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C8D44269-B795-AD45-31A5-38C9DBEB388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965726" y="3223440"/>
                  <a:ext cx="3911760" cy="89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377BF2F6-AD22-A36A-7366-DA6E494010E3}"/>
                    </a:ext>
                  </a:extLst>
                </p14:cNvPr>
                <p14:cNvContentPartPr/>
                <p14:nvPr/>
              </p14:nvContentPartPr>
              <p14:xfrm>
                <a:off x="5012886" y="4021560"/>
                <a:ext cx="105840" cy="113760"/>
              </p14:xfrm>
            </p:contentPart>
          </mc:Choice>
          <mc:Fallback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377BF2F6-AD22-A36A-7366-DA6E494010E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976886" y="3985920"/>
                  <a:ext cx="17748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99EE803C-176C-7740-901F-6AB1A3082ABB}"/>
                    </a:ext>
                  </a:extLst>
                </p14:cNvPr>
                <p14:cNvContentPartPr/>
                <p14:nvPr/>
              </p14:nvContentPartPr>
              <p14:xfrm>
                <a:off x="5120526" y="4095360"/>
                <a:ext cx="9720" cy="3240"/>
              </p14:xfrm>
            </p:contentPart>
          </mc:Choice>
          <mc:Fallback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99EE803C-176C-7740-901F-6AB1A3082AB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084886" y="4059720"/>
                  <a:ext cx="81360" cy="7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264EF54F-1D09-2E50-60D6-722CBC9F6DC9}"/>
              </a:ext>
            </a:extLst>
          </p:cNvPr>
          <p:cNvGrpSpPr/>
          <p:nvPr/>
        </p:nvGrpSpPr>
        <p:grpSpPr>
          <a:xfrm>
            <a:off x="6459006" y="3336840"/>
            <a:ext cx="2671560" cy="1346400"/>
            <a:chOff x="6459006" y="3336840"/>
            <a:chExt cx="2671560" cy="1346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6ABC30F1-5232-84AD-2C17-E5ACE49EF782}"/>
                    </a:ext>
                  </a:extLst>
                </p14:cNvPr>
                <p14:cNvContentPartPr/>
                <p14:nvPr/>
              </p14:nvContentPartPr>
              <p14:xfrm>
                <a:off x="6459006" y="3336840"/>
                <a:ext cx="2606400" cy="1346400"/>
              </p14:xfrm>
            </p:contentPart>
          </mc:Choice>
          <mc:Fallback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6ABC30F1-5232-84AD-2C17-E5ACE49EF78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423366" y="3300840"/>
                  <a:ext cx="2678040" cy="141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A67645EA-B009-E47C-871D-A9D6FA0B45CA}"/>
                    </a:ext>
                  </a:extLst>
                </p14:cNvPr>
                <p14:cNvContentPartPr/>
                <p14:nvPr/>
              </p14:nvContentPartPr>
              <p14:xfrm>
                <a:off x="9079086" y="3345480"/>
                <a:ext cx="51480" cy="98280"/>
              </p14:xfrm>
            </p:contentPart>
          </mc:Choice>
          <mc:Fallback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A67645EA-B009-E47C-871D-A9D6FA0B45C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043446" y="3309840"/>
                  <a:ext cx="1231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47307C84-3B8F-0958-D0C4-6A1B7B02A9B2}"/>
                    </a:ext>
                  </a:extLst>
                </p14:cNvPr>
                <p14:cNvContentPartPr/>
                <p14:nvPr/>
              </p14:nvContentPartPr>
              <p14:xfrm>
                <a:off x="8957046" y="3348360"/>
                <a:ext cx="130680" cy="86760"/>
              </p14:xfrm>
            </p:contentPart>
          </mc:Choice>
          <mc:Fallback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47307C84-3B8F-0958-D0C4-6A1B7B02A9B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921046" y="3312720"/>
                  <a:ext cx="202320" cy="15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43" name="잉크 42">
                <a:extLst>
                  <a:ext uri="{FF2B5EF4-FFF2-40B4-BE49-F238E27FC236}">
                    <a16:creationId xmlns:a16="http://schemas.microsoft.com/office/drawing/2014/main" id="{5BCEDE48-1499-5509-D643-38A198C76149}"/>
                  </a:ext>
                </a:extLst>
              </p14:cNvPr>
              <p14:cNvContentPartPr/>
              <p14:nvPr/>
            </p14:nvContentPartPr>
            <p14:xfrm>
              <a:off x="6582126" y="3427920"/>
              <a:ext cx="3423600" cy="576360"/>
            </p14:xfrm>
          </p:contentPart>
        </mc:Choice>
        <mc:Fallback>
          <p:pic>
            <p:nvPicPr>
              <p:cNvPr id="43" name="잉크 42">
                <a:extLst>
                  <a:ext uri="{FF2B5EF4-FFF2-40B4-BE49-F238E27FC236}">
                    <a16:creationId xmlns:a16="http://schemas.microsoft.com/office/drawing/2014/main" id="{5BCEDE48-1499-5509-D643-38A198C76149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6546486" y="3391920"/>
                <a:ext cx="3495240" cy="64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44" name="잉크 43">
                <a:extLst>
                  <a:ext uri="{FF2B5EF4-FFF2-40B4-BE49-F238E27FC236}">
                    <a16:creationId xmlns:a16="http://schemas.microsoft.com/office/drawing/2014/main" id="{46D8D5F5-0720-019A-6F71-45C0D6477643}"/>
                  </a:ext>
                </a:extLst>
              </p14:cNvPr>
              <p14:cNvContentPartPr/>
              <p14:nvPr/>
            </p14:nvContentPartPr>
            <p14:xfrm>
              <a:off x="6461166" y="3732480"/>
              <a:ext cx="171360" cy="272880"/>
            </p14:xfrm>
          </p:contentPart>
        </mc:Choice>
        <mc:Fallback>
          <p:pic>
            <p:nvPicPr>
              <p:cNvPr id="44" name="잉크 43">
                <a:extLst>
                  <a:ext uri="{FF2B5EF4-FFF2-40B4-BE49-F238E27FC236}">
                    <a16:creationId xmlns:a16="http://schemas.microsoft.com/office/drawing/2014/main" id="{46D8D5F5-0720-019A-6F71-45C0D6477643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6425526" y="3696840"/>
                <a:ext cx="243000" cy="34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709140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6ABFAB-7B62-4E70-90B2-8D4040A90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2.4: Sensitivity and Dynamic range (</a:t>
            </a:r>
            <a:r>
              <a:rPr lang="ko-KR" altLang="en-US" dirty="0"/>
              <a:t>감도와 동적 영역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E1A694-3F72-4BD0-B269-CE2651E33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BE97F6-951C-4A53-8E94-4EEE59164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79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288272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073B9F-86DC-41C9-A924-07E74E085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2.4.1 Sensitivity (</a:t>
            </a:r>
            <a:r>
              <a:rPr lang="ko-KR" altLang="en-US" dirty="0"/>
              <a:t>감도</a:t>
            </a:r>
            <a:r>
              <a:rPr lang="en-US" altLang="ko-KR" dirty="0"/>
              <a:t>)</a:t>
            </a:r>
            <a:r>
              <a:rPr lang="ko-KR" altLang="en-US" dirty="0"/>
              <a:t>의 정의 및 수식 유도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535C03-1BBB-4259-B201-77EA2B27B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0067"/>
            <a:ext cx="10515600" cy="5341408"/>
          </a:xfrm>
        </p:spPr>
        <p:txBody>
          <a:bodyPr>
            <a:normAutofit/>
          </a:bodyPr>
          <a:lstStyle/>
          <a:p>
            <a:r>
              <a:rPr lang="ko-KR" altLang="en-US" dirty="0"/>
              <a:t>감도</a:t>
            </a:r>
            <a:r>
              <a:rPr lang="en-US" altLang="ko-KR" dirty="0"/>
              <a:t>(Sensitivity, </a:t>
            </a:r>
            <a:r>
              <a:rPr lang="en-US" altLang="ko-KR" i="1" dirty="0" err="1"/>
              <a:t>P</a:t>
            </a:r>
            <a:r>
              <a:rPr lang="en-US" altLang="ko-KR" baseline="-25000" dirty="0" err="1"/>
              <a:t>sen</a:t>
            </a:r>
            <a:r>
              <a:rPr lang="en-US" altLang="ko-KR" dirty="0"/>
              <a:t>)</a:t>
            </a:r>
            <a:r>
              <a:rPr lang="ko-KR" altLang="en-US" dirty="0"/>
              <a:t>의 물리적 정의</a:t>
            </a:r>
            <a:endParaRPr lang="en-US" altLang="ko-KR" dirty="0"/>
          </a:p>
          <a:p>
            <a:pPr lvl="1"/>
            <a:r>
              <a:rPr lang="ko-KR" altLang="en-US" dirty="0"/>
              <a:t>수신기가 허용 가능한 품질</a:t>
            </a:r>
            <a:r>
              <a:rPr lang="en-US" altLang="ko-KR" dirty="0"/>
              <a:t>(Acceptable Quality, </a:t>
            </a:r>
            <a:r>
              <a:rPr lang="ko-KR" altLang="en-US" dirty="0"/>
              <a:t>즉 요구 </a:t>
            </a:r>
            <a:r>
              <a:rPr lang="en-US" altLang="ko-KR" i="1" dirty="0" err="1"/>
              <a:t>SNR</a:t>
            </a:r>
            <a:r>
              <a:rPr lang="en-US" altLang="ko-KR" baseline="-25000" dirty="0" err="1"/>
              <a:t>min</a:t>
            </a:r>
            <a:r>
              <a:rPr lang="en-US" altLang="ko-KR" dirty="0"/>
              <a:t>)</a:t>
            </a:r>
            <a:r>
              <a:rPr lang="ko-KR" altLang="en-US" dirty="0"/>
              <a:t>을 유지하면서 검출할 수 있는 최소 신호 전력 레벨</a:t>
            </a:r>
            <a:endParaRPr lang="en-US" altLang="ko-KR" dirty="0"/>
          </a:p>
          <a:p>
            <a:pPr lvl="1"/>
            <a:r>
              <a:rPr lang="ko-KR" altLang="en-US" dirty="0"/>
              <a:t>시스템의 동작 대역폭</a:t>
            </a:r>
            <a:r>
              <a:rPr lang="en-US" altLang="ko-KR" dirty="0"/>
              <a:t>(</a:t>
            </a:r>
            <a:r>
              <a:rPr lang="en-US" altLang="ko-KR" i="1" dirty="0"/>
              <a:t>B</a:t>
            </a:r>
            <a:r>
              <a:rPr lang="en-US" altLang="ko-KR" dirty="0"/>
              <a:t>), </a:t>
            </a:r>
            <a:r>
              <a:rPr lang="ko-KR" altLang="en-US" dirty="0"/>
              <a:t>잡음 지수</a:t>
            </a:r>
            <a:r>
              <a:rPr lang="en-US" altLang="ko-KR" dirty="0"/>
              <a:t>(</a:t>
            </a:r>
            <a:r>
              <a:rPr lang="en-US" altLang="ko-KR" i="1" dirty="0"/>
              <a:t>NF</a:t>
            </a:r>
            <a:r>
              <a:rPr lang="en-US" altLang="ko-KR" dirty="0"/>
              <a:t>), </a:t>
            </a:r>
            <a:r>
              <a:rPr lang="ko-KR" altLang="en-US" dirty="0"/>
              <a:t>요구 </a:t>
            </a:r>
            <a:r>
              <a:rPr lang="en-US" altLang="ko-KR" i="1" dirty="0" err="1"/>
              <a:t>SNR</a:t>
            </a:r>
            <a:r>
              <a:rPr lang="en-US" altLang="ko-KR" baseline="-25000" dirty="0" err="1"/>
              <a:t>min</a:t>
            </a:r>
            <a:r>
              <a:rPr lang="ko-KR" altLang="en-US" dirty="0"/>
              <a:t>에 의해 결정됨</a:t>
            </a:r>
            <a:endParaRPr lang="en-US" altLang="ko-KR" dirty="0"/>
          </a:p>
          <a:p>
            <a:r>
              <a:rPr lang="ko-KR" altLang="en-US" dirty="0"/>
              <a:t>감도 수식 유도 과정</a:t>
            </a:r>
            <a:endParaRPr lang="en-US" altLang="ko-KR" dirty="0"/>
          </a:p>
          <a:p>
            <a:pPr lvl="1"/>
            <a:r>
              <a:rPr lang="ko-KR" altLang="en-US" dirty="0"/>
              <a:t>신호원 저항</a:t>
            </a:r>
            <a:r>
              <a:rPr lang="en-US" altLang="ko-KR" dirty="0"/>
              <a:t>(</a:t>
            </a:r>
            <a:r>
              <a:rPr lang="en-US" altLang="ko-KR" i="1" dirty="0"/>
              <a:t>R</a:t>
            </a:r>
            <a:r>
              <a:rPr lang="en-US" altLang="ko-KR" baseline="-25000" dirty="0"/>
              <a:t>S</a:t>
            </a:r>
            <a:r>
              <a:rPr lang="en-US" altLang="ko-KR" dirty="0"/>
              <a:t>)</a:t>
            </a:r>
            <a:r>
              <a:rPr lang="ko-KR" altLang="en-US" dirty="0"/>
              <a:t>의 입력 </a:t>
            </a:r>
            <a:r>
              <a:rPr lang="ko-KR" altLang="en-US" dirty="0" err="1"/>
              <a:t>열잡음</a:t>
            </a:r>
            <a:r>
              <a:rPr lang="ko-KR" altLang="en-US" dirty="0"/>
              <a:t> 전력 </a:t>
            </a:r>
            <a:r>
              <a:rPr lang="en-US" altLang="ko-KR" dirty="0"/>
              <a:t>PSD: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b="0" i="0" dirty="0">
                <a:solidFill>
                  <a:srgbClr val="303030"/>
                </a:solidFill>
                <a:effectLst/>
                <a:latin typeface="Google Sans Flex"/>
              </a:rPr>
              <a:t>수신기 내부 잡음이 추가된 등가 입력 잡음 전력</a:t>
            </a:r>
            <a:r>
              <a:rPr lang="en-US" altLang="ko-KR" b="0" i="0" dirty="0">
                <a:solidFill>
                  <a:srgbClr val="303030"/>
                </a:solidFill>
                <a:effectLst/>
                <a:latin typeface="Google Sans Flex"/>
              </a:rPr>
              <a:t>: </a:t>
            </a:r>
          </a:p>
          <a:p>
            <a:pPr lvl="1"/>
            <a:endParaRPr lang="en-US" altLang="ko-KR" dirty="0">
              <a:solidFill>
                <a:srgbClr val="303030"/>
              </a:solidFill>
              <a:latin typeface="Google Sans Flex"/>
            </a:endParaRP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최소 검출 가능 입력 신호 전력 </a:t>
            </a:r>
            <a:r>
              <a:rPr lang="en-US" altLang="ko-KR" dirty="0"/>
              <a:t>(</a:t>
            </a:r>
            <a:r>
              <a:rPr lang="en-US" altLang="ko-KR" dirty="0" err="1"/>
              <a:t>P</a:t>
            </a:r>
            <a:r>
              <a:rPr lang="en-US" altLang="ko-KR" baseline="-25000" dirty="0" err="1"/>
              <a:t>sen</a:t>
            </a:r>
            <a:r>
              <a:rPr lang="en-US" altLang="ko-KR" dirty="0"/>
              <a:t>)</a:t>
            </a:r>
          </a:p>
          <a:p>
            <a:pPr lvl="2"/>
            <a:r>
              <a:rPr lang="ko-KR" altLang="en-US" dirty="0"/>
              <a:t>입력 신호 전력이 등가 입력 잡음 전력보다 최소 </a:t>
            </a:r>
            <a:r>
              <a:rPr lang="en-US" altLang="ko-KR" i="1" dirty="0" err="1"/>
              <a:t>SNR</a:t>
            </a:r>
            <a:r>
              <a:rPr lang="en-US" altLang="ko-KR" baseline="-25000" dirty="0" err="1"/>
              <a:t>min</a:t>
            </a:r>
            <a:r>
              <a:rPr lang="ko-KR" altLang="en-US" dirty="0"/>
              <a:t>만큼 더 커야 복조가 가능함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6CA976-1925-4FF3-BB60-3D311DBA0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80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4BA86C6-E8CF-4EA6-8B18-C6B22CF272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610" y="3508924"/>
            <a:ext cx="3846584" cy="32918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D4DF7EC-BA92-401A-8381-FAC199C23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6988" y="4713759"/>
            <a:ext cx="5730252" cy="32918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3EB5853-918A-477E-BD3F-EA3E2E7213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8159" y="6235091"/>
            <a:ext cx="6787910" cy="32004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2F74340D-4AE9-8796-AAFC-8EC94524B460}"/>
                  </a:ext>
                </a:extLst>
              </p14:cNvPr>
              <p14:cNvContentPartPr/>
              <p14:nvPr/>
            </p14:nvContentPartPr>
            <p14:xfrm>
              <a:off x="3418200" y="5072437"/>
              <a:ext cx="728640" cy="4716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2F74340D-4AE9-8796-AAFC-8EC94524B46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82200" y="5036437"/>
                <a:ext cx="80028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05CD0412-75B9-0D09-A5C8-447EEF844A93}"/>
                  </a:ext>
                </a:extLst>
              </p14:cNvPr>
              <p14:cNvContentPartPr/>
              <p14:nvPr/>
            </p14:nvContentPartPr>
            <p14:xfrm>
              <a:off x="7797240" y="6575077"/>
              <a:ext cx="1004400" cy="2232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05CD0412-75B9-0D09-A5C8-447EEF844A9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61240" y="6539437"/>
                <a:ext cx="1076040" cy="9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그룹 11">
            <a:extLst>
              <a:ext uri="{FF2B5EF4-FFF2-40B4-BE49-F238E27FC236}">
                <a16:creationId xmlns:a16="http://schemas.microsoft.com/office/drawing/2014/main" id="{472E2B70-96D5-3010-FC6C-8CD65ACA822D}"/>
              </a:ext>
            </a:extLst>
          </p:cNvPr>
          <p:cNvGrpSpPr/>
          <p:nvPr/>
        </p:nvGrpSpPr>
        <p:grpSpPr>
          <a:xfrm>
            <a:off x="4506840" y="6133717"/>
            <a:ext cx="2935440" cy="554760"/>
            <a:chOff x="4506840" y="6133717"/>
            <a:chExt cx="2935440" cy="55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2151118C-A248-7AC1-F67F-8A3F4E9F55D5}"/>
                    </a:ext>
                  </a:extLst>
                </p14:cNvPr>
                <p14:cNvContentPartPr/>
                <p14:nvPr/>
              </p14:nvContentPartPr>
              <p14:xfrm>
                <a:off x="4506840" y="6642757"/>
                <a:ext cx="1533240" cy="4572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2151118C-A248-7AC1-F67F-8A3F4E9F55D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471200" y="6606757"/>
                  <a:ext cx="16048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8FCA3259-9F2E-AC38-76EF-36A91A810C63}"/>
                    </a:ext>
                  </a:extLst>
                </p14:cNvPr>
                <p14:cNvContentPartPr/>
                <p14:nvPr/>
              </p14:nvContentPartPr>
              <p14:xfrm>
                <a:off x="7005600" y="6133717"/>
                <a:ext cx="436680" cy="51660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8FCA3259-9F2E-AC38-76EF-36A91A810C6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969600" y="6097717"/>
                  <a:ext cx="508320" cy="588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23390777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C1DF0B-741D-473D-9743-4D513DF3C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2.25: GSM vs WLAN </a:t>
            </a:r>
            <a:r>
              <a:rPr lang="ko-KR" altLang="en-US" dirty="0"/>
              <a:t>수신기 감도 정량 계산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7B2D2B-0716-4A63-B6AE-410385D3E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  <a:endParaRPr lang="en-US" altLang="ko-KR" dirty="0"/>
          </a:p>
          <a:p>
            <a:pPr lvl="1"/>
            <a:r>
              <a:rPr lang="en-US" altLang="ko-KR" dirty="0"/>
              <a:t>GSM </a:t>
            </a:r>
            <a:r>
              <a:rPr lang="ko-KR" altLang="en-US" dirty="0"/>
              <a:t>수신기</a:t>
            </a:r>
            <a:r>
              <a:rPr lang="en-US" altLang="ko-KR" dirty="0"/>
              <a:t>: </a:t>
            </a:r>
            <a:r>
              <a:rPr lang="ko-KR" altLang="en-US" dirty="0"/>
              <a:t>요구 </a:t>
            </a:r>
            <a:r>
              <a:rPr lang="en-US" altLang="ko-KR" i="1" dirty="0" err="1"/>
              <a:t>SNR</a:t>
            </a:r>
            <a:r>
              <a:rPr lang="en-US" altLang="ko-KR" baseline="-25000" dirty="0" err="1"/>
              <a:t>min</a:t>
            </a:r>
            <a:r>
              <a:rPr lang="en-US" altLang="ko-KR" dirty="0"/>
              <a:t> = 12 dB, </a:t>
            </a:r>
            <a:r>
              <a:rPr lang="ko-KR" altLang="en-US" dirty="0"/>
              <a:t>채널 대역폭 </a:t>
            </a:r>
            <a:r>
              <a:rPr lang="en-US" altLang="ko-KR" i="1" dirty="0"/>
              <a:t>B</a:t>
            </a:r>
            <a:r>
              <a:rPr lang="en-US" altLang="ko-KR" dirty="0"/>
              <a:t> = 200 kHz</a:t>
            </a:r>
          </a:p>
          <a:p>
            <a:pPr lvl="1"/>
            <a:r>
              <a:rPr lang="en-US" altLang="ko-KR" dirty="0"/>
              <a:t>WLAN </a:t>
            </a:r>
            <a:r>
              <a:rPr lang="ko-KR" altLang="en-US" dirty="0"/>
              <a:t>수신기</a:t>
            </a:r>
            <a:r>
              <a:rPr lang="en-US" altLang="ko-KR" dirty="0"/>
              <a:t>: </a:t>
            </a:r>
            <a:r>
              <a:rPr lang="ko-KR" altLang="en-US" dirty="0"/>
              <a:t>요구 </a:t>
            </a:r>
            <a:r>
              <a:rPr lang="en-US" altLang="ko-KR" i="1" dirty="0" err="1"/>
              <a:t>SNR</a:t>
            </a:r>
            <a:r>
              <a:rPr lang="en-US" altLang="ko-KR" baseline="-25000" dirty="0" err="1"/>
              <a:t>min</a:t>
            </a:r>
            <a:r>
              <a:rPr lang="en-US" altLang="ko-KR" dirty="0"/>
              <a:t> = 23 dB, </a:t>
            </a:r>
            <a:r>
              <a:rPr lang="ko-KR" altLang="en-US" dirty="0"/>
              <a:t>채널 대역폭 </a:t>
            </a:r>
            <a:r>
              <a:rPr lang="en-US" altLang="ko-KR" i="1" dirty="0"/>
              <a:t>B</a:t>
            </a:r>
            <a:r>
              <a:rPr lang="en-US" altLang="ko-KR" dirty="0"/>
              <a:t> = 20 MHz</a:t>
            </a:r>
          </a:p>
          <a:p>
            <a:pPr lvl="1"/>
            <a:r>
              <a:rPr lang="ko-KR" altLang="en-US" dirty="0"/>
              <a:t>두 수신기의 잡음 지수가 </a:t>
            </a:r>
            <a:r>
              <a:rPr lang="en-US" altLang="ko-KR" i="1" dirty="0"/>
              <a:t>NF</a:t>
            </a:r>
            <a:r>
              <a:rPr lang="en-US" altLang="ko-KR" dirty="0"/>
              <a:t> = 7 dB</a:t>
            </a:r>
            <a:r>
              <a:rPr lang="ko-KR" altLang="en-US" dirty="0"/>
              <a:t>로 동일할 때</a:t>
            </a:r>
            <a:r>
              <a:rPr lang="en-US" altLang="ko-KR" dirty="0"/>
              <a:t>, </a:t>
            </a:r>
            <a:r>
              <a:rPr lang="ko-KR" altLang="en-US" dirty="0"/>
              <a:t>각각의 감도</a:t>
            </a:r>
            <a:r>
              <a:rPr lang="en-US" altLang="ko-KR" dirty="0"/>
              <a:t>(</a:t>
            </a:r>
            <a:r>
              <a:rPr lang="en-US" altLang="ko-KR" i="1" dirty="0" err="1"/>
              <a:t>P</a:t>
            </a:r>
            <a:r>
              <a:rPr lang="en-US" altLang="ko-KR" baseline="-25000" dirty="0" err="1"/>
              <a:t>sen</a:t>
            </a:r>
            <a:r>
              <a:rPr lang="en-US" altLang="ko-KR" dirty="0"/>
              <a:t>)</a:t>
            </a:r>
            <a:r>
              <a:rPr lang="ko-KR" altLang="en-US" dirty="0"/>
              <a:t>를 비교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풀이</a:t>
            </a:r>
            <a:endParaRPr lang="en-US" altLang="ko-KR" dirty="0"/>
          </a:p>
          <a:p>
            <a:pPr lvl="1"/>
            <a:r>
              <a:rPr lang="en-US" altLang="ko-KR" b="0" i="0" dirty="0">
                <a:solidFill>
                  <a:srgbClr val="303030"/>
                </a:solidFill>
                <a:effectLst/>
                <a:latin typeface="Google Sans Flex"/>
              </a:rPr>
              <a:t>1. GSM </a:t>
            </a:r>
            <a:r>
              <a:rPr lang="ko-KR" altLang="en-US" b="0" i="0" dirty="0">
                <a:solidFill>
                  <a:srgbClr val="303030"/>
                </a:solidFill>
                <a:effectLst/>
                <a:latin typeface="Google Sans Flex"/>
              </a:rPr>
              <a:t>수신기 감도</a:t>
            </a:r>
            <a:r>
              <a:rPr lang="en-US" altLang="ko-KR" b="0" i="0" dirty="0">
                <a:solidFill>
                  <a:srgbClr val="303030"/>
                </a:solidFill>
                <a:effectLst/>
                <a:latin typeface="Google Sans Flex"/>
              </a:rPr>
              <a:t>: -102 dBm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2. WLAN </a:t>
            </a:r>
            <a:r>
              <a:rPr lang="ko-KR" altLang="en-US" dirty="0"/>
              <a:t>수신기 감도</a:t>
            </a:r>
            <a:r>
              <a:rPr lang="en-US" altLang="ko-KR" dirty="0"/>
              <a:t>:  -71 dBm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E0D7A5-D5AE-497E-A307-71B318755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81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A7A23A6-3834-4983-B740-0E527C7BF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836" y="4553192"/>
            <a:ext cx="7830328" cy="381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3D20CB3-B4D4-426F-A466-02FDFFC3C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836" y="5690533"/>
            <a:ext cx="7860808" cy="381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167DFDEF-EA0B-C95D-0172-19AAC9B3B4C0}"/>
                  </a:ext>
                </a:extLst>
              </p14:cNvPr>
              <p14:cNvContentPartPr/>
              <p14:nvPr/>
            </p14:nvContentPartPr>
            <p14:xfrm>
              <a:off x="9277523" y="1923877"/>
              <a:ext cx="300600" cy="65088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167DFDEF-EA0B-C95D-0172-19AAC9B3B4C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41523" y="1887877"/>
                <a:ext cx="372240" cy="72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24AB4B0A-5693-9030-79A9-CD2E9624B921}"/>
                  </a:ext>
                </a:extLst>
              </p14:cNvPr>
              <p14:cNvContentPartPr/>
              <p14:nvPr/>
            </p14:nvContentPartPr>
            <p14:xfrm>
              <a:off x="5515883" y="2604637"/>
              <a:ext cx="3397680" cy="6696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24AB4B0A-5693-9030-79A9-CD2E9624B92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479883" y="2568997"/>
                <a:ext cx="3469320" cy="13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599087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D3A055-A004-4D1B-BE4E-894A6A286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2.4.2: Dynamic Range (</a:t>
            </a:r>
            <a:r>
              <a:rPr lang="ko-KR" altLang="en-US" dirty="0"/>
              <a:t>동적 영역</a:t>
            </a:r>
            <a:r>
              <a:rPr lang="en-US" altLang="ko-KR" dirty="0"/>
              <a:t>)</a:t>
            </a:r>
            <a:r>
              <a:rPr lang="ko-KR" altLang="en-US" dirty="0"/>
              <a:t>의 두 가지 정의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F9CA1E-02DD-422E-BBDF-8A17C1778F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동적 영역</a:t>
            </a:r>
            <a:r>
              <a:rPr lang="en-US" altLang="ko-KR" dirty="0"/>
              <a:t>(Dynamic Range, DR)</a:t>
            </a:r>
            <a:r>
              <a:rPr lang="ko-KR" altLang="en-US" dirty="0"/>
              <a:t>의 일반적 정의</a:t>
            </a:r>
            <a:endParaRPr lang="en-US" altLang="ko-KR" dirty="0"/>
          </a:p>
          <a:p>
            <a:pPr lvl="1"/>
            <a:r>
              <a:rPr lang="ko-KR" altLang="en-US" dirty="0"/>
              <a:t>수신기가 정상 복조 기능을 유지하며 허용할 수 있는 최대 입력 전력을 최소 검출 가능 입력 전력</a:t>
            </a:r>
            <a:r>
              <a:rPr lang="en-US" altLang="ko-KR" dirty="0"/>
              <a:t>(</a:t>
            </a:r>
            <a:r>
              <a:rPr lang="ko-KR" altLang="en-US" dirty="0"/>
              <a:t>감도</a:t>
            </a:r>
            <a:r>
              <a:rPr lang="en-US" altLang="ko-KR" dirty="0"/>
              <a:t>, </a:t>
            </a:r>
            <a:r>
              <a:rPr lang="en-US" altLang="ko-KR" i="1" dirty="0" err="1"/>
              <a:t>P</a:t>
            </a:r>
            <a:r>
              <a:rPr lang="en-US" altLang="ko-KR" baseline="-25000" dirty="0" err="1"/>
              <a:t>sen</a:t>
            </a:r>
            <a:r>
              <a:rPr lang="en-US" altLang="ko-KR" dirty="0"/>
              <a:t>)</a:t>
            </a:r>
            <a:r>
              <a:rPr lang="ko-KR" altLang="en-US" dirty="0"/>
              <a:t>으로 나눈 비율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 </a:t>
            </a:r>
            <a:r>
              <a:rPr lang="en-US" altLang="ko-KR" dirty="0"/>
              <a:t>RF </a:t>
            </a:r>
            <a:r>
              <a:rPr lang="ko-KR" altLang="en-US" dirty="0"/>
              <a:t>시스템에서의 </a:t>
            </a:r>
            <a:r>
              <a:rPr lang="en-US" altLang="ko-KR" dirty="0"/>
              <a:t>2</a:t>
            </a:r>
            <a:r>
              <a:rPr lang="ko-KR" altLang="en-US" dirty="0"/>
              <a:t>가지 </a:t>
            </a:r>
            <a:r>
              <a:rPr lang="en-US" altLang="ko-KR" dirty="0"/>
              <a:t>Dynamic Range </a:t>
            </a:r>
            <a:r>
              <a:rPr lang="ko-KR" altLang="en-US" dirty="0"/>
              <a:t>분류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5A664-560F-499C-B3F0-1D6F17711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82</a:t>
            </a:fld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1DCEA00-F4FE-416B-AB72-D0BD5490D7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3336"/>
              </p:ext>
            </p:extLst>
          </p:nvPr>
        </p:nvGraphicFramePr>
        <p:xfrm>
          <a:off x="444501" y="3222413"/>
          <a:ext cx="11302998" cy="2407920"/>
        </p:xfrm>
        <a:graphic>
          <a:graphicData uri="http://schemas.openxmlformats.org/drawingml/2006/table">
            <a:tbl>
              <a:tblPr/>
              <a:tblGrid>
                <a:gridCol w="2825749">
                  <a:extLst>
                    <a:ext uri="{9D8B030D-6E8A-4147-A177-3AD203B41FA5}">
                      <a16:colId xmlns:a16="http://schemas.microsoft.com/office/drawing/2014/main" val="1264234106"/>
                    </a:ext>
                  </a:extLst>
                </a:gridCol>
                <a:gridCol w="2601384">
                  <a:extLst>
                    <a:ext uri="{9D8B030D-6E8A-4147-A177-3AD203B41FA5}">
                      <a16:colId xmlns:a16="http://schemas.microsoft.com/office/drawing/2014/main" val="983304803"/>
                    </a:ext>
                  </a:extLst>
                </a:gridCol>
                <a:gridCol w="2626935">
                  <a:extLst>
                    <a:ext uri="{9D8B030D-6E8A-4147-A177-3AD203B41FA5}">
                      <a16:colId xmlns:a16="http://schemas.microsoft.com/office/drawing/2014/main" val="443909396"/>
                    </a:ext>
                  </a:extLst>
                </a:gridCol>
                <a:gridCol w="3248930">
                  <a:extLst>
                    <a:ext uri="{9D8B030D-6E8A-4147-A177-3AD203B41FA5}">
                      <a16:colId xmlns:a16="http://schemas.microsoft.com/office/drawing/2014/main" val="25911593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20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>
                          <a:latin typeface="+mn-ea"/>
                          <a:ea typeface="+mn-ea"/>
                        </a:rPr>
                        <a:t>상한선 </a:t>
                      </a:r>
                      <a:r>
                        <a:rPr lang="en-US" altLang="ko-KR" sz="20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2000" dirty="0">
                          <a:latin typeface="+mn-ea"/>
                          <a:ea typeface="+mn-ea"/>
                        </a:rPr>
                        <a:t>Upper Limit)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>
                          <a:latin typeface="+mn-ea"/>
                          <a:ea typeface="+mn-ea"/>
                        </a:rPr>
                        <a:t>하한선 </a:t>
                      </a:r>
                      <a:r>
                        <a:rPr lang="en-US" altLang="ko-KR" sz="20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2000" dirty="0">
                          <a:latin typeface="+mn-ea"/>
                          <a:ea typeface="+mn-ea"/>
                        </a:rPr>
                        <a:t>Lower Limit)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dirty="0">
                          <a:latin typeface="+mn-ea"/>
                          <a:ea typeface="+mn-ea"/>
                        </a:rPr>
                        <a:t>제한 요인 및 특징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4409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2000" b="0" dirty="0">
                          <a:latin typeface="+mn-ea"/>
                          <a:ea typeface="+mn-ea"/>
                        </a:rPr>
                        <a:t>이득 압축 기반 </a:t>
                      </a:r>
                      <a:r>
                        <a:rPr lang="en-US" sz="2000" b="0" dirty="0">
                          <a:latin typeface="+mn-ea"/>
                          <a:ea typeface="+mn-ea"/>
                        </a:rPr>
                        <a:t>DR </a:t>
                      </a:r>
                      <a:r>
                        <a:rPr lang="en-US" sz="2000" b="0" i="1" dirty="0">
                          <a:latin typeface="+mn-ea"/>
                          <a:ea typeface="+mn-ea"/>
                        </a:rPr>
                        <a:t>(Compression-Based DR)</a:t>
                      </a:r>
                      <a:endParaRPr lang="en-US" sz="2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latin typeface="+mn-ea"/>
                          <a:ea typeface="+mn-ea"/>
                        </a:rPr>
                        <a:t>1-dB </a:t>
                      </a:r>
                      <a:r>
                        <a:rPr lang="ko-KR" altLang="en-US" sz="2000" b="0" dirty="0" err="1">
                          <a:latin typeface="+mn-ea"/>
                          <a:ea typeface="+mn-ea"/>
                        </a:rPr>
                        <a:t>압축점</a:t>
                      </a:r>
                      <a:r>
                        <a:rPr lang="ko-KR" altLang="en-US" sz="20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20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2000" b="0" dirty="0">
                          <a:latin typeface="+mn-ea"/>
                          <a:ea typeface="+mn-ea"/>
                        </a:rPr>
                        <a:t>P1dB)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b="0" dirty="0">
                          <a:latin typeface="+mn-ea"/>
                          <a:ea typeface="+mn-ea"/>
                        </a:rPr>
                        <a:t>감도 </a:t>
                      </a:r>
                      <a:r>
                        <a:rPr lang="en-US" altLang="ko-KR" sz="20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2000" b="0" i="1" dirty="0" err="1"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sz="2000" b="0" baseline="-25000" dirty="0" err="1">
                          <a:latin typeface="+mn-ea"/>
                          <a:ea typeface="+mn-ea"/>
                        </a:rPr>
                        <a:t>sen</a:t>
                      </a:r>
                      <a:r>
                        <a:rPr lang="en-US" sz="2000" b="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b="0" dirty="0"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2000" b="0" dirty="0">
                          <a:latin typeface="+mn-ea"/>
                          <a:ea typeface="+mn-ea"/>
                        </a:rPr>
                        <a:t>단일 강한 신호 </a:t>
                      </a:r>
                      <a:r>
                        <a:rPr lang="ko-KR" altLang="en-US" sz="2000" b="0" dirty="0" err="1">
                          <a:latin typeface="+mn-ea"/>
                          <a:ea typeface="+mn-ea"/>
                        </a:rPr>
                        <a:t>인입</a:t>
                      </a:r>
                      <a:r>
                        <a:rPr lang="ko-KR" altLang="en-US" sz="2000" b="0" dirty="0">
                          <a:latin typeface="+mn-ea"/>
                          <a:ea typeface="+mn-ea"/>
                        </a:rPr>
                        <a:t> 시 수신기 이득이 포화되는 한계</a:t>
                      </a:r>
                      <a:endParaRPr lang="en-US" altLang="ko-KR" sz="2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2165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2000" b="0" dirty="0" err="1">
                          <a:latin typeface="+mn-ea"/>
                          <a:ea typeface="+mn-ea"/>
                        </a:rPr>
                        <a:t>스퓨리어스</a:t>
                      </a:r>
                      <a:r>
                        <a:rPr lang="ko-KR" altLang="en-US" sz="2000" b="0" dirty="0">
                          <a:latin typeface="+mn-ea"/>
                          <a:ea typeface="+mn-ea"/>
                        </a:rPr>
                        <a:t> 프리 </a:t>
                      </a:r>
                      <a:r>
                        <a:rPr lang="en-US" sz="2000" b="0" dirty="0">
                          <a:latin typeface="+mn-ea"/>
                          <a:ea typeface="+mn-ea"/>
                        </a:rPr>
                        <a:t>DR </a:t>
                      </a:r>
                      <a:r>
                        <a:rPr lang="en-US" sz="2000" b="0" i="1" dirty="0">
                          <a:latin typeface="+mn-ea"/>
                          <a:ea typeface="+mn-ea"/>
                        </a:rPr>
                        <a:t>(Spurious-Free DR, SFDR)</a:t>
                      </a:r>
                      <a:r>
                        <a:rPr lang="en-US" sz="2000" b="0" dirty="0"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b="0" dirty="0">
                          <a:latin typeface="+mn-ea"/>
                          <a:ea typeface="+mn-ea"/>
                        </a:rPr>
                        <a:t>IM3 </a:t>
                      </a:r>
                      <a:r>
                        <a:rPr lang="ko-KR" altLang="en-US" sz="2000" b="0" dirty="0">
                          <a:latin typeface="+mn-ea"/>
                          <a:ea typeface="+mn-ea"/>
                        </a:rPr>
                        <a:t>성분이 잡음 레벨과 같아지는 </a:t>
                      </a:r>
                      <a:r>
                        <a:rPr lang="ko-KR" altLang="en-US" sz="2000" b="0" dirty="0" err="1">
                          <a:latin typeface="+mn-ea"/>
                          <a:ea typeface="+mn-ea"/>
                        </a:rPr>
                        <a:t>투톤</a:t>
                      </a:r>
                      <a:r>
                        <a:rPr lang="ko-KR" altLang="en-US" sz="2000" b="0" dirty="0">
                          <a:latin typeface="+mn-ea"/>
                          <a:ea typeface="+mn-ea"/>
                        </a:rPr>
                        <a:t> 전력 </a:t>
                      </a:r>
                      <a:r>
                        <a:rPr lang="en-US" altLang="ko-KR" sz="20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2000" b="0" dirty="0" err="1">
                          <a:latin typeface="+mn-ea"/>
                          <a:ea typeface="+mn-ea"/>
                        </a:rPr>
                        <a:t>Pin,max</a:t>
                      </a:r>
                      <a:r>
                        <a:rPr lang="en-US" altLang="ko-KR" sz="2000" b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2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2000" b="0" dirty="0">
                          <a:latin typeface="+mn-ea"/>
                          <a:ea typeface="+mn-ea"/>
                        </a:rPr>
                        <a:t>감도 </a:t>
                      </a:r>
                      <a:r>
                        <a:rPr lang="en-US" altLang="ko-KR" sz="20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2000" b="0" i="1" dirty="0" err="1">
                          <a:latin typeface="+mn-ea"/>
                          <a:ea typeface="+mn-ea"/>
                        </a:rPr>
                        <a:t>P</a:t>
                      </a:r>
                      <a:r>
                        <a:rPr lang="en-US" sz="2000" b="0" baseline="-25000" dirty="0" err="1">
                          <a:latin typeface="+mn-ea"/>
                          <a:ea typeface="+mn-ea"/>
                        </a:rPr>
                        <a:t>sen</a:t>
                      </a:r>
                      <a:r>
                        <a:rPr lang="en-US" sz="2000" b="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2000" b="0" dirty="0">
                          <a:latin typeface="+mn-ea"/>
                          <a:ea typeface="+mn-ea"/>
                        </a:rPr>
                        <a:t>• </a:t>
                      </a:r>
                      <a:r>
                        <a:rPr lang="ko-KR" altLang="en-US" sz="2000" b="0" dirty="0">
                          <a:latin typeface="+mn-ea"/>
                          <a:ea typeface="+mn-ea"/>
                        </a:rPr>
                        <a:t>잡음과 대역 내 </a:t>
                      </a:r>
                      <a:r>
                        <a:rPr lang="ko-KR" altLang="en-US" sz="2000" b="0" dirty="0" err="1">
                          <a:latin typeface="+mn-ea"/>
                          <a:ea typeface="+mn-ea"/>
                        </a:rPr>
                        <a:t>투톤</a:t>
                      </a:r>
                      <a:r>
                        <a:rPr lang="ko-KR" altLang="en-US" sz="20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2000" b="0" dirty="0" err="1">
                          <a:latin typeface="+mn-ea"/>
                          <a:ea typeface="+mn-ea"/>
                        </a:rPr>
                        <a:t>상호변조</a:t>
                      </a:r>
                      <a:r>
                        <a:rPr lang="en-US" altLang="ko-KR" sz="2000" b="0" dirty="0">
                          <a:latin typeface="+mn-ea"/>
                          <a:ea typeface="+mn-ea"/>
                        </a:rPr>
                        <a:t>(IM</a:t>
                      </a:r>
                      <a:r>
                        <a:rPr lang="en-US" altLang="ko-KR" sz="2000" b="0" baseline="-25000" dirty="0">
                          <a:latin typeface="+mn-ea"/>
                          <a:ea typeface="+mn-ea"/>
                        </a:rPr>
                        <a:t>3</a:t>
                      </a:r>
                      <a:r>
                        <a:rPr lang="en-US" altLang="ko-KR" sz="2000" b="0" dirty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2000" b="0" dirty="0">
                          <a:latin typeface="+mn-ea"/>
                          <a:ea typeface="+mn-ea"/>
                        </a:rPr>
                        <a:t>왜곡을 동시에 고려</a:t>
                      </a:r>
                      <a:endParaRPr lang="en-US" altLang="ko-KR" sz="2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047678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5CD4F56A-02EF-EABF-3C9D-7F24AC0B1A5B}"/>
                  </a:ext>
                </a:extLst>
              </p14:cNvPr>
              <p14:cNvContentPartPr/>
              <p14:nvPr/>
            </p14:nvContentPartPr>
            <p14:xfrm>
              <a:off x="3304763" y="4518037"/>
              <a:ext cx="698040" cy="53856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5CD4F56A-02EF-EABF-3C9D-7F24AC0B1A5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69123" y="4482037"/>
                <a:ext cx="769680" cy="61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DCA8C950-A25E-9FBA-99E8-ADDD8A24F5B3}"/>
                  </a:ext>
                </a:extLst>
              </p14:cNvPr>
              <p14:cNvContentPartPr/>
              <p14:nvPr/>
            </p14:nvContentPartPr>
            <p14:xfrm>
              <a:off x="3175163" y="4955077"/>
              <a:ext cx="222120" cy="115416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DCA8C950-A25E-9FBA-99E8-ADDD8A24F5B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39163" y="4919077"/>
                <a:ext cx="293760" cy="12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EA54711A-E64A-9AD3-B64A-E9BF7383B44B}"/>
                  </a:ext>
                </a:extLst>
              </p14:cNvPr>
              <p14:cNvContentPartPr/>
              <p14:nvPr/>
            </p14:nvContentPartPr>
            <p14:xfrm>
              <a:off x="3393323" y="5978557"/>
              <a:ext cx="101160" cy="25344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EA54711A-E64A-9AD3-B64A-E9BF7383B44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57323" y="5942917"/>
                <a:ext cx="172800" cy="32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95" name="그룹 94">
            <a:extLst>
              <a:ext uri="{FF2B5EF4-FFF2-40B4-BE49-F238E27FC236}">
                <a16:creationId xmlns:a16="http://schemas.microsoft.com/office/drawing/2014/main" id="{A565E73B-280A-AB1E-9601-00270429F9F2}"/>
              </a:ext>
            </a:extLst>
          </p:cNvPr>
          <p:cNvGrpSpPr/>
          <p:nvPr/>
        </p:nvGrpSpPr>
        <p:grpSpPr>
          <a:xfrm>
            <a:off x="3656843" y="4898917"/>
            <a:ext cx="6339600" cy="1380600"/>
            <a:chOff x="3656843" y="4898917"/>
            <a:chExt cx="6339600" cy="138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84D56332-40B1-C5E9-D62F-805FF7CAB007}"/>
                    </a:ext>
                  </a:extLst>
                </p14:cNvPr>
                <p14:cNvContentPartPr/>
                <p14:nvPr/>
              </p14:nvContentPartPr>
              <p14:xfrm>
                <a:off x="3656843" y="6036157"/>
                <a:ext cx="97560" cy="10872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84D56332-40B1-C5E9-D62F-805FF7CAB00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620843" y="6000157"/>
                  <a:ext cx="1692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DC9B2135-B7DF-D578-4525-B9C745535903}"/>
                    </a:ext>
                  </a:extLst>
                </p14:cNvPr>
                <p14:cNvContentPartPr/>
                <p14:nvPr/>
              </p14:nvContentPartPr>
              <p14:xfrm>
                <a:off x="3837923" y="5987197"/>
                <a:ext cx="77400" cy="11160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DC9B2135-B7DF-D578-4525-B9C74553590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802283" y="5951557"/>
                  <a:ext cx="1490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77637A8E-208B-CA92-7577-4D8C20AC81BB}"/>
                    </a:ext>
                  </a:extLst>
                </p14:cNvPr>
                <p14:cNvContentPartPr/>
                <p14:nvPr/>
              </p14:nvContentPartPr>
              <p14:xfrm>
                <a:off x="3930803" y="5969557"/>
                <a:ext cx="19080" cy="27540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77637A8E-208B-CA92-7577-4D8C20AC81B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895163" y="5933557"/>
                  <a:ext cx="9072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389C1077-DF5E-1782-CC6F-89FD5550FADC}"/>
                    </a:ext>
                  </a:extLst>
                </p14:cNvPr>
                <p14:cNvContentPartPr/>
                <p14:nvPr/>
              </p14:nvContentPartPr>
              <p14:xfrm>
                <a:off x="4073723" y="6001957"/>
                <a:ext cx="146880" cy="23688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389C1077-DF5E-1782-CC6F-89FD5550FAD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038083" y="5966317"/>
                  <a:ext cx="21852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BA3818BB-A889-3F41-AD73-9388B202A79D}"/>
                    </a:ext>
                  </a:extLst>
                </p14:cNvPr>
                <p14:cNvContentPartPr/>
                <p14:nvPr/>
              </p14:nvContentPartPr>
              <p14:xfrm>
                <a:off x="4283603" y="6005557"/>
                <a:ext cx="121680" cy="25848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BA3818BB-A889-3F41-AD73-9388B202A79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247603" y="5969557"/>
                  <a:ext cx="19332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689912C3-E988-AF60-9BC4-712929303F5F}"/>
                    </a:ext>
                  </a:extLst>
                </p14:cNvPr>
                <p14:cNvContentPartPr/>
                <p14:nvPr/>
              </p14:nvContentPartPr>
              <p14:xfrm>
                <a:off x="4520123" y="5969197"/>
                <a:ext cx="59400" cy="21600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689912C3-E988-AF60-9BC4-712929303F5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484483" y="5933557"/>
                  <a:ext cx="13104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596F7F1E-832A-BBEE-9CDF-82DADDB95CE3}"/>
                    </a:ext>
                  </a:extLst>
                </p14:cNvPr>
                <p14:cNvContentPartPr/>
                <p14:nvPr/>
              </p14:nvContentPartPr>
              <p14:xfrm>
                <a:off x="4652243" y="5951197"/>
                <a:ext cx="95040" cy="12636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596F7F1E-832A-BBEE-9CDF-82DADDB95CE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16243" y="5915557"/>
                  <a:ext cx="1666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8EC58038-87CB-1876-7C8E-0D97D4E2B63B}"/>
                    </a:ext>
                  </a:extLst>
                </p14:cNvPr>
                <p14:cNvContentPartPr/>
                <p14:nvPr/>
              </p14:nvContentPartPr>
              <p14:xfrm>
                <a:off x="4777523" y="5930317"/>
                <a:ext cx="22320" cy="13788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8EC58038-87CB-1876-7C8E-0D97D4E2B63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741883" y="5894677"/>
                  <a:ext cx="939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008921C4-CB71-9620-3696-3A8EAA3DC5F9}"/>
                    </a:ext>
                  </a:extLst>
                </p14:cNvPr>
                <p14:cNvContentPartPr/>
                <p14:nvPr/>
              </p14:nvContentPartPr>
              <p14:xfrm>
                <a:off x="4706963" y="6099157"/>
                <a:ext cx="51480" cy="5652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008921C4-CB71-9620-3696-3A8EAA3DC5F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670963" y="6063157"/>
                  <a:ext cx="1231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3B7CF856-A03F-6451-D50D-BB418B27C9D6}"/>
                    </a:ext>
                  </a:extLst>
                </p14:cNvPr>
                <p14:cNvContentPartPr/>
                <p14:nvPr/>
              </p14:nvContentPartPr>
              <p14:xfrm>
                <a:off x="4837283" y="5958037"/>
                <a:ext cx="103680" cy="12132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3B7CF856-A03F-6451-D50D-BB418B27C9D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801643" y="5922397"/>
                  <a:ext cx="17532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07A94CC3-EB42-4B30-D935-B7ED6D37E065}"/>
                    </a:ext>
                  </a:extLst>
                </p14:cNvPr>
                <p14:cNvContentPartPr/>
                <p14:nvPr/>
              </p14:nvContentPartPr>
              <p14:xfrm>
                <a:off x="4876523" y="6007357"/>
                <a:ext cx="54000" cy="972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07A94CC3-EB42-4B30-D935-B7ED6D37E06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840883" y="5971357"/>
                  <a:ext cx="1256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7A03EDCE-8B15-9044-7CD0-8F97703A7297}"/>
                    </a:ext>
                  </a:extLst>
                </p14:cNvPr>
                <p14:cNvContentPartPr/>
                <p14:nvPr/>
              </p14:nvContentPartPr>
              <p14:xfrm>
                <a:off x="4961483" y="5994037"/>
                <a:ext cx="25560" cy="468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7A03EDCE-8B15-9044-7CD0-8F97703A729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925843" y="5958397"/>
                  <a:ext cx="972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96E34B4C-2701-6799-737A-1DE5AD068841}"/>
                    </a:ext>
                  </a:extLst>
                </p14:cNvPr>
                <p14:cNvContentPartPr/>
                <p14:nvPr/>
              </p14:nvContentPartPr>
              <p14:xfrm>
                <a:off x="5010083" y="5945797"/>
                <a:ext cx="4320" cy="13968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96E34B4C-2701-6799-737A-1DE5AD06884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74443" y="5910157"/>
                  <a:ext cx="759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3AD00C1D-2994-9E0A-A3C6-5D930998DF3D}"/>
                    </a:ext>
                  </a:extLst>
                </p14:cNvPr>
                <p14:cNvContentPartPr/>
                <p14:nvPr/>
              </p14:nvContentPartPr>
              <p14:xfrm>
                <a:off x="5144723" y="5954077"/>
                <a:ext cx="10440" cy="11520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3AD00C1D-2994-9E0A-A3C6-5D930998DF3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09083" y="5918077"/>
                  <a:ext cx="820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8D62BD81-2276-17B7-B5B3-E941945858B1}"/>
                    </a:ext>
                  </a:extLst>
                </p14:cNvPr>
                <p14:cNvContentPartPr/>
                <p14:nvPr/>
              </p14:nvContentPartPr>
              <p14:xfrm>
                <a:off x="5154443" y="5947957"/>
                <a:ext cx="111600" cy="11124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8D62BD81-2276-17B7-B5B3-E941945858B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18443" y="5912317"/>
                  <a:ext cx="1832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16921DB0-7A28-D1DC-975F-9D536DA3FC4F}"/>
                    </a:ext>
                  </a:extLst>
                </p14:cNvPr>
                <p14:cNvContentPartPr/>
                <p14:nvPr/>
              </p14:nvContentPartPr>
              <p14:xfrm>
                <a:off x="5150843" y="6064597"/>
                <a:ext cx="87840" cy="1080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16921DB0-7A28-D1DC-975F-9D536DA3FC4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114843" y="6028957"/>
                  <a:ext cx="15948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A01D4A50-C74C-E441-FC37-2D60123530AA}"/>
                    </a:ext>
                  </a:extLst>
                </p14:cNvPr>
                <p14:cNvContentPartPr/>
                <p14:nvPr/>
              </p14:nvContentPartPr>
              <p14:xfrm>
                <a:off x="5201243" y="6075757"/>
                <a:ext cx="20520" cy="8604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A01D4A50-C74C-E441-FC37-2D60123530A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165243" y="6040117"/>
                  <a:ext cx="921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94883B64-9010-3A1E-B900-D15DEC6FDB78}"/>
                    </a:ext>
                  </a:extLst>
                </p14:cNvPr>
                <p14:cNvContentPartPr/>
                <p14:nvPr/>
              </p14:nvContentPartPr>
              <p14:xfrm>
                <a:off x="5159483" y="6156037"/>
                <a:ext cx="82440" cy="1872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94883B64-9010-3A1E-B900-D15DEC6FDB7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123843" y="6120397"/>
                  <a:ext cx="1540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FFCF2160-0CF9-5BD2-1DFB-368C0F396337}"/>
                    </a:ext>
                  </a:extLst>
                </p14:cNvPr>
                <p14:cNvContentPartPr/>
                <p14:nvPr/>
              </p14:nvContentPartPr>
              <p14:xfrm>
                <a:off x="5334803" y="5947237"/>
                <a:ext cx="113760" cy="11484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FFCF2160-0CF9-5BD2-1DFB-368C0F39633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298803" y="5911237"/>
                  <a:ext cx="18540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DDE63B2B-7C49-487C-4724-FB51F731A579}"/>
                    </a:ext>
                  </a:extLst>
                </p14:cNvPr>
                <p14:cNvContentPartPr/>
                <p14:nvPr/>
              </p14:nvContentPartPr>
              <p14:xfrm>
                <a:off x="5349563" y="6069997"/>
                <a:ext cx="122760" cy="1764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DDE63B2B-7C49-487C-4724-FB51F731A57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313563" y="6033997"/>
                  <a:ext cx="1944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01B7005F-AD70-B6CC-1621-B2A3ABFD7A5C}"/>
                    </a:ext>
                  </a:extLst>
                </p14:cNvPr>
                <p14:cNvContentPartPr/>
                <p14:nvPr/>
              </p14:nvContentPartPr>
              <p14:xfrm>
                <a:off x="5375483" y="6103837"/>
                <a:ext cx="5400" cy="8280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01B7005F-AD70-B6CC-1621-B2A3ABFD7A5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339843" y="6068197"/>
                  <a:ext cx="770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3EE8A9A9-3E11-3517-4D00-03688971EA27}"/>
                    </a:ext>
                  </a:extLst>
                </p14:cNvPr>
                <p14:cNvContentPartPr/>
                <p14:nvPr/>
              </p14:nvContentPartPr>
              <p14:xfrm>
                <a:off x="5438843" y="6112837"/>
                <a:ext cx="2160" cy="4752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3EE8A9A9-3E11-3517-4D00-03688971EA2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403203" y="6076837"/>
                  <a:ext cx="738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747A3051-A853-1893-E9B4-9264D9BF8960}"/>
                    </a:ext>
                  </a:extLst>
                </p14:cNvPr>
                <p14:cNvContentPartPr/>
                <p14:nvPr/>
              </p14:nvContentPartPr>
              <p14:xfrm>
                <a:off x="5351723" y="6180877"/>
                <a:ext cx="98640" cy="98640"/>
              </p14:xfrm>
            </p:contentPart>
          </mc:Choice>
          <mc:Fallback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747A3051-A853-1893-E9B4-9264D9BF896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315723" y="6144877"/>
                  <a:ext cx="1702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43880AC6-6645-A998-9A8B-468AEAFCAABF}"/>
                    </a:ext>
                  </a:extLst>
                </p14:cNvPr>
                <p14:cNvContentPartPr/>
                <p14:nvPr/>
              </p14:nvContentPartPr>
              <p14:xfrm>
                <a:off x="5606243" y="5979997"/>
                <a:ext cx="84600" cy="132840"/>
              </p14:xfrm>
            </p:contentPart>
          </mc:Choice>
          <mc:Fallback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43880AC6-6645-A998-9A8B-468AEAFCAAB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570243" y="5943997"/>
                  <a:ext cx="1562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6A77058C-B121-A809-08FC-FE4ADCC33A85}"/>
                    </a:ext>
                  </a:extLst>
                </p14:cNvPr>
                <p14:cNvContentPartPr/>
                <p14:nvPr/>
              </p14:nvContentPartPr>
              <p14:xfrm>
                <a:off x="5704883" y="6032557"/>
                <a:ext cx="53280" cy="16200"/>
              </p14:xfrm>
            </p:contentPart>
          </mc:Choice>
          <mc:Fallback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6A77058C-B121-A809-08FC-FE4ADCC33A8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669243" y="5996557"/>
                  <a:ext cx="1249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04C200B5-C4EE-F3AF-E7AC-63432886A836}"/>
                    </a:ext>
                  </a:extLst>
                </p14:cNvPr>
                <p14:cNvContentPartPr/>
                <p14:nvPr/>
              </p14:nvContentPartPr>
              <p14:xfrm>
                <a:off x="5756003" y="5982517"/>
                <a:ext cx="9360" cy="111960"/>
              </p14:xfrm>
            </p:contentPart>
          </mc:Choice>
          <mc:Fallback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04C200B5-C4EE-F3AF-E7AC-63432886A83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720363" y="5946877"/>
                  <a:ext cx="8100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AC2ADBBB-1117-1B47-B513-9D753241A3F5}"/>
                    </a:ext>
                  </a:extLst>
                </p14:cNvPr>
                <p14:cNvContentPartPr/>
                <p14:nvPr/>
              </p14:nvContentPartPr>
              <p14:xfrm>
                <a:off x="5817923" y="5961277"/>
                <a:ext cx="12240" cy="146160"/>
              </p14:xfrm>
            </p:contentPart>
          </mc:Choice>
          <mc:Fallback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AC2ADBBB-1117-1B47-B513-9D753241A3F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781923" y="5925637"/>
                  <a:ext cx="838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45987879-084C-90E3-1A73-D354E6068D9B}"/>
                    </a:ext>
                  </a:extLst>
                </p14:cNvPr>
                <p14:cNvContentPartPr/>
                <p14:nvPr/>
              </p14:nvContentPartPr>
              <p14:xfrm>
                <a:off x="5873723" y="5962717"/>
                <a:ext cx="71640" cy="106920"/>
              </p14:xfrm>
            </p:contentPart>
          </mc:Choice>
          <mc:Fallback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45987879-084C-90E3-1A73-D354E6068D9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37723" y="5927077"/>
                  <a:ext cx="1432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A044017A-3133-95DE-3536-7CEA1F3D2B7F}"/>
                    </a:ext>
                  </a:extLst>
                </p14:cNvPr>
                <p14:cNvContentPartPr/>
                <p14:nvPr/>
              </p14:nvContentPartPr>
              <p14:xfrm>
                <a:off x="5982083" y="5923837"/>
                <a:ext cx="2880" cy="157680"/>
              </p14:xfrm>
            </p:contentPart>
          </mc:Choice>
          <mc:Fallback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A044017A-3133-95DE-3536-7CEA1F3D2B7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946443" y="5888197"/>
                  <a:ext cx="745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A04A55C6-61A0-6DBB-F316-E80A72F788F2}"/>
                    </a:ext>
                  </a:extLst>
                </p14:cNvPr>
                <p14:cNvContentPartPr/>
                <p14:nvPr/>
              </p14:nvContentPartPr>
              <p14:xfrm>
                <a:off x="6033203" y="5906917"/>
                <a:ext cx="101880" cy="164160"/>
              </p14:xfrm>
            </p:contentPart>
          </mc:Choice>
          <mc:Fallback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A04A55C6-61A0-6DBB-F316-E80A72F788F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997203" y="5870917"/>
                  <a:ext cx="1735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58898143-5384-5370-5060-5A6D8B68717C}"/>
                    </a:ext>
                  </a:extLst>
                </p14:cNvPr>
                <p14:cNvContentPartPr/>
                <p14:nvPr/>
              </p14:nvContentPartPr>
              <p14:xfrm>
                <a:off x="6131483" y="5971357"/>
                <a:ext cx="54720" cy="14040"/>
              </p14:xfrm>
            </p:contentPart>
          </mc:Choice>
          <mc:Fallback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58898143-5384-5370-5060-5A6D8B68717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095483" y="5935717"/>
                  <a:ext cx="1263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B0B6FC51-4401-DD6C-3E37-6E9EFE908100}"/>
                    </a:ext>
                  </a:extLst>
                </p14:cNvPr>
                <p14:cNvContentPartPr/>
                <p14:nvPr/>
              </p14:nvContentPartPr>
              <p14:xfrm>
                <a:off x="6130043" y="6022117"/>
                <a:ext cx="39240" cy="2160"/>
              </p14:xfrm>
            </p:contentPart>
          </mc:Choice>
          <mc:Fallback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B0B6FC51-4401-DD6C-3E37-6E9EFE90810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094403" y="5986117"/>
                  <a:ext cx="1108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7BA2AC13-D5E2-6059-CDF6-141504D26E4C}"/>
                    </a:ext>
                  </a:extLst>
                </p14:cNvPr>
                <p14:cNvContentPartPr/>
                <p14:nvPr/>
              </p14:nvContentPartPr>
              <p14:xfrm>
                <a:off x="6192683" y="5899717"/>
                <a:ext cx="36360" cy="129960"/>
              </p14:xfrm>
            </p:contentPart>
          </mc:Choice>
          <mc:Fallback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7BA2AC13-D5E2-6059-CDF6-141504D26E4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157043" y="5864077"/>
                  <a:ext cx="1080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9E3B7FE7-1041-DD57-57F7-8310A82CA0D8}"/>
                    </a:ext>
                  </a:extLst>
                </p14:cNvPr>
                <p14:cNvContentPartPr/>
                <p14:nvPr/>
              </p14:nvContentPartPr>
              <p14:xfrm>
                <a:off x="6094763" y="6104557"/>
                <a:ext cx="68760" cy="63720"/>
              </p14:xfrm>
            </p:contentPart>
          </mc:Choice>
          <mc:Fallback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9E3B7FE7-1041-DD57-57F7-8310A82CA0D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059123" y="6068557"/>
                  <a:ext cx="1404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5A21E5B4-A3F8-20D4-2DE4-B998A4F9E3BA}"/>
                    </a:ext>
                  </a:extLst>
                </p14:cNvPr>
                <p14:cNvContentPartPr/>
                <p14:nvPr/>
              </p14:nvContentPartPr>
              <p14:xfrm>
                <a:off x="6255683" y="5902237"/>
                <a:ext cx="70560" cy="285480"/>
              </p14:xfrm>
            </p:contentPart>
          </mc:Choice>
          <mc:Fallback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5A21E5B4-A3F8-20D4-2DE4-B998A4F9E3B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220043" y="5866597"/>
                  <a:ext cx="14220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61B0B7B6-A0CE-9E1E-DB71-3354D7B68F88}"/>
                    </a:ext>
                  </a:extLst>
                </p14:cNvPr>
                <p14:cNvContentPartPr/>
                <p14:nvPr/>
              </p14:nvContentPartPr>
              <p14:xfrm>
                <a:off x="5581403" y="4898917"/>
                <a:ext cx="97200" cy="606960"/>
              </p14:xfrm>
            </p:contentPart>
          </mc:Choice>
          <mc:Fallback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61B0B7B6-A0CE-9E1E-DB71-3354D7B68F8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545403" y="4862917"/>
                  <a:ext cx="168840" cy="67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잉크 47">
                  <a:extLst>
                    <a:ext uri="{FF2B5EF4-FFF2-40B4-BE49-F238E27FC236}">
                      <a16:creationId xmlns:a16="http://schemas.microsoft.com/office/drawing/2014/main" id="{5E2BD97A-716C-2EAD-A3EB-4B5C2A6E3A67}"/>
                    </a:ext>
                  </a:extLst>
                </p14:cNvPr>
                <p14:cNvContentPartPr/>
                <p14:nvPr/>
              </p14:nvContentPartPr>
              <p14:xfrm>
                <a:off x="5880923" y="5408677"/>
                <a:ext cx="1085760" cy="658080"/>
              </p14:xfrm>
            </p:contentPart>
          </mc:Choice>
          <mc:Fallback>
            <p:pic>
              <p:nvPicPr>
                <p:cNvPr id="48" name="잉크 47">
                  <a:extLst>
                    <a:ext uri="{FF2B5EF4-FFF2-40B4-BE49-F238E27FC236}">
                      <a16:creationId xmlns:a16="http://schemas.microsoft.com/office/drawing/2014/main" id="{5E2BD97A-716C-2EAD-A3EB-4B5C2A6E3A6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845283" y="5372677"/>
                  <a:ext cx="1157400" cy="72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5FC0D9F0-9B9D-8C2C-449F-DECCEF6E72D7}"/>
                    </a:ext>
                  </a:extLst>
                </p14:cNvPr>
                <p14:cNvContentPartPr/>
                <p14:nvPr/>
              </p14:nvContentPartPr>
              <p14:xfrm>
                <a:off x="6940763" y="5966317"/>
                <a:ext cx="83880" cy="212760"/>
              </p14:xfrm>
            </p:contentPart>
          </mc:Choice>
          <mc:Fallback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5FC0D9F0-9B9D-8C2C-449F-DECCEF6E72D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904763" y="5930677"/>
                  <a:ext cx="15552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25946F0D-147F-F626-F986-E12E6B9D583C}"/>
                    </a:ext>
                  </a:extLst>
                </p14:cNvPr>
                <p14:cNvContentPartPr/>
                <p14:nvPr/>
              </p14:nvContentPartPr>
              <p14:xfrm>
                <a:off x="7133003" y="5954437"/>
                <a:ext cx="122400" cy="127080"/>
              </p14:xfrm>
            </p:contentPart>
          </mc:Choice>
          <mc:Fallback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25946F0D-147F-F626-F986-E12E6B9D583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097363" y="5918797"/>
                  <a:ext cx="1940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F23F40A0-6EE7-095F-E4C8-DFB4499D661B}"/>
                    </a:ext>
                  </a:extLst>
                </p14:cNvPr>
                <p14:cNvContentPartPr/>
                <p14:nvPr/>
              </p14:nvContentPartPr>
              <p14:xfrm>
                <a:off x="7148123" y="6139837"/>
                <a:ext cx="90000" cy="13320"/>
              </p14:xfrm>
            </p:contentPart>
          </mc:Choice>
          <mc:Fallback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F23F40A0-6EE7-095F-E4C8-DFB4499D661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112483" y="6104197"/>
                  <a:ext cx="1616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91A58969-234B-02EC-62E9-80213AE263BD}"/>
                    </a:ext>
                  </a:extLst>
                </p14:cNvPr>
                <p14:cNvContentPartPr/>
                <p14:nvPr/>
              </p14:nvContentPartPr>
              <p14:xfrm>
                <a:off x="7350083" y="5951197"/>
                <a:ext cx="126000" cy="36360"/>
              </p14:xfrm>
            </p:contentPart>
          </mc:Choice>
          <mc:Fallback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91A58969-234B-02EC-62E9-80213AE263B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314083" y="5915197"/>
                  <a:ext cx="1976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B74E207E-64BB-F4C5-DD70-2E05A398DB0E}"/>
                    </a:ext>
                  </a:extLst>
                </p14:cNvPr>
                <p14:cNvContentPartPr/>
                <p14:nvPr/>
              </p14:nvContentPartPr>
              <p14:xfrm>
                <a:off x="7379603" y="5980717"/>
                <a:ext cx="24120" cy="101520"/>
              </p14:xfrm>
            </p:contentPart>
          </mc:Choice>
          <mc:Fallback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B74E207E-64BB-F4C5-DD70-2E05A398DB0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343963" y="5944717"/>
                  <a:ext cx="957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잉크 53">
                  <a:extLst>
                    <a:ext uri="{FF2B5EF4-FFF2-40B4-BE49-F238E27FC236}">
                      <a16:creationId xmlns:a16="http://schemas.microsoft.com/office/drawing/2014/main" id="{6BD51DFA-005C-3D99-C045-03466B42FEF5}"/>
                    </a:ext>
                  </a:extLst>
                </p14:cNvPr>
                <p14:cNvContentPartPr/>
                <p14:nvPr/>
              </p14:nvContentPartPr>
              <p14:xfrm>
                <a:off x="7432883" y="6024997"/>
                <a:ext cx="9360" cy="78120"/>
              </p14:xfrm>
            </p:contentPart>
          </mc:Choice>
          <mc:Fallback>
            <p:pic>
              <p:nvPicPr>
                <p:cNvPr id="54" name="잉크 53">
                  <a:extLst>
                    <a:ext uri="{FF2B5EF4-FFF2-40B4-BE49-F238E27FC236}">
                      <a16:creationId xmlns:a16="http://schemas.microsoft.com/office/drawing/2014/main" id="{6BD51DFA-005C-3D99-C045-03466B42FEF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396883" y="5989357"/>
                  <a:ext cx="810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잉크 54">
                  <a:extLst>
                    <a:ext uri="{FF2B5EF4-FFF2-40B4-BE49-F238E27FC236}">
                      <a16:creationId xmlns:a16="http://schemas.microsoft.com/office/drawing/2014/main" id="{694C57C0-B7C2-3142-BE49-B324FCD088E4}"/>
                    </a:ext>
                  </a:extLst>
                </p14:cNvPr>
                <p14:cNvContentPartPr/>
                <p14:nvPr/>
              </p14:nvContentPartPr>
              <p14:xfrm>
                <a:off x="7365923" y="6090157"/>
                <a:ext cx="102600" cy="39240"/>
              </p14:xfrm>
            </p:contentPart>
          </mc:Choice>
          <mc:Fallback>
            <p:pic>
              <p:nvPicPr>
                <p:cNvPr id="55" name="잉크 54">
                  <a:extLst>
                    <a:ext uri="{FF2B5EF4-FFF2-40B4-BE49-F238E27FC236}">
                      <a16:creationId xmlns:a16="http://schemas.microsoft.com/office/drawing/2014/main" id="{694C57C0-B7C2-3142-BE49-B324FCD088E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329923" y="6054157"/>
                  <a:ext cx="1742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잉크 55">
                  <a:extLst>
                    <a:ext uri="{FF2B5EF4-FFF2-40B4-BE49-F238E27FC236}">
                      <a16:creationId xmlns:a16="http://schemas.microsoft.com/office/drawing/2014/main" id="{8B020CBF-F3A4-4E3E-B0E6-67C72A73FD4B}"/>
                    </a:ext>
                  </a:extLst>
                </p14:cNvPr>
                <p14:cNvContentPartPr/>
                <p14:nvPr/>
              </p14:nvContentPartPr>
              <p14:xfrm>
                <a:off x="7472123" y="6006277"/>
                <a:ext cx="60480" cy="16560"/>
              </p14:xfrm>
            </p:contentPart>
          </mc:Choice>
          <mc:Fallback>
            <p:pic>
              <p:nvPicPr>
                <p:cNvPr id="56" name="잉크 55">
                  <a:extLst>
                    <a:ext uri="{FF2B5EF4-FFF2-40B4-BE49-F238E27FC236}">
                      <a16:creationId xmlns:a16="http://schemas.microsoft.com/office/drawing/2014/main" id="{8B020CBF-F3A4-4E3E-B0E6-67C72A73FD4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436483" y="5970637"/>
                  <a:ext cx="1321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잉크 56">
                  <a:extLst>
                    <a:ext uri="{FF2B5EF4-FFF2-40B4-BE49-F238E27FC236}">
                      <a16:creationId xmlns:a16="http://schemas.microsoft.com/office/drawing/2014/main" id="{84E05063-6F82-BD0D-F47D-251A254ADB01}"/>
                    </a:ext>
                  </a:extLst>
                </p14:cNvPr>
                <p14:cNvContentPartPr/>
                <p14:nvPr/>
              </p14:nvContentPartPr>
              <p14:xfrm>
                <a:off x="7535123" y="5920597"/>
                <a:ext cx="20160" cy="236520"/>
              </p14:xfrm>
            </p:contentPart>
          </mc:Choice>
          <mc:Fallback>
            <p:pic>
              <p:nvPicPr>
                <p:cNvPr id="57" name="잉크 56">
                  <a:extLst>
                    <a:ext uri="{FF2B5EF4-FFF2-40B4-BE49-F238E27FC236}">
                      <a16:creationId xmlns:a16="http://schemas.microsoft.com/office/drawing/2014/main" id="{84E05063-6F82-BD0D-F47D-251A254ADB0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499483" y="5884597"/>
                  <a:ext cx="91800" cy="30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6308480F-A4E8-F51F-C80C-542CECA835CF}"/>
                    </a:ext>
                  </a:extLst>
                </p14:cNvPr>
                <p14:cNvContentPartPr/>
                <p14:nvPr/>
              </p14:nvContentPartPr>
              <p14:xfrm>
                <a:off x="7607483" y="5943637"/>
                <a:ext cx="82800" cy="122040"/>
              </p14:xfrm>
            </p:contentPart>
          </mc:Choice>
          <mc:Fallback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6308480F-A4E8-F51F-C80C-542CECA835C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571483" y="5907637"/>
                  <a:ext cx="1544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CA0751CA-5C90-72EF-E43D-825654B16D45}"/>
                    </a:ext>
                  </a:extLst>
                </p14:cNvPr>
                <p14:cNvContentPartPr/>
                <p14:nvPr/>
              </p14:nvContentPartPr>
              <p14:xfrm>
                <a:off x="7713683" y="5897917"/>
                <a:ext cx="27720" cy="171360"/>
              </p14:xfrm>
            </p:contentPart>
          </mc:Choice>
          <mc:Fallback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CA0751CA-5C90-72EF-E43D-825654B16D4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677683" y="5861917"/>
                  <a:ext cx="9936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B1048D1C-0DDD-4139-DAAB-00D050B727D9}"/>
                    </a:ext>
                  </a:extLst>
                </p14:cNvPr>
                <p14:cNvContentPartPr/>
                <p14:nvPr/>
              </p14:nvContentPartPr>
              <p14:xfrm>
                <a:off x="7732763" y="5984317"/>
                <a:ext cx="72720" cy="25560"/>
              </p14:xfrm>
            </p:contentPart>
          </mc:Choice>
          <mc:Fallback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B1048D1C-0DDD-4139-DAAB-00D050B727D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696763" y="5948317"/>
                  <a:ext cx="14436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잉크 61">
                  <a:extLst>
                    <a:ext uri="{FF2B5EF4-FFF2-40B4-BE49-F238E27FC236}">
                      <a16:creationId xmlns:a16="http://schemas.microsoft.com/office/drawing/2014/main" id="{D0D7545A-3ED1-A4E5-0B8F-2F8E687FA12C}"/>
                    </a:ext>
                  </a:extLst>
                </p14:cNvPr>
                <p14:cNvContentPartPr/>
                <p14:nvPr/>
              </p14:nvContentPartPr>
              <p14:xfrm>
                <a:off x="7887923" y="5864797"/>
                <a:ext cx="90000" cy="144000"/>
              </p14:xfrm>
            </p:contentPart>
          </mc:Choice>
          <mc:Fallback>
            <p:pic>
              <p:nvPicPr>
                <p:cNvPr id="62" name="잉크 61">
                  <a:extLst>
                    <a:ext uri="{FF2B5EF4-FFF2-40B4-BE49-F238E27FC236}">
                      <a16:creationId xmlns:a16="http://schemas.microsoft.com/office/drawing/2014/main" id="{D0D7545A-3ED1-A4E5-0B8F-2F8E687FA12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852283" y="5828797"/>
                  <a:ext cx="1616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3" name="잉크 62">
                  <a:extLst>
                    <a:ext uri="{FF2B5EF4-FFF2-40B4-BE49-F238E27FC236}">
                      <a16:creationId xmlns:a16="http://schemas.microsoft.com/office/drawing/2014/main" id="{721BB886-8965-4FC0-D0CE-A1F236A5C0D8}"/>
                    </a:ext>
                  </a:extLst>
                </p14:cNvPr>
                <p14:cNvContentPartPr/>
                <p14:nvPr/>
              </p14:nvContentPartPr>
              <p14:xfrm>
                <a:off x="8003843" y="5911957"/>
                <a:ext cx="16200" cy="97560"/>
              </p14:xfrm>
            </p:contentPart>
          </mc:Choice>
          <mc:Fallback>
            <p:pic>
              <p:nvPicPr>
                <p:cNvPr id="63" name="잉크 62">
                  <a:extLst>
                    <a:ext uri="{FF2B5EF4-FFF2-40B4-BE49-F238E27FC236}">
                      <a16:creationId xmlns:a16="http://schemas.microsoft.com/office/drawing/2014/main" id="{721BB886-8965-4FC0-D0CE-A1F236A5C0D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967843" y="5876317"/>
                  <a:ext cx="878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4" name="잉크 63">
                  <a:extLst>
                    <a:ext uri="{FF2B5EF4-FFF2-40B4-BE49-F238E27FC236}">
                      <a16:creationId xmlns:a16="http://schemas.microsoft.com/office/drawing/2014/main" id="{6A3C5A57-FB36-81B4-6EE3-A821D94E27EA}"/>
                    </a:ext>
                  </a:extLst>
                </p14:cNvPr>
                <p14:cNvContentPartPr/>
                <p14:nvPr/>
              </p14:nvContentPartPr>
              <p14:xfrm>
                <a:off x="8033723" y="5920957"/>
                <a:ext cx="30600" cy="14040"/>
              </p14:xfrm>
            </p:contentPart>
          </mc:Choice>
          <mc:Fallback>
            <p:pic>
              <p:nvPicPr>
                <p:cNvPr id="64" name="잉크 63">
                  <a:extLst>
                    <a:ext uri="{FF2B5EF4-FFF2-40B4-BE49-F238E27FC236}">
                      <a16:creationId xmlns:a16="http://schemas.microsoft.com/office/drawing/2014/main" id="{6A3C5A57-FB36-81B4-6EE3-A821D94E27E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998083" y="5885317"/>
                  <a:ext cx="1022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5" name="잉크 64">
                  <a:extLst>
                    <a:ext uri="{FF2B5EF4-FFF2-40B4-BE49-F238E27FC236}">
                      <a16:creationId xmlns:a16="http://schemas.microsoft.com/office/drawing/2014/main" id="{BF017B6C-2420-B489-4EE4-73A4EC1F4F05}"/>
                    </a:ext>
                  </a:extLst>
                </p14:cNvPr>
                <p14:cNvContentPartPr/>
                <p14:nvPr/>
              </p14:nvContentPartPr>
              <p14:xfrm>
                <a:off x="8063243" y="5851837"/>
                <a:ext cx="27000" cy="156240"/>
              </p14:xfrm>
            </p:contentPart>
          </mc:Choice>
          <mc:Fallback>
            <p:pic>
              <p:nvPicPr>
                <p:cNvPr id="65" name="잉크 64">
                  <a:extLst>
                    <a:ext uri="{FF2B5EF4-FFF2-40B4-BE49-F238E27FC236}">
                      <a16:creationId xmlns:a16="http://schemas.microsoft.com/office/drawing/2014/main" id="{BF017B6C-2420-B489-4EE4-73A4EC1F4F0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027603" y="5816197"/>
                  <a:ext cx="986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6" name="잉크 65">
                  <a:extLst>
                    <a:ext uri="{FF2B5EF4-FFF2-40B4-BE49-F238E27FC236}">
                      <a16:creationId xmlns:a16="http://schemas.microsoft.com/office/drawing/2014/main" id="{C1149EA1-AF04-F446-19A5-0C44285D0E59}"/>
                    </a:ext>
                  </a:extLst>
                </p14:cNvPr>
                <p14:cNvContentPartPr/>
                <p14:nvPr/>
              </p14:nvContentPartPr>
              <p14:xfrm>
                <a:off x="7922843" y="6050197"/>
                <a:ext cx="88920" cy="117720"/>
              </p14:xfrm>
            </p:contentPart>
          </mc:Choice>
          <mc:Fallback>
            <p:pic>
              <p:nvPicPr>
                <p:cNvPr id="66" name="잉크 65">
                  <a:extLst>
                    <a:ext uri="{FF2B5EF4-FFF2-40B4-BE49-F238E27FC236}">
                      <a16:creationId xmlns:a16="http://schemas.microsoft.com/office/drawing/2014/main" id="{C1149EA1-AF04-F446-19A5-0C44285D0E5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887203" y="6014557"/>
                  <a:ext cx="1605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7" name="잉크 66">
                  <a:extLst>
                    <a:ext uri="{FF2B5EF4-FFF2-40B4-BE49-F238E27FC236}">
                      <a16:creationId xmlns:a16="http://schemas.microsoft.com/office/drawing/2014/main" id="{09D36782-FCD9-E45E-CF02-410AAD4A1716}"/>
                    </a:ext>
                  </a:extLst>
                </p14:cNvPr>
                <p14:cNvContentPartPr/>
                <p14:nvPr/>
              </p14:nvContentPartPr>
              <p14:xfrm>
                <a:off x="8130563" y="5894317"/>
                <a:ext cx="32760" cy="143280"/>
              </p14:xfrm>
            </p:contentPart>
          </mc:Choice>
          <mc:Fallback>
            <p:pic>
              <p:nvPicPr>
                <p:cNvPr id="67" name="잉크 66">
                  <a:extLst>
                    <a:ext uri="{FF2B5EF4-FFF2-40B4-BE49-F238E27FC236}">
                      <a16:creationId xmlns:a16="http://schemas.microsoft.com/office/drawing/2014/main" id="{09D36782-FCD9-E45E-CF02-410AAD4A171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094563" y="5858317"/>
                  <a:ext cx="1044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8" name="잉크 67">
                  <a:extLst>
                    <a:ext uri="{FF2B5EF4-FFF2-40B4-BE49-F238E27FC236}">
                      <a16:creationId xmlns:a16="http://schemas.microsoft.com/office/drawing/2014/main" id="{73EFA621-7493-2D2E-4986-547B356A1814}"/>
                    </a:ext>
                  </a:extLst>
                </p14:cNvPr>
                <p14:cNvContentPartPr/>
                <p14:nvPr/>
              </p14:nvContentPartPr>
              <p14:xfrm>
                <a:off x="8216603" y="5882077"/>
                <a:ext cx="19800" cy="189720"/>
              </p14:xfrm>
            </p:contentPart>
          </mc:Choice>
          <mc:Fallback>
            <p:pic>
              <p:nvPicPr>
                <p:cNvPr id="68" name="잉크 67">
                  <a:extLst>
                    <a:ext uri="{FF2B5EF4-FFF2-40B4-BE49-F238E27FC236}">
                      <a16:creationId xmlns:a16="http://schemas.microsoft.com/office/drawing/2014/main" id="{73EFA621-7493-2D2E-4986-547B356A181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180963" y="5846077"/>
                  <a:ext cx="914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9" name="잉크 68">
                  <a:extLst>
                    <a:ext uri="{FF2B5EF4-FFF2-40B4-BE49-F238E27FC236}">
                      <a16:creationId xmlns:a16="http://schemas.microsoft.com/office/drawing/2014/main" id="{FA93B2B8-34F1-B028-8395-38D2DC3F4BD2}"/>
                    </a:ext>
                  </a:extLst>
                </p14:cNvPr>
                <p14:cNvContentPartPr/>
                <p14:nvPr/>
              </p14:nvContentPartPr>
              <p14:xfrm>
                <a:off x="8267003" y="5903317"/>
                <a:ext cx="86400" cy="91800"/>
              </p14:xfrm>
            </p:contentPart>
          </mc:Choice>
          <mc:Fallback>
            <p:pic>
              <p:nvPicPr>
                <p:cNvPr id="69" name="잉크 68">
                  <a:extLst>
                    <a:ext uri="{FF2B5EF4-FFF2-40B4-BE49-F238E27FC236}">
                      <a16:creationId xmlns:a16="http://schemas.microsoft.com/office/drawing/2014/main" id="{FA93B2B8-34F1-B028-8395-38D2DC3F4BD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231003" y="5867317"/>
                  <a:ext cx="15804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0" name="잉크 69">
                  <a:extLst>
                    <a:ext uri="{FF2B5EF4-FFF2-40B4-BE49-F238E27FC236}">
                      <a16:creationId xmlns:a16="http://schemas.microsoft.com/office/drawing/2014/main" id="{89675B49-74E5-EF49-D3A4-14F79CA67B21}"/>
                    </a:ext>
                  </a:extLst>
                </p14:cNvPr>
                <p14:cNvContentPartPr/>
                <p14:nvPr/>
              </p14:nvContentPartPr>
              <p14:xfrm>
                <a:off x="8361323" y="5862277"/>
                <a:ext cx="29520" cy="210240"/>
              </p14:xfrm>
            </p:contentPart>
          </mc:Choice>
          <mc:Fallback>
            <p:pic>
              <p:nvPicPr>
                <p:cNvPr id="70" name="잉크 69">
                  <a:extLst>
                    <a:ext uri="{FF2B5EF4-FFF2-40B4-BE49-F238E27FC236}">
                      <a16:creationId xmlns:a16="http://schemas.microsoft.com/office/drawing/2014/main" id="{89675B49-74E5-EF49-D3A4-14F79CA67B2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325323" y="5826637"/>
                  <a:ext cx="10116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1" name="잉크 70">
                  <a:extLst>
                    <a:ext uri="{FF2B5EF4-FFF2-40B4-BE49-F238E27FC236}">
                      <a16:creationId xmlns:a16="http://schemas.microsoft.com/office/drawing/2014/main" id="{8790E6F4-751E-428E-0429-FF9AFADE013C}"/>
                    </a:ext>
                  </a:extLst>
                </p14:cNvPr>
                <p14:cNvContentPartPr/>
                <p14:nvPr/>
              </p14:nvContentPartPr>
              <p14:xfrm>
                <a:off x="8444843" y="5879917"/>
                <a:ext cx="84960" cy="120960"/>
              </p14:xfrm>
            </p:contentPart>
          </mc:Choice>
          <mc:Fallback>
            <p:pic>
              <p:nvPicPr>
                <p:cNvPr id="71" name="잉크 70">
                  <a:extLst>
                    <a:ext uri="{FF2B5EF4-FFF2-40B4-BE49-F238E27FC236}">
                      <a16:creationId xmlns:a16="http://schemas.microsoft.com/office/drawing/2014/main" id="{8790E6F4-751E-428E-0429-FF9AFADE013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408843" y="5844277"/>
                  <a:ext cx="1566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2" name="잉크 71">
                  <a:extLst>
                    <a:ext uri="{FF2B5EF4-FFF2-40B4-BE49-F238E27FC236}">
                      <a16:creationId xmlns:a16="http://schemas.microsoft.com/office/drawing/2014/main" id="{44B9549D-B94D-2487-9C91-CCCFBBCF07A6}"/>
                    </a:ext>
                  </a:extLst>
                </p14:cNvPr>
                <p14:cNvContentPartPr/>
                <p14:nvPr/>
              </p14:nvContentPartPr>
              <p14:xfrm>
                <a:off x="8538443" y="5856517"/>
                <a:ext cx="25560" cy="132120"/>
              </p14:xfrm>
            </p:contentPart>
          </mc:Choice>
          <mc:Fallback>
            <p:pic>
              <p:nvPicPr>
                <p:cNvPr id="72" name="잉크 71">
                  <a:extLst>
                    <a:ext uri="{FF2B5EF4-FFF2-40B4-BE49-F238E27FC236}">
                      <a16:creationId xmlns:a16="http://schemas.microsoft.com/office/drawing/2014/main" id="{44B9549D-B94D-2487-9C91-CCCFBBCF07A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502443" y="5820517"/>
                  <a:ext cx="9720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3" name="잉크 72">
                  <a:extLst>
                    <a:ext uri="{FF2B5EF4-FFF2-40B4-BE49-F238E27FC236}">
                      <a16:creationId xmlns:a16="http://schemas.microsoft.com/office/drawing/2014/main" id="{7A083630-3C8C-FAB0-DB56-78003C21E2F7}"/>
                    </a:ext>
                  </a:extLst>
                </p14:cNvPr>
                <p14:cNvContentPartPr/>
                <p14:nvPr/>
              </p14:nvContentPartPr>
              <p14:xfrm>
                <a:off x="8565443" y="5923117"/>
                <a:ext cx="56520" cy="14400"/>
              </p14:xfrm>
            </p:contentPart>
          </mc:Choice>
          <mc:Fallback>
            <p:pic>
              <p:nvPicPr>
                <p:cNvPr id="73" name="잉크 72">
                  <a:extLst>
                    <a:ext uri="{FF2B5EF4-FFF2-40B4-BE49-F238E27FC236}">
                      <a16:creationId xmlns:a16="http://schemas.microsoft.com/office/drawing/2014/main" id="{7A083630-3C8C-FAB0-DB56-78003C21E2F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529443" y="5887117"/>
                  <a:ext cx="1281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4" name="잉크 73">
                  <a:extLst>
                    <a:ext uri="{FF2B5EF4-FFF2-40B4-BE49-F238E27FC236}">
                      <a16:creationId xmlns:a16="http://schemas.microsoft.com/office/drawing/2014/main" id="{EAAE8A66-ECC6-23E3-2E82-533404B346F4}"/>
                    </a:ext>
                  </a:extLst>
                </p14:cNvPr>
                <p14:cNvContentPartPr/>
                <p14:nvPr/>
              </p14:nvContentPartPr>
              <p14:xfrm>
                <a:off x="8470043" y="6019597"/>
                <a:ext cx="43200" cy="108000"/>
              </p14:xfrm>
            </p:contentPart>
          </mc:Choice>
          <mc:Fallback>
            <p:pic>
              <p:nvPicPr>
                <p:cNvPr id="74" name="잉크 73">
                  <a:extLst>
                    <a:ext uri="{FF2B5EF4-FFF2-40B4-BE49-F238E27FC236}">
                      <a16:creationId xmlns:a16="http://schemas.microsoft.com/office/drawing/2014/main" id="{EAAE8A66-ECC6-23E3-2E82-533404B346F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434043" y="5983957"/>
                  <a:ext cx="1148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5" name="잉크 74">
                  <a:extLst>
                    <a:ext uri="{FF2B5EF4-FFF2-40B4-BE49-F238E27FC236}">
                      <a16:creationId xmlns:a16="http://schemas.microsoft.com/office/drawing/2014/main" id="{183C1ECC-4B8A-0CC9-F12A-70EA57208A32}"/>
                    </a:ext>
                  </a:extLst>
                </p14:cNvPr>
                <p14:cNvContentPartPr/>
                <p14:nvPr/>
              </p14:nvContentPartPr>
              <p14:xfrm>
                <a:off x="8534483" y="6029677"/>
                <a:ext cx="65520" cy="3600"/>
              </p14:xfrm>
            </p:contentPart>
          </mc:Choice>
          <mc:Fallback>
            <p:pic>
              <p:nvPicPr>
                <p:cNvPr id="75" name="잉크 74">
                  <a:extLst>
                    <a:ext uri="{FF2B5EF4-FFF2-40B4-BE49-F238E27FC236}">
                      <a16:creationId xmlns:a16="http://schemas.microsoft.com/office/drawing/2014/main" id="{183C1ECC-4B8A-0CC9-F12A-70EA57208A3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498483" y="5993677"/>
                  <a:ext cx="13716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6" name="잉크 75">
                  <a:extLst>
                    <a:ext uri="{FF2B5EF4-FFF2-40B4-BE49-F238E27FC236}">
                      <a16:creationId xmlns:a16="http://schemas.microsoft.com/office/drawing/2014/main" id="{BEE6AE99-7079-38AD-0BB1-1DC6C3458032}"/>
                    </a:ext>
                  </a:extLst>
                </p14:cNvPr>
                <p14:cNvContentPartPr/>
                <p14:nvPr/>
              </p14:nvContentPartPr>
              <p14:xfrm>
                <a:off x="8552123" y="6069997"/>
                <a:ext cx="66600" cy="76680"/>
              </p14:xfrm>
            </p:contentPart>
          </mc:Choice>
          <mc:Fallback>
            <p:pic>
              <p:nvPicPr>
                <p:cNvPr id="76" name="잉크 75">
                  <a:extLst>
                    <a:ext uri="{FF2B5EF4-FFF2-40B4-BE49-F238E27FC236}">
                      <a16:creationId xmlns:a16="http://schemas.microsoft.com/office/drawing/2014/main" id="{BEE6AE99-7079-38AD-0BB1-1DC6C3458032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516123" y="6034357"/>
                  <a:ext cx="13824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7" name="잉크 76">
                  <a:extLst>
                    <a:ext uri="{FF2B5EF4-FFF2-40B4-BE49-F238E27FC236}">
                      <a16:creationId xmlns:a16="http://schemas.microsoft.com/office/drawing/2014/main" id="{31078319-79E4-321F-3C38-F0370F085B11}"/>
                    </a:ext>
                  </a:extLst>
                </p14:cNvPr>
                <p14:cNvContentPartPr/>
                <p14:nvPr/>
              </p14:nvContentPartPr>
              <p14:xfrm>
                <a:off x="8674163" y="5835277"/>
                <a:ext cx="86760" cy="84240"/>
              </p14:xfrm>
            </p:contentPart>
          </mc:Choice>
          <mc:Fallback>
            <p:pic>
              <p:nvPicPr>
                <p:cNvPr id="77" name="잉크 76">
                  <a:extLst>
                    <a:ext uri="{FF2B5EF4-FFF2-40B4-BE49-F238E27FC236}">
                      <a16:creationId xmlns:a16="http://schemas.microsoft.com/office/drawing/2014/main" id="{31078319-79E4-321F-3C38-F0370F085B1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638163" y="5799277"/>
                  <a:ext cx="1584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8" name="잉크 77">
                  <a:extLst>
                    <a:ext uri="{FF2B5EF4-FFF2-40B4-BE49-F238E27FC236}">
                      <a16:creationId xmlns:a16="http://schemas.microsoft.com/office/drawing/2014/main" id="{17702847-AA1C-9D32-78D9-1A6EAF17AB28}"/>
                    </a:ext>
                  </a:extLst>
                </p14:cNvPr>
                <p14:cNvContentPartPr/>
                <p14:nvPr/>
              </p14:nvContentPartPr>
              <p14:xfrm>
                <a:off x="8679923" y="5991157"/>
                <a:ext cx="73080" cy="10800"/>
              </p14:xfrm>
            </p:contentPart>
          </mc:Choice>
          <mc:Fallback>
            <p:pic>
              <p:nvPicPr>
                <p:cNvPr id="78" name="잉크 77">
                  <a:extLst>
                    <a:ext uri="{FF2B5EF4-FFF2-40B4-BE49-F238E27FC236}">
                      <a16:creationId xmlns:a16="http://schemas.microsoft.com/office/drawing/2014/main" id="{17702847-AA1C-9D32-78D9-1A6EAF17AB2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643923" y="5955157"/>
                  <a:ext cx="14472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9" name="잉크 78">
                  <a:extLst>
                    <a:ext uri="{FF2B5EF4-FFF2-40B4-BE49-F238E27FC236}">
                      <a16:creationId xmlns:a16="http://schemas.microsoft.com/office/drawing/2014/main" id="{02456924-450B-038C-DC15-D5FACB0D0EE8}"/>
                    </a:ext>
                  </a:extLst>
                </p14:cNvPr>
                <p14:cNvContentPartPr/>
                <p14:nvPr/>
              </p14:nvContentPartPr>
              <p14:xfrm>
                <a:off x="8692883" y="6015997"/>
                <a:ext cx="121680" cy="109800"/>
              </p14:xfrm>
            </p:contentPart>
          </mc:Choice>
          <mc:Fallback>
            <p:pic>
              <p:nvPicPr>
                <p:cNvPr id="79" name="잉크 78">
                  <a:extLst>
                    <a:ext uri="{FF2B5EF4-FFF2-40B4-BE49-F238E27FC236}">
                      <a16:creationId xmlns:a16="http://schemas.microsoft.com/office/drawing/2014/main" id="{02456924-450B-038C-DC15-D5FACB0D0EE8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656883" y="5980357"/>
                  <a:ext cx="1933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0" name="잉크 79">
                  <a:extLst>
                    <a:ext uri="{FF2B5EF4-FFF2-40B4-BE49-F238E27FC236}">
                      <a16:creationId xmlns:a16="http://schemas.microsoft.com/office/drawing/2014/main" id="{2BE0B59D-3F56-106C-0A05-B8C9235AFA76}"/>
                    </a:ext>
                  </a:extLst>
                </p14:cNvPr>
                <p14:cNvContentPartPr/>
                <p14:nvPr/>
              </p14:nvContentPartPr>
              <p14:xfrm>
                <a:off x="8926523" y="5808277"/>
                <a:ext cx="141480" cy="32040"/>
              </p14:xfrm>
            </p:contentPart>
          </mc:Choice>
          <mc:Fallback>
            <p:pic>
              <p:nvPicPr>
                <p:cNvPr id="80" name="잉크 79">
                  <a:extLst>
                    <a:ext uri="{FF2B5EF4-FFF2-40B4-BE49-F238E27FC236}">
                      <a16:creationId xmlns:a16="http://schemas.microsoft.com/office/drawing/2014/main" id="{2BE0B59D-3F56-106C-0A05-B8C9235AFA7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890523" y="5772637"/>
                  <a:ext cx="2131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1" name="잉크 80">
                  <a:extLst>
                    <a:ext uri="{FF2B5EF4-FFF2-40B4-BE49-F238E27FC236}">
                      <a16:creationId xmlns:a16="http://schemas.microsoft.com/office/drawing/2014/main" id="{423C433E-0428-78CC-3EF8-33B77F8BC246}"/>
                    </a:ext>
                  </a:extLst>
                </p14:cNvPr>
                <p14:cNvContentPartPr/>
                <p14:nvPr/>
              </p14:nvContentPartPr>
              <p14:xfrm>
                <a:off x="8927963" y="5883157"/>
                <a:ext cx="147240" cy="69840"/>
              </p14:xfrm>
            </p:contentPart>
          </mc:Choice>
          <mc:Fallback>
            <p:pic>
              <p:nvPicPr>
                <p:cNvPr id="81" name="잉크 80">
                  <a:extLst>
                    <a:ext uri="{FF2B5EF4-FFF2-40B4-BE49-F238E27FC236}">
                      <a16:creationId xmlns:a16="http://schemas.microsoft.com/office/drawing/2014/main" id="{423C433E-0428-78CC-3EF8-33B77F8BC24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891963" y="5847157"/>
                  <a:ext cx="21888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2" name="잉크 81">
                  <a:extLst>
                    <a:ext uri="{FF2B5EF4-FFF2-40B4-BE49-F238E27FC236}">
                      <a16:creationId xmlns:a16="http://schemas.microsoft.com/office/drawing/2014/main" id="{E542BADA-234D-8F7D-708F-F351B0BC938E}"/>
                    </a:ext>
                  </a:extLst>
                </p14:cNvPr>
                <p14:cNvContentPartPr/>
                <p14:nvPr/>
              </p14:nvContentPartPr>
              <p14:xfrm>
                <a:off x="8988803" y="5964877"/>
                <a:ext cx="100800" cy="83880"/>
              </p14:xfrm>
            </p:contentPart>
          </mc:Choice>
          <mc:Fallback>
            <p:pic>
              <p:nvPicPr>
                <p:cNvPr id="82" name="잉크 81">
                  <a:extLst>
                    <a:ext uri="{FF2B5EF4-FFF2-40B4-BE49-F238E27FC236}">
                      <a16:creationId xmlns:a16="http://schemas.microsoft.com/office/drawing/2014/main" id="{E542BADA-234D-8F7D-708F-F351B0BC938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953163" y="5928877"/>
                  <a:ext cx="1724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3" name="잉크 82">
                  <a:extLst>
                    <a:ext uri="{FF2B5EF4-FFF2-40B4-BE49-F238E27FC236}">
                      <a16:creationId xmlns:a16="http://schemas.microsoft.com/office/drawing/2014/main" id="{1159BED7-E07D-D21A-03F5-618C30BA0078}"/>
                    </a:ext>
                  </a:extLst>
                </p14:cNvPr>
                <p14:cNvContentPartPr/>
                <p14:nvPr/>
              </p14:nvContentPartPr>
              <p14:xfrm>
                <a:off x="9100043" y="5824477"/>
                <a:ext cx="31320" cy="275040"/>
              </p14:xfrm>
            </p:contentPart>
          </mc:Choice>
          <mc:Fallback>
            <p:pic>
              <p:nvPicPr>
                <p:cNvPr id="83" name="잉크 82">
                  <a:extLst>
                    <a:ext uri="{FF2B5EF4-FFF2-40B4-BE49-F238E27FC236}">
                      <a16:creationId xmlns:a16="http://schemas.microsoft.com/office/drawing/2014/main" id="{1159BED7-E07D-D21A-03F5-618C30BA007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064043" y="5788477"/>
                  <a:ext cx="10296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4" name="잉크 83">
                  <a:extLst>
                    <a:ext uri="{FF2B5EF4-FFF2-40B4-BE49-F238E27FC236}">
                      <a16:creationId xmlns:a16="http://schemas.microsoft.com/office/drawing/2014/main" id="{3A834775-D287-5F57-157A-B6EC792D41CF}"/>
                    </a:ext>
                  </a:extLst>
                </p14:cNvPr>
                <p14:cNvContentPartPr/>
                <p14:nvPr/>
              </p14:nvContentPartPr>
              <p14:xfrm>
                <a:off x="9195443" y="5830597"/>
                <a:ext cx="116280" cy="111960"/>
              </p14:xfrm>
            </p:contentPart>
          </mc:Choice>
          <mc:Fallback>
            <p:pic>
              <p:nvPicPr>
                <p:cNvPr id="84" name="잉크 83">
                  <a:extLst>
                    <a:ext uri="{FF2B5EF4-FFF2-40B4-BE49-F238E27FC236}">
                      <a16:creationId xmlns:a16="http://schemas.microsoft.com/office/drawing/2014/main" id="{3A834775-D287-5F57-157A-B6EC792D41C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159443" y="5794957"/>
                  <a:ext cx="1879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5" name="잉크 84">
                  <a:extLst>
                    <a:ext uri="{FF2B5EF4-FFF2-40B4-BE49-F238E27FC236}">
                      <a16:creationId xmlns:a16="http://schemas.microsoft.com/office/drawing/2014/main" id="{C96A57C5-6617-55CD-1A24-3F476E83A92E}"/>
                    </a:ext>
                  </a:extLst>
                </p14:cNvPr>
                <p14:cNvContentPartPr/>
                <p14:nvPr/>
              </p14:nvContentPartPr>
              <p14:xfrm>
                <a:off x="9337643" y="5795317"/>
                <a:ext cx="113040" cy="183960"/>
              </p14:xfrm>
            </p:contentPart>
          </mc:Choice>
          <mc:Fallback>
            <p:pic>
              <p:nvPicPr>
                <p:cNvPr id="85" name="잉크 84">
                  <a:extLst>
                    <a:ext uri="{FF2B5EF4-FFF2-40B4-BE49-F238E27FC236}">
                      <a16:creationId xmlns:a16="http://schemas.microsoft.com/office/drawing/2014/main" id="{C96A57C5-6617-55CD-1A24-3F476E83A92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302003" y="5759317"/>
                  <a:ext cx="1846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6" name="잉크 85">
                  <a:extLst>
                    <a:ext uri="{FF2B5EF4-FFF2-40B4-BE49-F238E27FC236}">
                      <a16:creationId xmlns:a16="http://schemas.microsoft.com/office/drawing/2014/main" id="{55F25180-6BB7-CBD6-3A23-BE1B2EBC9706}"/>
                    </a:ext>
                  </a:extLst>
                </p14:cNvPr>
                <p14:cNvContentPartPr/>
                <p14:nvPr/>
              </p14:nvContentPartPr>
              <p14:xfrm>
                <a:off x="9429443" y="5777677"/>
                <a:ext cx="36360" cy="290160"/>
              </p14:xfrm>
            </p:contentPart>
          </mc:Choice>
          <mc:Fallback>
            <p:pic>
              <p:nvPicPr>
                <p:cNvPr id="86" name="잉크 85">
                  <a:extLst>
                    <a:ext uri="{FF2B5EF4-FFF2-40B4-BE49-F238E27FC236}">
                      <a16:creationId xmlns:a16="http://schemas.microsoft.com/office/drawing/2014/main" id="{55F25180-6BB7-CBD6-3A23-BE1B2EBC970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393443" y="5741677"/>
                  <a:ext cx="10800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87" name="잉크 86">
                  <a:extLst>
                    <a:ext uri="{FF2B5EF4-FFF2-40B4-BE49-F238E27FC236}">
                      <a16:creationId xmlns:a16="http://schemas.microsoft.com/office/drawing/2014/main" id="{AF623540-C589-6119-FDE1-ABDCA67E4B06}"/>
                    </a:ext>
                  </a:extLst>
                </p14:cNvPr>
                <p14:cNvContentPartPr/>
                <p14:nvPr/>
              </p14:nvContentPartPr>
              <p14:xfrm>
                <a:off x="9576683" y="5805037"/>
                <a:ext cx="110880" cy="140040"/>
              </p14:xfrm>
            </p:contentPart>
          </mc:Choice>
          <mc:Fallback>
            <p:pic>
              <p:nvPicPr>
                <p:cNvPr id="87" name="잉크 86">
                  <a:extLst>
                    <a:ext uri="{FF2B5EF4-FFF2-40B4-BE49-F238E27FC236}">
                      <a16:creationId xmlns:a16="http://schemas.microsoft.com/office/drawing/2014/main" id="{AF623540-C589-6119-FDE1-ABDCA67E4B0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541043" y="5769037"/>
                  <a:ext cx="1825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88" name="잉크 87">
                  <a:extLst>
                    <a:ext uri="{FF2B5EF4-FFF2-40B4-BE49-F238E27FC236}">
                      <a16:creationId xmlns:a16="http://schemas.microsoft.com/office/drawing/2014/main" id="{761F241D-19FF-F904-8495-2A7F8ACA81EF}"/>
                    </a:ext>
                  </a:extLst>
                </p14:cNvPr>
                <p14:cNvContentPartPr/>
                <p14:nvPr/>
              </p14:nvContentPartPr>
              <p14:xfrm>
                <a:off x="9696203" y="5852557"/>
                <a:ext cx="61560" cy="36360"/>
              </p14:xfrm>
            </p:contentPart>
          </mc:Choice>
          <mc:Fallback>
            <p:pic>
              <p:nvPicPr>
                <p:cNvPr id="88" name="잉크 87">
                  <a:extLst>
                    <a:ext uri="{FF2B5EF4-FFF2-40B4-BE49-F238E27FC236}">
                      <a16:creationId xmlns:a16="http://schemas.microsoft.com/office/drawing/2014/main" id="{761F241D-19FF-F904-8495-2A7F8ACA81E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660203" y="5816557"/>
                  <a:ext cx="1332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89" name="잉크 88">
                  <a:extLst>
                    <a:ext uri="{FF2B5EF4-FFF2-40B4-BE49-F238E27FC236}">
                      <a16:creationId xmlns:a16="http://schemas.microsoft.com/office/drawing/2014/main" id="{2FE18A8B-376E-C474-EFB2-C04A86D5675F}"/>
                    </a:ext>
                  </a:extLst>
                </p14:cNvPr>
                <p14:cNvContentPartPr/>
                <p14:nvPr/>
              </p14:nvContentPartPr>
              <p14:xfrm>
                <a:off x="9752723" y="5821237"/>
                <a:ext cx="12960" cy="135000"/>
              </p14:xfrm>
            </p:contentPart>
          </mc:Choice>
          <mc:Fallback>
            <p:pic>
              <p:nvPicPr>
                <p:cNvPr id="89" name="잉크 88">
                  <a:extLst>
                    <a:ext uri="{FF2B5EF4-FFF2-40B4-BE49-F238E27FC236}">
                      <a16:creationId xmlns:a16="http://schemas.microsoft.com/office/drawing/2014/main" id="{2FE18A8B-376E-C474-EFB2-C04A86D5675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716723" y="5785597"/>
                  <a:ext cx="8460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0" name="잉크 89">
                  <a:extLst>
                    <a:ext uri="{FF2B5EF4-FFF2-40B4-BE49-F238E27FC236}">
                      <a16:creationId xmlns:a16="http://schemas.microsoft.com/office/drawing/2014/main" id="{A32E8D24-0BCC-051E-6B47-A56155086FC1}"/>
                    </a:ext>
                  </a:extLst>
                </p14:cNvPr>
                <p14:cNvContentPartPr/>
                <p14:nvPr/>
              </p14:nvContentPartPr>
              <p14:xfrm>
                <a:off x="9686843" y="5976037"/>
                <a:ext cx="75240" cy="91440"/>
              </p14:xfrm>
            </p:contentPart>
          </mc:Choice>
          <mc:Fallback>
            <p:pic>
              <p:nvPicPr>
                <p:cNvPr id="90" name="잉크 89">
                  <a:extLst>
                    <a:ext uri="{FF2B5EF4-FFF2-40B4-BE49-F238E27FC236}">
                      <a16:creationId xmlns:a16="http://schemas.microsoft.com/office/drawing/2014/main" id="{A32E8D24-0BCC-051E-6B47-A56155086FC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650843" y="5940397"/>
                  <a:ext cx="1468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1" name="잉크 90">
                  <a:extLst>
                    <a:ext uri="{FF2B5EF4-FFF2-40B4-BE49-F238E27FC236}">
                      <a16:creationId xmlns:a16="http://schemas.microsoft.com/office/drawing/2014/main" id="{8336145D-8436-AD80-D7FD-A35E592EF0D6}"/>
                    </a:ext>
                  </a:extLst>
                </p14:cNvPr>
                <p14:cNvContentPartPr/>
                <p14:nvPr/>
              </p14:nvContentPartPr>
              <p14:xfrm>
                <a:off x="9811043" y="5813677"/>
                <a:ext cx="95400" cy="137520"/>
              </p14:xfrm>
            </p:contentPart>
          </mc:Choice>
          <mc:Fallback>
            <p:pic>
              <p:nvPicPr>
                <p:cNvPr id="91" name="잉크 90">
                  <a:extLst>
                    <a:ext uri="{FF2B5EF4-FFF2-40B4-BE49-F238E27FC236}">
                      <a16:creationId xmlns:a16="http://schemas.microsoft.com/office/drawing/2014/main" id="{8336145D-8436-AD80-D7FD-A35E592EF0D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775403" y="5777677"/>
                  <a:ext cx="1670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2" name="잉크 91">
                  <a:extLst>
                    <a:ext uri="{FF2B5EF4-FFF2-40B4-BE49-F238E27FC236}">
                      <a16:creationId xmlns:a16="http://schemas.microsoft.com/office/drawing/2014/main" id="{51C42E05-5F93-5E7E-DB14-AD3C06A47A41}"/>
                    </a:ext>
                  </a:extLst>
                </p14:cNvPr>
                <p14:cNvContentPartPr/>
                <p14:nvPr/>
              </p14:nvContentPartPr>
              <p14:xfrm>
                <a:off x="9908963" y="5841397"/>
                <a:ext cx="65880" cy="52200"/>
              </p14:xfrm>
            </p:contentPart>
          </mc:Choice>
          <mc:Fallback>
            <p:pic>
              <p:nvPicPr>
                <p:cNvPr id="92" name="잉크 91">
                  <a:extLst>
                    <a:ext uri="{FF2B5EF4-FFF2-40B4-BE49-F238E27FC236}">
                      <a16:creationId xmlns:a16="http://schemas.microsoft.com/office/drawing/2014/main" id="{51C42E05-5F93-5E7E-DB14-AD3C06A47A4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873323" y="5805397"/>
                  <a:ext cx="1375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3" name="잉크 92">
                  <a:extLst>
                    <a:ext uri="{FF2B5EF4-FFF2-40B4-BE49-F238E27FC236}">
                      <a16:creationId xmlns:a16="http://schemas.microsoft.com/office/drawing/2014/main" id="{53928300-FB9E-7684-68E7-6B94015BA6D0}"/>
                    </a:ext>
                  </a:extLst>
                </p14:cNvPr>
                <p14:cNvContentPartPr/>
                <p14:nvPr/>
              </p14:nvContentPartPr>
              <p14:xfrm>
                <a:off x="9970523" y="5778397"/>
                <a:ext cx="25920" cy="125640"/>
              </p14:xfrm>
            </p:contentPart>
          </mc:Choice>
          <mc:Fallback>
            <p:pic>
              <p:nvPicPr>
                <p:cNvPr id="93" name="잉크 92">
                  <a:extLst>
                    <a:ext uri="{FF2B5EF4-FFF2-40B4-BE49-F238E27FC236}">
                      <a16:creationId xmlns:a16="http://schemas.microsoft.com/office/drawing/2014/main" id="{53928300-FB9E-7684-68E7-6B94015BA6D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934883" y="5742757"/>
                  <a:ext cx="9756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4" name="잉크 93">
                  <a:extLst>
                    <a:ext uri="{FF2B5EF4-FFF2-40B4-BE49-F238E27FC236}">
                      <a16:creationId xmlns:a16="http://schemas.microsoft.com/office/drawing/2014/main" id="{6C1BC5FA-38A5-F7F0-C53B-9DD8C428F4D0}"/>
                    </a:ext>
                  </a:extLst>
                </p14:cNvPr>
                <p14:cNvContentPartPr/>
                <p14:nvPr/>
              </p14:nvContentPartPr>
              <p14:xfrm>
                <a:off x="9899243" y="5938237"/>
                <a:ext cx="66960" cy="150480"/>
              </p14:xfrm>
            </p:contentPart>
          </mc:Choice>
          <mc:Fallback>
            <p:pic>
              <p:nvPicPr>
                <p:cNvPr id="94" name="잉크 93">
                  <a:extLst>
                    <a:ext uri="{FF2B5EF4-FFF2-40B4-BE49-F238E27FC236}">
                      <a16:creationId xmlns:a16="http://schemas.microsoft.com/office/drawing/2014/main" id="{6C1BC5FA-38A5-F7F0-C53B-9DD8C428F4D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863603" y="5902597"/>
                  <a:ext cx="138600" cy="222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4184708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1F6B8B-F20C-479C-9E0C-891DD36C2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FD2522-F75C-46F5-95A7-AEE68CDD2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B6EF8E-AC5C-41F6-95E7-A26151046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83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BAA677D-D281-43F5-A72E-353EF9BB9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730" y="1914313"/>
            <a:ext cx="9602540" cy="30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63757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F8768C-5862-4771-9754-7B644C94A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Spurious-Free Dynamic Range (SFDR) </a:t>
            </a:r>
            <a:r>
              <a:rPr lang="ko-KR" altLang="en-US" dirty="0"/>
              <a:t>유도 및 수식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6B485B-640D-489A-A386-CCCB0D615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투톤</a:t>
            </a:r>
            <a:r>
              <a:rPr lang="ko-KR" altLang="en-US" dirty="0"/>
              <a:t> 테스트 상한선 </a:t>
            </a:r>
            <a:r>
              <a:rPr lang="en-US" altLang="ko-KR" dirty="0"/>
              <a:t>(</a:t>
            </a:r>
            <a:r>
              <a:rPr lang="en-US" altLang="ko-KR" i="1" dirty="0" err="1"/>
              <a:t>P</a:t>
            </a:r>
            <a:r>
              <a:rPr lang="en-US" altLang="ko-KR" baseline="-25000" dirty="0" err="1"/>
              <a:t>in,max</a:t>
            </a:r>
            <a:r>
              <a:rPr lang="en-US" altLang="ko-KR" dirty="0"/>
              <a:t>) </a:t>
            </a:r>
            <a:r>
              <a:rPr lang="ko-KR" altLang="en-US" dirty="0"/>
              <a:t>유도</a:t>
            </a:r>
            <a:endParaRPr lang="en-US" altLang="ko-KR" dirty="0"/>
          </a:p>
          <a:p>
            <a:pPr lvl="1"/>
            <a:r>
              <a:rPr lang="ko-KR" altLang="en-US" dirty="0"/>
              <a:t>입력 </a:t>
            </a:r>
            <a:r>
              <a:rPr lang="ko-KR" altLang="en-US" dirty="0" err="1"/>
              <a:t>투톤</a:t>
            </a:r>
            <a:r>
              <a:rPr lang="ko-KR" altLang="en-US" dirty="0"/>
              <a:t> 전력 </a:t>
            </a:r>
            <a:r>
              <a:rPr lang="en-US" altLang="ko-KR" i="1" dirty="0"/>
              <a:t>P</a:t>
            </a:r>
            <a:r>
              <a:rPr lang="en-US" altLang="ko-KR" baseline="-25000" dirty="0"/>
              <a:t>in</a:t>
            </a:r>
            <a:r>
              <a:rPr lang="ko-KR" altLang="en-US" dirty="0"/>
              <a:t>과 입력 </a:t>
            </a:r>
            <a:r>
              <a:rPr lang="en-US" altLang="ko-KR" dirty="0"/>
              <a:t>3</a:t>
            </a:r>
            <a:r>
              <a:rPr lang="ko-KR" altLang="en-US" dirty="0"/>
              <a:t>차 교차점 </a:t>
            </a:r>
            <a:r>
              <a:rPr lang="en-US" altLang="ko-KR" i="1" dirty="0"/>
              <a:t>P</a:t>
            </a:r>
            <a:r>
              <a:rPr lang="en-US" altLang="ko-KR" baseline="-25000" dirty="0"/>
              <a:t>IIP3</a:t>
            </a:r>
            <a:r>
              <a:rPr lang="en-US" altLang="ko-KR" dirty="0"/>
              <a:t>, </a:t>
            </a:r>
            <a:r>
              <a:rPr lang="ko-KR" altLang="en-US" dirty="0"/>
              <a:t>입력 환산 </a:t>
            </a:r>
            <a:r>
              <a:rPr lang="en-US" altLang="ko-KR" dirty="0"/>
              <a:t>IM3 </a:t>
            </a:r>
            <a:r>
              <a:rPr lang="ko-KR" altLang="en-US" dirty="0"/>
              <a:t>전력 </a:t>
            </a:r>
            <a:r>
              <a:rPr lang="en-US" altLang="ko-KR" i="1" dirty="0" err="1"/>
              <a:t>P</a:t>
            </a:r>
            <a:r>
              <a:rPr lang="en-US" altLang="ko-KR" baseline="-25000" dirty="0" err="1"/>
              <a:t>IM,in</a:t>
            </a:r>
            <a:r>
              <a:rPr lang="ko-KR" altLang="en-US" dirty="0"/>
              <a:t>의 관계</a:t>
            </a:r>
            <a:r>
              <a:rPr lang="en-US" altLang="ko-KR" dirty="0"/>
              <a:t> (39</a:t>
            </a:r>
            <a:r>
              <a:rPr lang="ko-KR" altLang="en-US" dirty="0"/>
              <a:t>페이지 참고</a:t>
            </a:r>
            <a:r>
              <a:rPr lang="en-US" altLang="ko-KR" dirty="0"/>
              <a:t>) :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상한선 </a:t>
            </a:r>
            <a:r>
              <a:rPr lang="en-US" altLang="ko-KR" i="1" dirty="0" err="1"/>
              <a:t>P</a:t>
            </a:r>
            <a:r>
              <a:rPr lang="en-US" altLang="ko-KR" baseline="-25000" dirty="0" err="1"/>
              <a:t>in,max</a:t>
            </a:r>
            <a:r>
              <a:rPr lang="ko-KR" altLang="en-US" dirty="0"/>
              <a:t>는 </a:t>
            </a:r>
            <a:r>
              <a:rPr lang="en-US" altLang="ko-KR" i="1" dirty="0" err="1"/>
              <a:t>P</a:t>
            </a:r>
            <a:r>
              <a:rPr lang="en-US" altLang="ko-KR" baseline="-25000" dirty="0" err="1"/>
              <a:t>IM,in</a:t>
            </a:r>
            <a:r>
              <a:rPr lang="ko-KR" altLang="en-US" dirty="0"/>
              <a:t>이 수신기 통합 잡음 전력</a:t>
            </a:r>
            <a:r>
              <a:rPr lang="en-US" altLang="ko-KR" dirty="0"/>
              <a:t>(-174 dBm + </a:t>
            </a:r>
            <a:r>
              <a:rPr lang="en-US" altLang="ko-KR" i="1" dirty="0"/>
              <a:t>NF</a:t>
            </a:r>
            <a:r>
              <a:rPr lang="en-US" altLang="ko-KR" dirty="0"/>
              <a:t> + 10log10B)</a:t>
            </a:r>
            <a:r>
              <a:rPr lang="ko-KR" altLang="en-US" dirty="0"/>
              <a:t>과 일치할 때임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178FC9-D8B5-4EB5-961A-A0556E20D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84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246E7C8-44EC-4406-A96F-95FB216B2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98" y="3302628"/>
            <a:ext cx="3483872" cy="60350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6398976-D99C-44CC-BE2F-01FA18FC3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903" y="2996304"/>
            <a:ext cx="3066294" cy="121615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BB5108B-5C2F-42AD-BC4F-DB1C74A327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6716" y="2620551"/>
            <a:ext cx="1761748" cy="28041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193C001-5876-4064-8A41-35B4E4A9CC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003" y="3262077"/>
            <a:ext cx="2606046" cy="60960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615DE3E4-4671-4B26-98AD-A87EF5829A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7262" y="5372058"/>
            <a:ext cx="5617476" cy="618746"/>
          </a:xfrm>
          <a:prstGeom prst="rect">
            <a:avLst/>
          </a:prstGeom>
        </p:spPr>
      </p:pic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30E5E212-08EF-4C89-8162-B768F783961F}"/>
              </a:ext>
            </a:extLst>
          </p:cNvPr>
          <p:cNvCxnSpPr>
            <a:stCxn id="8" idx="3"/>
          </p:cNvCxnSpPr>
          <p:nvPr/>
        </p:nvCxnSpPr>
        <p:spPr>
          <a:xfrm>
            <a:off x="3662770" y="3604381"/>
            <a:ext cx="4350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64F050B-A3CE-483A-BCC8-27DF1B4C0214}"/>
              </a:ext>
            </a:extLst>
          </p:cNvPr>
          <p:cNvCxnSpPr/>
          <p:nvPr/>
        </p:nvCxnSpPr>
        <p:spPr>
          <a:xfrm>
            <a:off x="7641735" y="3584292"/>
            <a:ext cx="4350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14FC18C0-8D08-46E1-BFFD-EE6DB1AAAA17}"/>
              </a:ext>
            </a:extLst>
          </p:cNvPr>
          <p:cNvCxnSpPr>
            <a:cxnSpLocks/>
          </p:cNvCxnSpPr>
          <p:nvPr/>
        </p:nvCxnSpPr>
        <p:spPr>
          <a:xfrm>
            <a:off x="3875548" y="3055822"/>
            <a:ext cx="1" cy="348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595701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A93DAB-D5F2-47BF-BE7C-07C7416DF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3F876E-C234-448A-B310-E5F4E2729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 최종 </a:t>
            </a:r>
            <a:r>
              <a:rPr lang="en-US" altLang="ko-KR" dirty="0"/>
              <a:t>SFDR </a:t>
            </a:r>
            <a:r>
              <a:rPr lang="ko-KR" altLang="en-US" dirty="0"/>
              <a:t>수식 도출</a:t>
            </a:r>
            <a:endParaRPr lang="en-US" altLang="ko-KR" dirty="0"/>
          </a:p>
          <a:p>
            <a:pPr lvl="1"/>
            <a:r>
              <a:rPr lang="en-US" altLang="ko-KR" dirty="0"/>
              <a:t>SFDR = </a:t>
            </a:r>
            <a:r>
              <a:rPr lang="en-US" altLang="ko-KR" i="1" dirty="0" err="1"/>
              <a:t>P</a:t>
            </a:r>
            <a:r>
              <a:rPr lang="en-US" altLang="ko-KR" baseline="-25000" dirty="0" err="1"/>
              <a:t>in,max</a:t>
            </a:r>
            <a:r>
              <a:rPr lang="en-US" altLang="ko-KR" dirty="0"/>
              <a:t> - </a:t>
            </a:r>
            <a:r>
              <a:rPr lang="en-US" altLang="ko-KR" i="1" dirty="0" err="1"/>
              <a:t>P</a:t>
            </a:r>
            <a:r>
              <a:rPr lang="en-US" altLang="ko-KR" baseline="-25000" dirty="0" err="1"/>
              <a:t>sen</a:t>
            </a:r>
            <a:r>
              <a:rPr lang="en-US" altLang="ko-KR" dirty="0"/>
              <a:t> </a:t>
            </a:r>
            <a:r>
              <a:rPr lang="ko-KR" altLang="en-US" dirty="0"/>
              <a:t>공식을 전개</a:t>
            </a:r>
            <a:r>
              <a:rPr lang="en-US" altLang="ko-KR" dirty="0"/>
              <a:t>: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507814-E7FA-429D-A0C6-70A11D054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85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A7A44B5-3227-44E1-823A-5BB2CDF6C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821" y="2391287"/>
            <a:ext cx="6562358" cy="957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42050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8D2C54-AB5E-456E-941E-0CEA71B93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예제</a:t>
            </a:r>
            <a:r>
              <a:rPr lang="en-US" altLang="ko-KR" dirty="0"/>
              <a:t> 2.26: </a:t>
            </a:r>
            <a:r>
              <a:rPr lang="ko-KR" altLang="en-US" dirty="0"/>
              <a:t>이득 압축 기반 </a:t>
            </a:r>
            <a:r>
              <a:rPr lang="en-US" altLang="ko-KR" dirty="0"/>
              <a:t>DR vs SFDR </a:t>
            </a:r>
            <a:r>
              <a:rPr lang="ko-KR" altLang="en-US" dirty="0"/>
              <a:t>제약 조건 비교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C927B1-3B36-4CE6-BBE6-327503C2B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  <a:endParaRPr lang="en-US" altLang="ko-KR" dirty="0"/>
          </a:p>
          <a:p>
            <a:pPr lvl="1"/>
            <a:r>
              <a:rPr lang="ko-KR" altLang="en-US" dirty="0"/>
              <a:t> 단일 간섭파에 의한 이득 압축 상한선</a:t>
            </a:r>
            <a:r>
              <a:rPr lang="en-US" altLang="ko-KR" dirty="0"/>
              <a:t>(</a:t>
            </a:r>
            <a:r>
              <a:rPr lang="en-US" altLang="ko-KR" i="1" dirty="0"/>
              <a:t>P</a:t>
            </a:r>
            <a:r>
              <a:rPr lang="en-US" altLang="ko-KR" baseline="-25000" dirty="0"/>
              <a:t>1dB</a:t>
            </a:r>
            <a:r>
              <a:rPr lang="en-US" altLang="ko-KR" dirty="0"/>
              <a:t>)</a:t>
            </a:r>
            <a:r>
              <a:rPr lang="ko-KR" altLang="en-US" dirty="0"/>
              <a:t>과 </a:t>
            </a:r>
            <a:r>
              <a:rPr lang="ko-KR" altLang="en-US" dirty="0" err="1"/>
              <a:t>투톤</a:t>
            </a:r>
            <a:r>
              <a:rPr lang="ko-KR" altLang="en-US" dirty="0"/>
              <a:t> 간섭파에 의한 </a:t>
            </a:r>
            <a:r>
              <a:rPr lang="en-US" altLang="ko-KR" dirty="0"/>
              <a:t>IM</a:t>
            </a:r>
            <a:r>
              <a:rPr lang="en-US" altLang="ko-KR" baseline="-25000" dirty="0"/>
              <a:t>3</a:t>
            </a:r>
            <a:r>
              <a:rPr lang="en-US" altLang="ko-KR" dirty="0"/>
              <a:t> </a:t>
            </a:r>
            <a:r>
              <a:rPr lang="ko-KR" altLang="en-US" dirty="0"/>
              <a:t>상한선</a:t>
            </a:r>
            <a:r>
              <a:rPr lang="en-US" altLang="ko-KR" dirty="0"/>
              <a:t>(</a:t>
            </a:r>
            <a:r>
              <a:rPr lang="en-US" altLang="ko-KR" i="1" dirty="0" err="1"/>
              <a:t>P</a:t>
            </a:r>
            <a:r>
              <a:rPr lang="en-US" altLang="ko-KR" baseline="-25000" dirty="0" err="1"/>
              <a:t>in,max</a:t>
            </a:r>
            <a:r>
              <a:rPr lang="en-US" altLang="ko-KR" dirty="0"/>
              <a:t>)</a:t>
            </a:r>
            <a:r>
              <a:rPr lang="ko-KR" altLang="en-US" dirty="0"/>
              <a:t>의 크기를 비교하여 어느 조건이 수신기 동작에 더 엄격한지 증명하라</a:t>
            </a:r>
            <a:endParaRPr lang="en-US" altLang="ko-KR" dirty="0"/>
          </a:p>
          <a:p>
            <a:r>
              <a:rPr lang="ko-KR" altLang="en-US" dirty="0"/>
              <a:t>풀이</a:t>
            </a:r>
            <a:endParaRPr lang="en-US" altLang="ko-KR" dirty="0"/>
          </a:p>
          <a:p>
            <a:pPr lvl="1"/>
            <a:r>
              <a:rPr lang="ko-KR" altLang="en-US" dirty="0"/>
              <a:t>일반적인 회로에서 </a:t>
            </a:r>
            <a:r>
              <a:rPr lang="en-US" altLang="ko-KR" i="1" dirty="0"/>
              <a:t>P</a:t>
            </a:r>
            <a:r>
              <a:rPr lang="en-US" altLang="ko-KR" baseline="-25000" dirty="0"/>
              <a:t>IIP3</a:t>
            </a:r>
            <a:r>
              <a:rPr lang="ko-KR" altLang="en-US" dirty="0"/>
              <a:t>와 </a:t>
            </a:r>
            <a:r>
              <a:rPr lang="en-US" altLang="ko-KR" i="1" dirty="0"/>
              <a:t>P</a:t>
            </a:r>
            <a:r>
              <a:rPr lang="en-US" altLang="ko-KR" baseline="-25000" dirty="0"/>
              <a:t>1dB</a:t>
            </a:r>
            <a:r>
              <a:rPr lang="en-US" altLang="ko-KR" dirty="0"/>
              <a:t> </a:t>
            </a:r>
            <a:r>
              <a:rPr lang="ko-KR" altLang="en-US" dirty="0"/>
              <a:t>사이의 정량적 관계식</a:t>
            </a:r>
            <a:r>
              <a:rPr lang="en-US" altLang="ko-KR" dirty="0"/>
              <a:t>: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이를 </a:t>
            </a:r>
            <a:r>
              <a:rPr lang="en-US" altLang="ko-KR" i="1" dirty="0" err="1"/>
              <a:t>P</a:t>
            </a:r>
            <a:r>
              <a:rPr lang="en-US" altLang="ko-KR" baseline="-25000" dirty="0" err="1"/>
              <a:t>in,max</a:t>
            </a:r>
            <a:r>
              <a:rPr lang="en-US" altLang="ko-KR" dirty="0"/>
              <a:t> </a:t>
            </a:r>
            <a:r>
              <a:rPr lang="ko-KR" altLang="en-US" dirty="0"/>
              <a:t>수식에 대입</a:t>
            </a:r>
            <a:r>
              <a:rPr lang="en-US" altLang="ko-KR" dirty="0"/>
              <a:t>: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일반적으로 수신기 입력 통합 잡음 </a:t>
            </a:r>
            <a:r>
              <a:rPr lang="en-US" altLang="ko-KR" i="1" dirty="0" err="1"/>
              <a:t>P</a:t>
            </a:r>
            <a:r>
              <a:rPr lang="en-US" altLang="ko-KR" baseline="-25000" dirty="0" err="1"/>
              <a:t>N,in,tot</a:t>
            </a:r>
            <a:r>
              <a:rPr lang="ko-KR" altLang="en-US" dirty="0"/>
              <a:t>는 </a:t>
            </a:r>
            <a:r>
              <a:rPr lang="en-US" altLang="ko-KR" dirty="0"/>
              <a:t>-90 ~ -100 dBm </a:t>
            </a:r>
            <a:r>
              <a:rPr lang="ko-KR" altLang="en-US" dirty="0"/>
              <a:t>수준으로 매우 작으므로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50AFA6-C79E-4CAB-A434-3FD0F96A9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86</a:t>
            </a:fld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3CAA3899-7112-40DE-BB70-E2CA31DD5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600" y="3440836"/>
            <a:ext cx="2484126" cy="28651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3728355-B38A-425A-8382-0DF5BCD72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8222" y="4633977"/>
            <a:ext cx="7824232" cy="62789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E8B954F-FE95-4362-A08B-F19A0ADE09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677" y="6039358"/>
            <a:ext cx="1740412" cy="31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32400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334B6D-0289-498A-9974-85153D13D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37A4E8-74E5-4728-B74F-50BECE984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87</a:t>
            </a:fld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C822B208-3137-4DDE-9B8D-DA16A1B0F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결론</a:t>
            </a:r>
            <a:endParaRPr lang="en-US" altLang="ko-KR" dirty="0"/>
          </a:p>
          <a:p>
            <a:pPr lvl="1"/>
            <a:r>
              <a:rPr lang="ko-KR" altLang="en-US" dirty="0" err="1"/>
              <a:t>투톤</a:t>
            </a:r>
            <a:r>
              <a:rPr lang="ko-KR" altLang="en-US" dirty="0"/>
              <a:t> </a:t>
            </a:r>
            <a:r>
              <a:rPr lang="ko-KR" altLang="en-US" dirty="0" err="1"/>
              <a:t>상호변조</a:t>
            </a:r>
            <a:r>
              <a:rPr lang="en-US" altLang="ko-KR" dirty="0"/>
              <a:t>(IM</a:t>
            </a:r>
            <a:r>
              <a:rPr lang="en-US" altLang="ko-KR" baseline="-25000" dirty="0"/>
              <a:t>3</a:t>
            </a:r>
            <a:r>
              <a:rPr lang="en-US" altLang="ko-KR" dirty="0"/>
              <a:t>)</a:t>
            </a:r>
            <a:r>
              <a:rPr lang="ko-KR" altLang="en-US" dirty="0"/>
              <a:t>에 의해 왜곡이 잡음 레벨을 덮어버리는 한계전력</a:t>
            </a:r>
            <a:r>
              <a:rPr lang="en-US" altLang="ko-KR" dirty="0"/>
              <a:t>(</a:t>
            </a:r>
            <a:r>
              <a:rPr lang="en-US" altLang="ko-KR" i="1" dirty="0" err="1"/>
              <a:t>P</a:t>
            </a:r>
            <a:r>
              <a:rPr lang="en-US" altLang="ko-KR" baseline="-25000" dirty="0" err="1"/>
              <a:t>in,max</a:t>
            </a:r>
            <a:r>
              <a:rPr lang="en-US" altLang="ko-KR" dirty="0"/>
              <a:t>)</a:t>
            </a:r>
            <a:r>
              <a:rPr lang="ko-KR" altLang="en-US" dirty="0"/>
              <a:t>이 단일 파에 의해 이득이 압축되는 전력</a:t>
            </a:r>
            <a:r>
              <a:rPr lang="en-US" altLang="ko-KR" dirty="0"/>
              <a:t>(</a:t>
            </a:r>
            <a:r>
              <a:rPr lang="en-US" altLang="ko-KR" i="1" dirty="0"/>
              <a:t>P</a:t>
            </a:r>
            <a:r>
              <a:rPr lang="en-US" altLang="ko-KR" baseline="-25000" dirty="0"/>
              <a:t>1dB</a:t>
            </a:r>
            <a:r>
              <a:rPr lang="en-US" altLang="ko-KR" dirty="0"/>
              <a:t>)</a:t>
            </a:r>
            <a:r>
              <a:rPr lang="ko-KR" altLang="en-US" dirty="0"/>
              <a:t>보다 현저히 낮음</a:t>
            </a:r>
            <a:endParaRPr lang="en-US" altLang="ko-KR" dirty="0"/>
          </a:p>
          <a:p>
            <a:pPr lvl="1"/>
            <a:r>
              <a:rPr lang="ko-KR" altLang="en-US" dirty="0"/>
              <a:t>따라서 </a:t>
            </a:r>
            <a:r>
              <a:rPr lang="en-US" altLang="ko-KR" dirty="0"/>
              <a:t>SFDR</a:t>
            </a:r>
            <a:r>
              <a:rPr lang="ko-KR" altLang="en-US" dirty="0"/>
              <a:t>이 이득 압축 기반 </a:t>
            </a:r>
            <a:r>
              <a:rPr lang="en-US" altLang="ko-KR" dirty="0"/>
              <a:t>DR</a:t>
            </a:r>
            <a:r>
              <a:rPr lang="ko-KR" altLang="en-US" dirty="0"/>
              <a:t>보다 훨씬 더 엄격하고 결정적인 시스템 사양임</a:t>
            </a:r>
            <a:r>
              <a:rPr lang="en-US" altLang="ko-KR" dirty="0"/>
              <a:t>.</a:t>
            </a:r>
            <a:endParaRPr lang="ko-KR" alt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F19E1C22-5308-5C76-FD7B-9B994260D991}"/>
                  </a:ext>
                </a:extLst>
              </p14:cNvPr>
              <p14:cNvContentPartPr/>
              <p14:nvPr/>
            </p14:nvContentPartPr>
            <p14:xfrm>
              <a:off x="2929643" y="1610677"/>
              <a:ext cx="306720" cy="19224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F19E1C22-5308-5C76-FD7B-9B994260D99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93643" y="1574677"/>
                <a:ext cx="37836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C51C385A-39B2-08E5-9920-35047861A87A}"/>
                  </a:ext>
                </a:extLst>
              </p14:cNvPr>
              <p14:cNvContentPartPr/>
              <p14:nvPr/>
            </p14:nvContentPartPr>
            <p14:xfrm>
              <a:off x="1656323" y="2177677"/>
              <a:ext cx="2369520" cy="2952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C51C385A-39B2-08E5-9920-35047861A87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20683" y="2141677"/>
                <a:ext cx="244116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DD727293-A56B-E1A2-4408-A3236045CABE}"/>
                  </a:ext>
                </a:extLst>
              </p14:cNvPr>
              <p14:cNvContentPartPr/>
              <p14:nvPr/>
            </p14:nvContentPartPr>
            <p14:xfrm>
              <a:off x="1576403" y="2544157"/>
              <a:ext cx="684360" cy="4176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DD727293-A56B-E1A2-4408-A3236045CAB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40763" y="2508157"/>
                <a:ext cx="756000" cy="11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그룹 10">
            <a:extLst>
              <a:ext uri="{FF2B5EF4-FFF2-40B4-BE49-F238E27FC236}">
                <a16:creationId xmlns:a16="http://schemas.microsoft.com/office/drawing/2014/main" id="{2D63B390-A4D3-3481-DDC4-E6D04619EDBA}"/>
              </a:ext>
            </a:extLst>
          </p:cNvPr>
          <p:cNvGrpSpPr/>
          <p:nvPr/>
        </p:nvGrpSpPr>
        <p:grpSpPr>
          <a:xfrm>
            <a:off x="7591643" y="2488357"/>
            <a:ext cx="2941920" cy="83160"/>
            <a:chOff x="7591643" y="2488357"/>
            <a:chExt cx="2941920" cy="8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B86791F2-87FD-9813-42C4-CA12925D17CE}"/>
                    </a:ext>
                  </a:extLst>
                </p14:cNvPr>
                <p14:cNvContentPartPr/>
                <p14:nvPr/>
              </p14:nvContentPartPr>
              <p14:xfrm>
                <a:off x="7591643" y="2521477"/>
                <a:ext cx="879480" cy="3420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B86791F2-87FD-9813-42C4-CA12925D17C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555643" y="2485837"/>
                  <a:ext cx="9511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97943D80-F761-1948-EEA1-28D748033A6C}"/>
                    </a:ext>
                  </a:extLst>
                </p14:cNvPr>
                <p14:cNvContentPartPr/>
                <p14:nvPr/>
              </p14:nvContentPartPr>
              <p14:xfrm>
                <a:off x="9266003" y="2497357"/>
                <a:ext cx="1267560" cy="7416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97943D80-F761-1948-EEA1-28D748033A6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230003" y="2461357"/>
                  <a:ext cx="13392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A978900E-BD3D-5706-2B4D-D6EF4962DE06}"/>
                    </a:ext>
                  </a:extLst>
                </p14:cNvPr>
                <p14:cNvContentPartPr/>
                <p14:nvPr/>
              </p14:nvContentPartPr>
              <p14:xfrm>
                <a:off x="10512683" y="2488357"/>
                <a:ext cx="4680" cy="180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A978900E-BD3D-5706-2B4D-D6EF4962DE0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476683" y="2452357"/>
                  <a:ext cx="76320" cy="73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B6CA1523-E1BD-0D96-0DDC-1B3CE61E8DA7}"/>
                  </a:ext>
                </a:extLst>
              </p14:cNvPr>
              <p14:cNvContentPartPr/>
              <p14:nvPr/>
            </p14:nvContentPartPr>
            <p14:xfrm>
              <a:off x="1338083" y="2041597"/>
              <a:ext cx="25200" cy="159480"/>
            </p14:xfrm>
          </p:contentPart>
        </mc:Choice>
        <mc:Fallback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B6CA1523-E1BD-0D96-0DDC-1B3CE61E8DA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02083" y="2005597"/>
                <a:ext cx="96840" cy="23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그룹 43">
            <a:extLst>
              <a:ext uri="{FF2B5EF4-FFF2-40B4-BE49-F238E27FC236}">
                <a16:creationId xmlns:a16="http://schemas.microsoft.com/office/drawing/2014/main" id="{73EFE284-9448-67CC-E2A0-EC179D32C0B6}"/>
              </a:ext>
            </a:extLst>
          </p:cNvPr>
          <p:cNvGrpSpPr/>
          <p:nvPr/>
        </p:nvGrpSpPr>
        <p:grpSpPr>
          <a:xfrm>
            <a:off x="3392603" y="1367677"/>
            <a:ext cx="1648440" cy="425160"/>
            <a:chOff x="3392603" y="1367677"/>
            <a:chExt cx="1648440" cy="42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E72EE9FF-E6F4-48FA-EDA4-35D577C7A84C}"/>
                    </a:ext>
                  </a:extLst>
                </p14:cNvPr>
                <p14:cNvContentPartPr/>
                <p14:nvPr/>
              </p14:nvContentPartPr>
              <p14:xfrm>
                <a:off x="3392603" y="1410157"/>
                <a:ext cx="83160" cy="1692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E72EE9FF-E6F4-48FA-EDA4-35D577C7A84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356603" y="1374157"/>
                  <a:ext cx="1548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41374B1E-AD61-959C-B29F-D701BB235AAB}"/>
                    </a:ext>
                  </a:extLst>
                </p14:cNvPr>
                <p14:cNvContentPartPr/>
                <p14:nvPr/>
              </p14:nvContentPartPr>
              <p14:xfrm>
                <a:off x="3431483" y="1469557"/>
                <a:ext cx="60840" cy="1476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41374B1E-AD61-959C-B29F-D701BB235AA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395483" y="1433917"/>
                  <a:ext cx="1324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332158D7-E2F3-DEB4-4E0D-6C4F53F2DA7F}"/>
                    </a:ext>
                  </a:extLst>
                </p14:cNvPr>
                <p14:cNvContentPartPr/>
                <p14:nvPr/>
              </p14:nvContentPartPr>
              <p14:xfrm>
                <a:off x="3431843" y="1526077"/>
                <a:ext cx="49680" cy="6480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332158D7-E2F3-DEB4-4E0D-6C4F53F2DA7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396203" y="1490077"/>
                  <a:ext cx="1213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55D88D06-89BB-BE60-6FCD-7FB4A701BAAA}"/>
                    </a:ext>
                  </a:extLst>
                </p14:cNvPr>
                <p14:cNvContentPartPr/>
                <p14:nvPr/>
              </p14:nvContentPartPr>
              <p14:xfrm>
                <a:off x="3420683" y="1605637"/>
                <a:ext cx="84240" cy="1872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55D88D06-89BB-BE60-6FCD-7FB4A701BAA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384683" y="1569997"/>
                  <a:ext cx="15588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BB3AA333-4BA5-1994-F907-0D6D5BE2C7C2}"/>
                    </a:ext>
                  </a:extLst>
                </p14:cNvPr>
                <p14:cNvContentPartPr/>
                <p14:nvPr/>
              </p14:nvContentPartPr>
              <p14:xfrm>
                <a:off x="3459923" y="1643797"/>
                <a:ext cx="5400" cy="5004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BB3AA333-4BA5-1994-F907-0D6D5BE2C7C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24283" y="1607797"/>
                  <a:ext cx="770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30F932C1-7C95-DD5B-97AD-8E8A5EEE6060}"/>
                    </a:ext>
                  </a:extLst>
                </p14:cNvPr>
                <p14:cNvContentPartPr/>
                <p14:nvPr/>
              </p14:nvContentPartPr>
              <p14:xfrm>
                <a:off x="3483683" y="1640557"/>
                <a:ext cx="55080" cy="3672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30F932C1-7C95-DD5B-97AD-8E8A5EEE606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48043" y="1604917"/>
                  <a:ext cx="12672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8EF1BA9B-E047-17FB-2E3F-CDE1483EB174}"/>
                    </a:ext>
                  </a:extLst>
                </p14:cNvPr>
                <p14:cNvContentPartPr/>
                <p14:nvPr/>
              </p14:nvContentPartPr>
              <p14:xfrm>
                <a:off x="3560003" y="1554517"/>
                <a:ext cx="5760" cy="6948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8EF1BA9B-E047-17FB-2E3F-CDE1483EB17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524363" y="1518517"/>
                  <a:ext cx="7740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ABA1B9E5-B311-D86D-F7E7-53E28BEB33A3}"/>
                    </a:ext>
                  </a:extLst>
                </p14:cNvPr>
                <p14:cNvContentPartPr/>
                <p14:nvPr/>
              </p14:nvContentPartPr>
              <p14:xfrm>
                <a:off x="3504923" y="1686277"/>
                <a:ext cx="60480" cy="10656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ABA1B9E5-B311-D86D-F7E7-53E28BEB33A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468923" y="1650277"/>
                  <a:ext cx="1321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D3D46F58-4CC5-A7A1-9B0A-49258C091315}"/>
                    </a:ext>
                  </a:extLst>
                </p14:cNvPr>
                <p14:cNvContentPartPr/>
                <p14:nvPr/>
              </p14:nvContentPartPr>
              <p14:xfrm>
                <a:off x="3669083" y="1480357"/>
                <a:ext cx="75240" cy="10332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D3D46F58-4CC5-A7A1-9B0A-49258C09131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633443" y="1444717"/>
                  <a:ext cx="1468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F60D5490-A474-8563-A30A-4FC0214FDD12}"/>
                    </a:ext>
                  </a:extLst>
                </p14:cNvPr>
                <p14:cNvContentPartPr/>
                <p14:nvPr/>
              </p14:nvContentPartPr>
              <p14:xfrm>
                <a:off x="3754043" y="1474597"/>
                <a:ext cx="62640" cy="9360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F60D5490-A474-8563-A30A-4FC0214FDD1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718043" y="1438597"/>
                  <a:ext cx="1342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C8635D47-AF63-B3DD-BCCE-A8A5F2CD298A}"/>
                    </a:ext>
                  </a:extLst>
                </p14:cNvPr>
                <p14:cNvContentPartPr/>
                <p14:nvPr/>
              </p14:nvContentPartPr>
              <p14:xfrm>
                <a:off x="3844043" y="1452997"/>
                <a:ext cx="10800" cy="12708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C8635D47-AF63-B3DD-BCCE-A8A5F2CD298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808403" y="1416997"/>
                  <a:ext cx="824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CFB4B225-FF41-E253-243D-4B29962ED542}"/>
                    </a:ext>
                  </a:extLst>
                </p14:cNvPr>
                <p14:cNvContentPartPr/>
                <p14:nvPr/>
              </p14:nvContentPartPr>
              <p14:xfrm>
                <a:off x="3751163" y="1644157"/>
                <a:ext cx="72720" cy="4608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CFB4B225-FF41-E253-243D-4B29962ED54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715163" y="1608157"/>
                  <a:ext cx="1443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6B95B1B6-8E5D-A894-7FDB-50050F8D2D8B}"/>
                    </a:ext>
                  </a:extLst>
                </p14:cNvPr>
                <p14:cNvContentPartPr/>
                <p14:nvPr/>
              </p14:nvContentPartPr>
              <p14:xfrm>
                <a:off x="4076243" y="1473517"/>
                <a:ext cx="91440" cy="10512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6B95B1B6-8E5D-A894-7FDB-50050F8D2D8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040603" y="1437517"/>
                  <a:ext cx="16308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FF021C86-91C8-CE36-C2B4-8888B44F6252}"/>
                    </a:ext>
                  </a:extLst>
                </p14:cNvPr>
                <p14:cNvContentPartPr/>
                <p14:nvPr/>
              </p14:nvContentPartPr>
              <p14:xfrm>
                <a:off x="4192883" y="1465957"/>
                <a:ext cx="10800" cy="10800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FF021C86-91C8-CE36-C2B4-8888B44F625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156883" y="1430317"/>
                  <a:ext cx="824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011480F1-B922-E961-ADB1-E2BBA30F8DB1}"/>
                    </a:ext>
                  </a:extLst>
                </p14:cNvPr>
                <p14:cNvContentPartPr/>
                <p14:nvPr/>
              </p14:nvContentPartPr>
              <p14:xfrm>
                <a:off x="4199363" y="1502677"/>
                <a:ext cx="57240" cy="1908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011480F1-B922-E961-ADB1-E2BBA30F8DB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163363" y="1467037"/>
                  <a:ext cx="1288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F0317ED9-9EF5-CB55-3120-22D5AB3BA5EA}"/>
                    </a:ext>
                  </a:extLst>
                </p14:cNvPr>
                <p14:cNvContentPartPr/>
                <p14:nvPr/>
              </p14:nvContentPartPr>
              <p14:xfrm>
                <a:off x="4121243" y="1603117"/>
                <a:ext cx="82440" cy="5760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F0317ED9-9EF5-CB55-3120-22D5AB3BA5E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085603" y="1567117"/>
                  <a:ext cx="1540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8E31EEBC-110F-22DB-1409-4CA76D78D1DF}"/>
                    </a:ext>
                  </a:extLst>
                </p14:cNvPr>
                <p14:cNvContentPartPr/>
                <p14:nvPr/>
              </p14:nvContentPartPr>
              <p14:xfrm>
                <a:off x="4307003" y="1450837"/>
                <a:ext cx="58680" cy="7452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8E31EEBC-110F-22DB-1409-4CA76D78D1D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271003" y="1415197"/>
                  <a:ext cx="1303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63F2D264-618F-3BA3-38FD-D40F8F2916BE}"/>
                    </a:ext>
                  </a:extLst>
                </p14:cNvPr>
                <p14:cNvContentPartPr/>
                <p14:nvPr/>
              </p14:nvContentPartPr>
              <p14:xfrm>
                <a:off x="4297643" y="1528597"/>
                <a:ext cx="75240" cy="2844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63F2D264-618F-3BA3-38FD-D40F8F2916B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262003" y="1492957"/>
                  <a:ext cx="1468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5BFDEBDC-9839-1AEF-4C04-4DD47168D6F8}"/>
                    </a:ext>
                  </a:extLst>
                </p14:cNvPr>
                <p14:cNvContentPartPr/>
                <p14:nvPr/>
              </p14:nvContentPartPr>
              <p14:xfrm>
                <a:off x="4318883" y="1568197"/>
                <a:ext cx="73440" cy="6048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5BFDEBDC-9839-1AEF-4C04-4DD47168D6F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282883" y="1532557"/>
                  <a:ext cx="1450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7164B15A-0BB4-A9E8-A19B-EC22637E972C}"/>
                    </a:ext>
                  </a:extLst>
                </p14:cNvPr>
                <p14:cNvContentPartPr/>
                <p14:nvPr/>
              </p14:nvContentPartPr>
              <p14:xfrm>
                <a:off x="4502123" y="1403677"/>
                <a:ext cx="86760" cy="132480"/>
              </p14:xfrm>
            </p:contentPart>
          </mc:Choice>
          <mc:Fallback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7164B15A-0BB4-A9E8-A19B-EC22637E972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466483" y="1368037"/>
                  <a:ext cx="1584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F2A4AA3F-F5CF-BD97-DB7D-87B3FFC5E94A}"/>
                    </a:ext>
                  </a:extLst>
                </p14:cNvPr>
                <p14:cNvContentPartPr/>
                <p14:nvPr/>
              </p14:nvContentPartPr>
              <p14:xfrm>
                <a:off x="4585643" y="1434637"/>
                <a:ext cx="82080" cy="28080"/>
              </p14:xfrm>
            </p:contentPart>
          </mc:Choice>
          <mc:Fallback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F2A4AA3F-F5CF-BD97-DB7D-87B3FFC5E94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550003" y="1398637"/>
                  <a:ext cx="1537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B1A3B368-BF1E-6113-A184-3364F8506249}"/>
                    </a:ext>
                  </a:extLst>
                </p14:cNvPr>
                <p14:cNvContentPartPr/>
                <p14:nvPr/>
              </p14:nvContentPartPr>
              <p14:xfrm>
                <a:off x="4669883" y="1382797"/>
                <a:ext cx="7920" cy="103320"/>
              </p14:xfrm>
            </p:contentPart>
          </mc:Choice>
          <mc:Fallback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B1A3B368-BF1E-6113-A184-3364F850624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633883" y="1347157"/>
                  <a:ext cx="7956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056D064C-2D09-0161-9B28-5DCF26E2E878}"/>
                    </a:ext>
                  </a:extLst>
                </p14:cNvPr>
                <p14:cNvContentPartPr/>
                <p14:nvPr/>
              </p14:nvContentPartPr>
              <p14:xfrm>
                <a:off x="4598243" y="1533637"/>
                <a:ext cx="63360" cy="57240"/>
              </p14:xfrm>
            </p:contentPart>
          </mc:Choice>
          <mc:Fallback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056D064C-2D09-0161-9B28-5DCF26E2E87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562243" y="1497997"/>
                  <a:ext cx="13500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5A7FD516-9A19-14DC-0694-75F075FB2708}"/>
                    </a:ext>
                  </a:extLst>
                </p14:cNvPr>
                <p14:cNvContentPartPr/>
                <p14:nvPr/>
              </p14:nvContentPartPr>
              <p14:xfrm>
                <a:off x="4710923" y="1405117"/>
                <a:ext cx="88560" cy="108720"/>
              </p14:xfrm>
            </p:contentPart>
          </mc:Choice>
          <mc:Fallback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5A7FD516-9A19-14DC-0694-75F075FB270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675283" y="1369117"/>
                  <a:ext cx="16020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D11DD6A7-A0E8-B00F-DC55-3056321940C8}"/>
                    </a:ext>
                  </a:extLst>
                </p14:cNvPr>
                <p14:cNvContentPartPr/>
                <p14:nvPr/>
              </p14:nvContentPartPr>
              <p14:xfrm>
                <a:off x="4782923" y="1433557"/>
                <a:ext cx="74880" cy="14760"/>
              </p14:xfrm>
            </p:contentPart>
          </mc:Choice>
          <mc:Fallback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D11DD6A7-A0E8-B00F-DC55-3056321940C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747283" y="1397917"/>
                  <a:ext cx="1465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CF13D86B-19AD-B4B4-64A2-1E0AA5751DC0}"/>
                    </a:ext>
                  </a:extLst>
                </p14:cNvPr>
                <p14:cNvContentPartPr/>
                <p14:nvPr/>
              </p14:nvContentPartPr>
              <p14:xfrm>
                <a:off x="4812443" y="1451917"/>
                <a:ext cx="47520" cy="23760"/>
              </p14:xfrm>
            </p:contentPart>
          </mc:Choice>
          <mc:Fallback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CF13D86B-19AD-B4B4-64A2-1E0AA5751DC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776803" y="1415917"/>
                  <a:ext cx="1191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E57563CB-C223-A722-B61D-7F869BDAE6F9}"/>
                    </a:ext>
                  </a:extLst>
                </p14:cNvPr>
                <p14:cNvContentPartPr/>
                <p14:nvPr/>
              </p14:nvContentPartPr>
              <p14:xfrm>
                <a:off x="4870763" y="1371997"/>
                <a:ext cx="10080" cy="107280"/>
              </p14:xfrm>
            </p:contentPart>
          </mc:Choice>
          <mc:Fallback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E57563CB-C223-A722-B61D-7F869BDAE6F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834763" y="1335997"/>
                  <a:ext cx="817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2DD41751-9CAC-D215-9ACE-F6692DDC0D00}"/>
                    </a:ext>
                  </a:extLst>
                </p14:cNvPr>
                <p14:cNvContentPartPr/>
                <p14:nvPr/>
              </p14:nvContentPartPr>
              <p14:xfrm>
                <a:off x="4798763" y="1521757"/>
                <a:ext cx="55800" cy="52920"/>
              </p14:xfrm>
            </p:contentPart>
          </mc:Choice>
          <mc:Fallback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2DD41751-9CAC-D215-9ACE-F6692DDC0D0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762763" y="1486117"/>
                  <a:ext cx="1274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4414BFDE-BFDD-5558-E60F-204236F6174A}"/>
                    </a:ext>
                  </a:extLst>
                </p14:cNvPr>
                <p14:cNvContentPartPr/>
                <p14:nvPr/>
              </p14:nvContentPartPr>
              <p14:xfrm>
                <a:off x="4959683" y="1367677"/>
                <a:ext cx="70200" cy="75960"/>
              </p14:xfrm>
            </p:contentPart>
          </mc:Choice>
          <mc:Fallback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4414BFDE-BFDD-5558-E60F-204236F6174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923683" y="1331677"/>
                  <a:ext cx="1418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D6510907-D641-6592-A76E-CBE9EDF2C42F}"/>
                    </a:ext>
                  </a:extLst>
                </p14:cNvPr>
                <p14:cNvContentPartPr/>
                <p14:nvPr/>
              </p14:nvContentPartPr>
              <p14:xfrm>
                <a:off x="4950683" y="1444357"/>
                <a:ext cx="69480" cy="15840"/>
              </p14:xfrm>
            </p:contentPart>
          </mc:Choice>
          <mc:Fallback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D6510907-D641-6592-A76E-CBE9EDF2C42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914683" y="1408717"/>
                  <a:ext cx="14112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000D9AD5-B965-4934-34E4-AAAE7D491E5E}"/>
                    </a:ext>
                  </a:extLst>
                </p14:cNvPr>
                <p14:cNvContentPartPr/>
                <p14:nvPr/>
              </p14:nvContentPartPr>
              <p14:xfrm>
                <a:off x="4957883" y="1485397"/>
                <a:ext cx="83160" cy="102600"/>
              </p14:xfrm>
            </p:contentPart>
          </mc:Choice>
          <mc:Fallback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000D9AD5-B965-4934-34E4-AAAE7D491E5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922243" y="1449397"/>
                  <a:ext cx="154800" cy="17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0B36DE49-D6AB-194B-2D3D-A2B48E123B16}"/>
              </a:ext>
            </a:extLst>
          </p:cNvPr>
          <p:cNvGrpSpPr/>
          <p:nvPr/>
        </p:nvGrpSpPr>
        <p:grpSpPr>
          <a:xfrm>
            <a:off x="5271803" y="1328437"/>
            <a:ext cx="839880" cy="294840"/>
            <a:chOff x="5271803" y="1328437"/>
            <a:chExt cx="839880" cy="294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A385361F-AE1A-A5BA-AD1B-376563177666}"/>
                    </a:ext>
                  </a:extLst>
                </p14:cNvPr>
                <p14:cNvContentPartPr/>
                <p14:nvPr/>
              </p14:nvContentPartPr>
              <p14:xfrm>
                <a:off x="5271803" y="1361557"/>
                <a:ext cx="84960" cy="81000"/>
              </p14:xfrm>
            </p:contentPart>
          </mc:Choice>
          <mc:Fallback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A385361F-AE1A-A5BA-AD1B-37656317766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235803" y="1325917"/>
                  <a:ext cx="1566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F85900D3-8354-9293-4439-494FBEBF3CC7}"/>
                    </a:ext>
                  </a:extLst>
                </p14:cNvPr>
                <p14:cNvContentPartPr/>
                <p14:nvPr/>
              </p14:nvContentPartPr>
              <p14:xfrm>
                <a:off x="5347403" y="1380277"/>
                <a:ext cx="55440" cy="8640"/>
              </p14:xfrm>
            </p:contentPart>
          </mc:Choice>
          <mc:Fallback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F85900D3-8354-9293-4439-494FBEBF3CC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311763" y="1344637"/>
                  <a:ext cx="1270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1DAB92EE-2C93-B6ED-1E40-52D68DB7A792}"/>
                    </a:ext>
                  </a:extLst>
                </p14:cNvPr>
                <p14:cNvContentPartPr/>
                <p14:nvPr/>
              </p14:nvContentPartPr>
              <p14:xfrm>
                <a:off x="5426603" y="1341397"/>
                <a:ext cx="4320" cy="87120"/>
              </p14:xfrm>
            </p:contentPart>
          </mc:Choice>
          <mc:Fallback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1DAB92EE-2C93-B6ED-1E40-52D68DB7A79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390603" y="1305397"/>
                  <a:ext cx="759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8" name="잉크 47">
                  <a:extLst>
                    <a:ext uri="{FF2B5EF4-FFF2-40B4-BE49-F238E27FC236}">
                      <a16:creationId xmlns:a16="http://schemas.microsoft.com/office/drawing/2014/main" id="{49F01B6D-7B71-80F2-1F00-853730122FBC}"/>
                    </a:ext>
                  </a:extLst>
                </p14:cNvPr>
                <p14:cNvContentPartPr/>
                <p14:nvPr/>
              </p14:nvContentPartPr>
              <p14:xfrm>
                <a:off x="5314643" y="1474957"/>
                <a:ext cx="80640" cy="31320"/>
              </p14:xfrm>
            </p:contentPart>
          </mc:Choice>
          <mc:Fallback>
            <p:pic>
              <p:nvPicPr>
                <p:cNvPr id="48" name="잉크 47">
                  <a:extLst>
                    <a:ext uri="{FF2B5EF4-FFF2-40B4-BE49-F238E27FC236}">
                      <a16:creationId xmlns:a16="http://schemas.microsoft.com/office/drawing/2014/main" id="{49F01B6D-7B71-80F2-1F00-853730122FB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279003" y="1439317"/>
                  <a:ext cx="1522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53CFA3A6-4950-12C9-F5B7-1A5E3D3AD898}"/>
                    </a:ext>
                  </a:extLst>
                </p14:cNvPr>
                <p14:cNvContentPartPr/>
                <p14:nvPr/>
              </p14:nvContentPartPr>
              <p14:xfrm>
                <a:off x="5328323" y="1521397"/>
                <a:ext cx="56520" cy="15480"/>
              </p14:xfrm>
            </p:contentPart>
          </mc:Choice>
          <mc:Fallback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53CFA3A6-4950-12C9-F5B7-1A5E3D3AD89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292683" y="1485397"/>
                  <a:ext cx="12816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DF953A97-A495-DA76-F64A-B3F4B3ACAF61}"/>
                    </a:ext>
                  </a:extLst>
                </p14:cNvPr>
                <p14:cNvContentPartPr/>
                <p14:nvPr/>
              </p14:nvContentPartPr>
              <p14:xfrm>
                <a:off x="5335163" y="1532197"/>
                <a:ext cx="63360" cy="91080"/>
              </p14:xfrm>
            </p:contentPart>
          </mc:Choice>
          <mc:Fallback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DF953A97-A495-DA76-F64A-B3F4B3ACAF6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299163" y="1496197"/>
                  <a:ext cx="1350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9457F8BE-04BB-0980-E584-6AE7202AF86E}"/>
                    </a:ext>
                  </a:extLst>
                </p14:cNvPr>
                <p14:cNvContentPartPr/>
                <p14:nvPr/>
              </p14:nvContentPartPr>
              <p14:xfrm>
                <a:off x="5471963" y="1385677"/>
                <a:ext cx="88920" cy="90000"/>
              </p14:xfrm>
            </p:contentPart>
          </mc:Choice>
          <mc:Fallback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9457F8BE-04BB-0980-E584-6AE7202AF86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435963" y="1350037"/>
                  <a:ext cx="1605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11D8CAC0-5C9C-24E5-4554-FC1D9437A485}"/>
                    </a:ext>
                  </a:extLst>
                </p14:cNvPr>
                <p14:cNvContentPartPr/>
                <p14:nvPr/>
              </p14:nvContentPartPr>
              <p14:xfrm>
                <a:off x="5606603" y="1354717"/>
                <a:ext cx="21600" cy="142920"/>
              </p14:xfrm>
            </p:contentPart>
          </mc:Choice>
          <mc:Fallback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11D8CAC0-5C9C-24E5-4554-FC1D9437A48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570603" y="1318717"/>
                  <a:ext cx="932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071CC795-8CEF-B853-F5CF-EF2ACC949C3E}"/>
                    </a:ext>
                  </a:extLst>
                </p14:cNvPr>
                <p14:cNvContentPartPr/>
                <p14:nvPr/>
              </p14:nvContentPartPr>
              <p14:xfrm>
                <a:off x="5675363" y="1372717"/>
                <a:ext cx="69840" cy="118800"/>
              </p14:xfrm>
            </p:contentPart>
          </mc:Choice>
          <mc:Fallback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071CC795-8CEF-B853-F5CF-EF2ACC949C3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639363" y="1336717"/>
                  <a:ext cx="14148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4" name="잉크 53">
                  <a:extLst>
                    <a:ext uri="{FF2B5EF4-FFF2-40B4-BE49-F238E27FC236}">
                      <a16:creationId xmlns:a16="http://schemas.microsoft.com/office/drawing/2014/main" id="{30861B7E-8302-2909-1E33-3C472F088E8A}"/>
                    </a:ext>
                  </a:extLst>
                </p14:cNvPr>
                <p14:cNvContentPartPr/>
                <p14:nvPr/>
              </p14:nvContentPartPr>
              <p14:xfrm>
                <a:off x="5761763" y="1328437"/>
                <a:ext cx="32760" cy="179280"/>
              </p14:xfrm>
            </p:contentPart>
          </mc:Choice>
          <mc:Fallback>
            <p:pic>
              <p:nvPicPr>
                <p:cNvPr id="54" name="잉크 53">
                  <a:extLst>
                    <a:ext uri="{FF2B5EF4-FFF2-40B4-BE49-F238E27FC236}">
                      <a16:creationId xmlns:a16="http://schemas.microsoft.com/office/drawing/2014/main" id="{30861B7E-8302-2909-1E33-3C472F088E8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726123" y="1292797"/>
                  <a:ext cx="1044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5" name="잉크 54">
                  <a:extLst>
                    <a:ext uri="{FF2B5EF4-FFF2-40B4-BE49-F238E27FC236}">
                      <a16:creationId xmlns:a16="http://schemas.microsoft.com/office/drawing/2014/main" id="{26B7F5D2-8DD9-1CB6-61A5-E746435A02B5}"/>
                    </a:ext>
                  </a:extLst>
                </p14:cNvPr>
                <p14:cNvContentPartPr/>
                <p14:nvPr/>
              </p14:nvContentPartPr>
              <p14:xfrm>
                <a:off x="5813963" y="1383877"/>
                <a:ext cx="52200" cy="5400"/>
              </p14:xfrm>
            </p:contentPart>
          </mc:Choice>
          <mc:Fallback>
            <p:pic>
              <p:nvPicPr>
                <p:cNvPr id="55" name="잉크 54">
                  <a:extLst>
                    <a:ext uri="{FF2B5EF4-FFF2-40B4-BE49-F238E27FC236}">
                      <a16:creationId xmlns:a16="http://schemas.microsoft.com/office/drawing/2014/main" id="{26B7F5D2-8DD9-1CB6-61A5-E746435A02B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778323" y="1347877"/>
                  <a:ext cx="1238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6" name="잉크 55">
                  <a:extLst>
                    <a:ext uri="{FF2B5EF4-FFF2-40B4-BE49-F238E27FC236}">
                      <a16:creationId xmlns:a16="http://schemas.microsoft.com/office/drawing/2014/main" id="{9F6965AE-B33A-D51F-E3C6-23889C8F40B0}"/>
                    </a:ext>
                  </a:extLst>
                </p14:cNvPr>
                <p14:cNvContentPartPr/>
                <p14:nvPr/>
              </p14:nvContentPartPr>
              <p14:xfrm>
                <a:off x="5808923" y="1408357"/>
                <a:ext cx="60120" cy="22680"/>
              </p14:xfrm>
            </p:contentPart>
          </mc:Choice>
          <mc:Fallback>
            <p:pic>
              <p:nvPicPr>
                <p:cNvPr id="56" name="잉크 55">
                  <a:extLst>
                    <a:ext uri="{FF2B5EF4-FFF2-40B4-BE49-F238E27FC236}">
                      <a16:creationId xmlns:a16="http://schemas.microsoft.com/office/drawing/2014/main" id="{9F6965AE-B33A-D51F-E3C6-23889C8F40B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773283" y="1372717"/>
                  <a:ext cx="1317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7" name="잉크 56">
                  <a:extLst>
                    <a:ext uri="{FF2B5EF4-FFF2-40B4-BE49-F238E27FC236}">
                      <a16:creationId xmlns:a16="http://schemas.microsoft.com/office/drawing/2014/main" id="{19CDA4A2-B19C-A245-1886-475E6E73D3A8}"/>
                    </a:ext>
                  </a:extLst>
                </p14:cNvPr>
                <p14:cNvContentPartPr/>
                <p14:nvPr/>
              </p14:nvContentPartPr>
              <p14:xfrm>
                <a:off x="5912963" y="1330957"/>
                <a:ext cx="69480" cy="12960"/>
              </p14:xfrm>
            </p:contentPart>
          </mc:Choice>
          <mc:Fallback>
            <p:pic>
              <p:nvPicPr>
                <p:cNvPr id="57" name="잉크 56">
                  <a:extLst>
                    <a:ext uri="{FF2B5EF4-FFF2-40B4-BE49-F238E27FC236}">
                      <a16:creationId xmlns:a16="http://schemas.microsoft.com/office/drawing/2014/main" id="{19CDA4A2-B19C-A245-1886-475E6E73D3A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877323" y="1295317"/>
                  <a:ext cx="1411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B4FA544D-7B42-ECE6-66FF-8FC165FB4714}"/>
                    </a:ext>
                  </a:extLst>
                </p14:cNvPr>
                <p14:cNvContentPartPr/>
                <p14:nvPr/>
              </p14:nvContentPartPr>
              <p14:xfrm>
                <a:off x="5927363" y="1365877"/>
                <a:ext cx="74160" cy="9360"/>
              </p14:xfrm>
            </p:contentPart>
          </mc:Choice>
          <mc:Fallback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B4FA544D-7B42-ECE6-66FF-8FC165FB471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891723" y="1330237"/>
                  <a:ext cx="1458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C170E036-0F17-9651-886D-8FD91D6ABA3A}"/>
                    </a:ext>
                  </a:extLst>
                </p14:cNvPr>
                <p14:cNvContentPartPr/>
                <p14:nvPr/>
              </p14:nvContentPartPr>
              <p14:xfrm>
                <a:off x="5921243" y="1420237"/>
                <a:ext cx="45720" cy="54720"/>
              </p14:xfrm>
            </p:contentPart>
          </mc:Choice>
          <mc:Fallback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C170E036-0F17-9651-886D-8FD91D6ABA3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885603" y="1384237"/>
                  <a:ext cx="1173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BA3F00A2-211A-2925-F876-FC6546A05D99}"/>
                    </a:ext>
                  </a:extLst>
                </p14:cNvPr>
                <p14:cNvContentPartPr/>
                <p14:nvPr/>
              </p14:nvContentPartPr>
              <p14:xfrm>
                <a:off x="6028883" y="1385677"/>
                <a:ext cx="14760" cy="73080"/>
              </p14:xfrm>
            </p:contentPart>
          </mc:Choice>
          <mc:Fallback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BA3F00A2-211A-2925-F876-FC6546A05D9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993243" y="1349677"/>
                  <a:ext cx="864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1" name="잉크 60">
                  <a:extLst>
                    <a:ext uri="{FF2B5EF4-FFF2-40B4-BE49-F238E27FC236}">
                      <a16:creationId xmlns:a16="http://schemas.microsoft.com/office/drawing/2014/main" id="{8A10FEB4-B6DE-7000-804C-61D7BACBBB79}"/>
                    </a:ext>
                  </a:extLst>
                </p14:cNvPr>
                <p14:cNvContentPartPr/>
                <p14:nvPr/>
              </p14:nvContentPartPr>
              <p14:xfrm>
                <a:off x="6059123" y="1400077"/>
                <a:ext cx="52560" cy="25560"/>
              </p14:xfrm>
            </p:contentPart>
          </mc:Choice>
          <mc:Fallback>
            <p:pic>
              <p:nvPicPr>
                <p:cNvPr id="61" name="잉크 60">
                  <a:extLst>
                    <a:ext uri="{FF2B5EF4-FFF2-40B4-BE49-F238E27FC236}">
                      <a16:creationId xmlns:a16="http://schemas.microsoft.com/office/drawing/2014/main" id="{8A10FEB4-B6DE-7000-804C-61D7BACBBB7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023123" y="1364437"/>
                  <a:ext cx="1242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2" name="잉크 61">
                  <a:extLst>
                    <a:ext uri="{FF2B5EF4-FFF2-40B4-BE49-F238E27FC236}">
                      <a16:creationId xmlns:a16="http://schemas.microsoft.com/office/drawing/2014/main" id="{C369688A-2C35-1463-ED75-DFC5503BAC77}"/>
                    </a:ext>
                  </a:extLst>
                </p14:cNvPr>
                <p14:cNvContentPartPr/>
                <p14:nvPr/>
              </p14:nvContentPartPr>
              <p14:xfrm>
                <a:off x="5966243" y="1496197"/>
                <a:ext cx="16200" cy="79920"/>
              </p14:xfrm>
            </p:contentPart>
          </mc:Choice>
          <mc:Fallback>
            <p:pic>
              <p:nvPicPr>
                <p:cNvPr id="62" name="잉크 61">
                  <a:extLst>
                    <a:ext uri="{FF2B5EF4-FFF2-40B4-BE49-F238E27FC236}">
                      <a16:creationId xmlns:a16="http://schemas.microsoft.com/office/drawing/2014/main" id="{C369688A-2C35-1463-ED75-DFC5503BAC7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930603" y="1460197"/>
                  <a:ext cx="878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3" name="잉크 62">
                  <a:extLst>
                    <a:ext uri="{FF2B5EF4-FFF2-40B4-BE49-F238E27FC236}">
                      <a16:creationId xmlns:a16="http://schemas.microsoft.com/office/drawing/2014/main" id="{29EDE5F0-5512-5AD2-41A8-73236DD22E50}"/>
                    </a:ext>
                  </a:extLst>
                </p14:cNvPr>
                <p14:cNvContentPartPr/>
                <p14:nvPr/>
              </p14:nvContentPartPr>
              <p14:xfrm>
                <a:off x="5988563" y="1492237"/>
                <a:ext cx="68760" cy="55800"/>
              </p14:xfrm>
            </p:contentPart>
          </mc:Choice>
          <mc:Fallback>
            <p:pic>
              <p:nvPicPr>
                <p:cNvPr id="63" name="잉크 62">
                  <a:extLst>
                    <a:ext uri="{FF2B5EF4-FFF2-40B4-BE49-F238E27FC236}">
                      <a16:creationId xmlns:a16="http://schemas.microsoft.com/office/drawing/2014/main" id="{29EDE5F0-5512-5AD2-41A8-73236DD22E5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952923" y="1456237"/>
                  <a:ext cx="1404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4" name="잉크 63">
                  <a:extLst>
                    <a:ext uri="{FF2B5EF4-FFF2-40B4-BE49-F238E27FC236}">
                      <a16:creationId xmlns:a16="http://schemas.microsoft.com/office/drawing/2014/main" id="{CAFBF2D3-ADD6-31A9-B2FB-BFAAF36B96DB}"/>
                    </a:ext>
                  </a:extLst>
                </p14:cNvPr>
                <p14:cNvContentPartPr/>
                <p14:nvPr/>
              </p14:nvContentPartPr>
              <p14:xfrm>
                <a:off x="5962283" y="1562797"/>
                <a:ext cx="87480" cy="38880"/>
              </p14:xfrm>
            </p:contentPart>
          </mc:Choice>
          <mc:Fallback>
            <p:pic>
              <p:nvPicPr>
                <p:cNvPr id="64" name="잉크 63">
                  <a:extLst>
                    <a:ext uri="{FF2B5EF4-FFF2-40B4-BE49-F238E27FC236}">
                      <a16:creationId xmlns:a16="http://schemas.microsoft.com/office/drawing/2014/main" id="{CAFBF2D3-ADD6-31A9-B2FB-BFAAF36B96D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926643" y="1526797"/>
                  <a:ext cx="159120" cy="110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7173257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512FC6-E58D-42C2-A53E-6427F577D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2.5: Passive Impedance Transformation: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7DF3AD-8320-40A7-81ED-D9D25288E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수동 임피던스 변환</a:t>
            </a:r>
            <a:r>
              <a:rPr lang="en-US" altLang="ko-KR" dirty="0"/>
              <a:t>(Matching Network)</a:t>
            </a:r>
            <a:r>
              <a:rPr lang="ko-KR" altLang="en-US" dirty="0"/>
              <a:t>의 목적</a:t>
            </a:r>
            <a:endParaRPr lang="en-US" altLang="ko-KR" dirty="0"/>
          </a:p>
          <a:p>
            <a:pPr lvl="1"/>
            <a:r>
              <a:rPr lang="ko-KR" altLang="en-US" dirty="0"/>
              <a:t>개념</a:t>
            </a:r>
            <a:r>
              <a:rPr lang="en-US" altLang="ko-KR" dirty="0"/>
              <a:t>: RF </a:t>
            </a:r>
            <a:r>
              <a:rPr lang="ko-KR" altLang="en-US" dirty="0"/>
              <a:t>회로</a:t>
            </a:r>
            <a:r>
              <a:rPr lang="en-US" altLang="ko-KR" dirty="0"/>
              <a:t>(LNA, PA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에서 스테이지 간 최고 전력 전달</a:t>
            </a:r>
            <a:r>
              <a:rPr lang="en-US" altLang="ko-KR" dirty="0"/>
              <a:t>(Power Transfer) </a:t>
            </a:r>
            <a:r>
              <a:rPr lang="ko-KR" altLang="en-US" dirty="0"/>
              <a:t>및 </a:t>
            </a:r>
            <a:r>
              <a:rPr lang="ko-KR" altLang="en-US" dirty="0" err="1"/>
              <a:t>저잡음</a:t>
            </a:r>
            <a:r>
              <a:rPr lang="ko-KR" altLang="en-US" dirty="0"/>
              <a:t> 정합을 위해 높은 임피던스를 낮추거나</a:t>
            </a:r>
            <a:r>
              <a:rPr lang="en-US" altLang="ko-KR" dirty="0"/>
              <a:t>, </a:t>
            </a:r>
            <a:r>
              <a:rPr lang="ko-KR" altLang="en-US" dirty="0"/>
              <a:t>정수 임피던스를 </a:t>
            </a:r>
            <a:r>
              <a:rPr lang="ko-KR" altLang="en-US" dirty="0" err="1"/>
              <a:t>복소</a:t>
            </a:r>
            <a:r>
              <a:rPr lang="ko-KR" altLang="en-US" dirty="0"/>
              <a:t> 임피던스로 변환하는 기술</a:t>
            </a:r>
            <a:endParaRPr lang="en-US" altLang="ko-KR" dirty="0"/>
          </a:p>
          <a:p>
            <a:pPr lvl="1"/>
            <a:r>
              <a:rPr lang="ko-KR" altLang="en-US" dirty="0"/>
              <a:t>통합 한계</a:t>
            </a:r>
            <a:r>
              <a:rPr lang="en-US" altLang="ko-KR" dirty="0"/>
              <a:t>: </a:t>
            </a:r>
            <a:r>
              <a:rPr lang="ko-KR" altLang="en-US" dirty="0"/>
              <a:t>인덕터 등 수동 소자의 집적화 손실</a:t>
            </a:r>
            <a:r>
              <a:rPr lang="en-US" altLang="ko-KR" dirty="0"/>
              <a:t>(Loss)</a:t>
            </a:r>
            <a:r>
              <a:rPr lang="ko-KR" altLang="en-US" dirty="0"/>
              <a:t>로 인해 좁은 대역폭에서 주로 활용됨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693E55-1D75-41BF-B90F-DBF5796D4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88</a:t>
            </a:fld>
            <a:endParaRPr lang="ko-KR" altLang="en-US" dirty="0"/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3E27DAB4-F6AA-02BE-DED9-99D0333B2AF3}"/>
              </a:ext>
            </a:extLst>
          </p:cNvPr>
          <p:cNvGrpSpPr/>
          <p:nvPr/>
        </p:nvGrpSpPr>
        <p:grpSpPr>
          <a:xfrm>
            <a:off x="3127643" y="3225277"/>
            <a:ext cx="6918840" cy="2616120"/>
            <a:chOff x="3127643" y="3225277"/>
            <a:chExt cx="6918840" cy="261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F79EABFB-7E92-7C06-7672-6348AF5FAB28}"/>
                    </a:ext>
                  </a:extLst>
                </p14:cNvPr>
                <p14:cNvContentPartPr/>
                <p14:nvPr/>
              </p14:nvContentPartPr>
              <p14:xfrm>
                <a:off x="3127643" y="5036077"/>
                <a:ext cx="1062000" cy="9720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F79EABFB-7E92-7C06-7672-6348AF5FAB2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092003" y="5000437"/>
                  <a:ext cx="11336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3FFE61FE-1549-AAD9-AA0E-D04B18829F95}"/>
                    </a:ext>
                  </a:extLst>
                </p14:cNvPr>
                <p14:cNvContentPartPr/>
                <p14:nvPr/>
              </p14:nvContentPartPr>
              <p14:xfrm>
                <a:off x="3966803" y="4946437"/>
                <a:ext cx="177480" cy="29880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3FFE61FE-1549-AAD9-AA0E-D04B18829F9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931163" y="4910437"/>
                  <a:ext cx="24912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88A54486-A457-1F8C-D89B-BEAA6CB64CB9}"/>
                    </a:ext>
                  </a:extLst>
                </p14:cNvPr>
                <p14:cNvContentPartPr/>
                <p14:nvPr/>
              </p14:nvContentPartPr>
              <p14:xfrm>
                <a:off x="4406003" y="3945277"/>
                <a:ext cx="49680" cy="188208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88A54486-A457-1F8C-D89B-BEAA6CB64CB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370363" y="3909637"/>
                  <a:ext cx="121320" cy="19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55F61DD1-D223-7864-5971-3CD6FD1B4B11}"/>
                    </a:ext>
                  </a:extLst>
                </p14:cNvPr>
                <p14:cNvContentPartPr/>
                <p14:nvPr/>
              </p14:nvContentPartPr>
              <p14:xfrm>
                <a:off x="4429403" y="3867157"/>
                <a:ext cx="1936800" cy="144720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55F61DD1-D223-7864-5971-3CD6FD1B4B1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393763" y="3831157"/>
                  <a:ext cx="2008440" cy="151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E41C2074-BEE1-3872-F6D0-63C12DE86CE0}"/>
                    </a:ext>
                  </a:extLst>
                </p14:cNvPr>
                <p14:cNvContentPartPr/>
                <p14:nvPr/>
              </p14:nvContentPartPr>
              <p14:xfrm>
                <a:off x="4360283" y="5618557"/>
                <a:ext cx="1729440" cy="22284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E41C2074-BEE1-3872-F6D0-63C12DE86CE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324643" y="5582557"/>
                  <a:ext cx="18010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0B8CACA8-5B5B-C2C9-2235-4ED1FA842AAB}"/>
                    </a:ext>
                  </a:extLst>
                </p14:cNvPr>
                <p14:cNvContentPartPr/>
                <p14:nvPr/>
              </p14:nvContentPartPr>
              <p14:xfrm>
                <a:off x="6079283" y="5166757"/>
                <a:ext cx="47880" cy="50940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0B8CACA8-5B5B-C2C9-2235-4ED1FA842AA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43643" y="5131117"/>
                  <a:ext cx="119520" cy="58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20529477-74DF-8E03-9444-BE242F480E19}"/>
                    </a:ext>
                  </a:extLst>
                </p14:cNvPr>
                <p14:cNvContentPartPr/>
                <p14:nvPr/>
              </p14:nvContentPartPr>
              <p14:xfrm>
                <a:off x="3279203" y="4423357"/>
                <a:ext cx="33840" cy="35244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20529477-74DF-8E03-9444-BE242F480E1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43203" y="4387357"/>
                  <a:ext cx="10548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453B5A7E-A299-4D75-55C2-2C3409AC5A2A}"/>
                    </a:ext>
                  </a:extLst>
                </p14:cNvPr>
                <p14:cNvContentPartPr/>
                <p14:nvPr/>
              </p14:nvContentPartPr>
              <p14:xfrm>
                <a:off x="3255443" y="4422277"/>
                <a:ext cx="181080" cy="18720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453B5A7E-A299-4D75-55C2-2C3409AC5A2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219443" y="4386637"/>
                  <a:ext cx="25272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A159C221-5F3D-8703-6BF7-18449EC4D721}"/>
                    </a:ext>
                  </a:extLst>
                </p14:cNvPr>
                <p14:cNvContentPartPr/>
                <p14:nvPr/>
              </p14:nvContentPartPr>
              <p14:xfrm>
                <a:off x="3494483" y="4595797"/>
                <a:ext cx="15120" cy="16344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A159C221-5F3D-8703-6BF7-18449EC4D72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458843" y="4559797"/>
                  <a:ext cx="867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2F47F8B7-D2EE-AAE5-F145-FB1AB89722D4}"/>
                    </a:ext>
                  </a:extLst>
                </p14:cNvPr>
                <p14:cNvContentPartPr/>
                <p14:nvPr/>
              </p14:nvContentPartPr>
              <p14:xfrm>
                <a:off x="3498083" y="4523797"/>
                <a:ext cx="22680" cy="2664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2F47F8B7-D2EE-AAE5-F145-FB1AB89722D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462083" y="4487797"/>
                  <a:ext cx="943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9AEFBEF0-6FD5-54B6-567D-9695F2907121}"/>
                    </a:ext>
                  </a:extLst>
                </p14:cNvPr>
                <p14:cNvContentPartPr/>
                <p14:nvPr/>
              </p14:nvContentPartPr>
              <p14:xfrm>
                <a:off x="3587363" y="4578157"/>
                <a:ext cx="123120" cy="15408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9AEFBEF0-6FD5-54B6-567D-9695F290712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551363" y="4542157"/>
                  <a:ext cx="1947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E0F19F86-70F0-A180-AE84-6C1C63A22799}"/>
                    </a:ext>
                  </a:extLst>
                </p14:cNvPr>
                <p14:cNvContentPartPr/>
                <p14:nvPr/>
              </p14:nvContentPartPr>
              <p14:xfrm>
                <a:off x="6386363" y="4511557"/>
                <a:ext cx="855000" cy="4644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E0F19F86-70F0-A180-AE84-6C1C63A2279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350723" y="4475557"/>
                  <a:ext cx="9266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81035032-9002-6933-08D5-8B7EA1FD3A7D}"/>
                    </a:ext>
                  </a:extLst>
                </p14:cNvPr>
                <p14:cNvContentPartPr/>
                <p14:nvPr/>
              </p14:nvContentPartPr>
              <p14:xfrm>
                <a:off x="7106363" y="4433797"/>
                <a:ext cx="166680" cy="20088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81035032-9002-6933-08D5-8B7EA1FD3A7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070723" y="4397797"/>
                  <a:ext cx="23832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2D9F4909-DC2C-3F9C-C09A-97B1E64D67E9}"/>
                    </a:ext>
                  </a:extLst>
                </p14:cNvPr>
                <p14:cNvContentPartPr/>
                <p14:nvPr/>
              </p14:nvContentPartPr>
              <p14:xfrm>
                <a:off x="6510923" y="4122397"/>
                <a:ext cx="11160" cy="26064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2D9F4909-DC2C-3F9C-C09A-97B1E64D67E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474923" y="4086757"/>
                  <a:ext cx="8280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2073FBB8-D487-6ACE-898C-EF332843DD6E}"/>
                    </a:ext>
                  </a:extLst>
                </p14:cNvPr>
                <p14:cNvContentPartPr/>
                <p14:nvPr/>
              </p14:nvContentPartPr>
              <p14:xfrm>
                <a:off x="6523883" y="4091077"/>
                <a:ext cx="101520" cy="16164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2073FBB8-D487-6ACE-898C-EF332843DD6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488243" y="4055437"/>
                  <a:ext cx="1731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507DCC0B-F03C-D12F-67C0-C355B22DE5AB}"/>
                    </a:ext>
                  </a:extLst>
                </p14:cNvPr>
                <p14:cNvContentPartPr/>
                <p14:nvPr/>
              </p14:nvContentPartPr>
              <p14:xfrm>
                <a:off x="6706043" y="4260637"/>
                <a:ext cx="87120" cy="13500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507DCC0B-F03C-D12F-67C0-C355B22DE5A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670043" y="4224997"/>
                  <a:ext cx="1587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B842B774-3F37-63C5-5052-57B8AC694184}"/>
                    </a:ext>
                  </a:extLst>
                </p14:cNvPr>
                <p14:cNvContentPartPr/>
                <p14:nvPr/>
              </p14:nvContentPartPr>
              <p14:xfrm>
                <a:off x="6832403" y="4255957"/>
                <a:ext cx="120960" cy="11736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B842B774-3F37-63C5-5052-57B8AC69418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796403" y="4219957"/>
                  <a:ext cx="1926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A2C54E2F-A6EA-1292-6DF6-ABAD382F63E4}"/>
                    </a:ext>
                  </a:extLst>
                </p14:cNvPr>
                <p14:cNvContentPartPr/>
                <p14:nvPr/>
              </p14:nvContentPartPr>
              <p14:xfrm>
                <a:off x="6985763" y="4205197"/>
                <a:ext cx="88200" cy="504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A2C54E2F-A6EA-1292-6DF6-ABAD382F63E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949763" y="4169557"/>
                  <a:ext cx="1598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F1466797-BF32-CC63-2083-3C85BD90277B}"/>
                    </a:ext>
                  </a:extLst>
                </p14:cNvPr>
                <p14:cNvContentPartPr/>
                <p14:nvPr/>
              </p14:nvContentPartPr>
              <p14:xfrm>
                <a:off x="7044443" y="4144717"/>
                <a:ext cx="14040" cy="21240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F1466797-BF32-CC63-2083-3C85BD90277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008443" y="4108717"/>
                  <a:ext cx="8568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5B843829-1DB6-C736-6DE7-EF80DC4C23EE}"/>
                    </a:ext>
                  </a:extLst>
                </p14:cNvPr>
                <p14:cNvContentPartPr/>
                <p14:nvPr/>
              </p14:nvContentPartPr>
              <p14:xfrm>
                <a:off x="8241443" y="3755917"/>
                <a:ext cx="459000" cy="21024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5B843829-1DB6-C736-6DE7-EF80DC4C23E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205803" y="3719917"/>
                  <a:ext cx="53064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725D112E-6223-88EF-BEEA-804F3846A128}"/>
                    </a:ext>
                  </a:extLst>
                </p14:cNvPr>
                <p14:cNvContentPartPr/>
                <p14:nvPr/>
              </p14:nvContentPartPr>
              <p14:xfrm>
                <a:off x="8254403" y="3855637"/>
                <a:ext cx="256680" cy="30312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725D112E-6223-88EF-BEEA-804F3846A12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218403" y="3819997"/>
                  <a:ext cx="32832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62812BDC-A50F-AEDB-85DF-68BF640F990D}"/>
                    </a:ext>
                  </a:extLst>
                </p14:cNvPr>
                <p14:cNvContentPartPr/>
                <p14:nvPr/>
              </p14:nvContentPartPr>
              <p14:xfrm>
                <a:off x="8461043" y="4146517"/>
                <a:ext cx="44280" cy="78084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62812BDC-A50F-AEDB-85DF-68BF640F990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425043" y="4110877"/>
                  <a:ext cx="115920" cy="85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7AF4CCAD-E8B3-1BF7-2355-BD2CF0E665A5}"/>
                    </a:ext>
                  </a:extLst>
                </p14:cNvPr>
                <p14:cNvContentPartPr/>
                <p14:nvPr/>
              </p14:nvContentPartPr>
              <p14:xfrm>
                <a:off x="8488403" y="4790557"/>
                <a:ext cx="656280" cy="62640"/>
              </p14:xfrm>
            </p:contentPart>
          </mc:Choice>
          <mc:Fallback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7AF4CCAD-E8B3-1BF7-2355-BD2CF0E665A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452403" y="4754557"/>
                  <a:ext cx="7279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690F6AD2-88FA-D4BD-5F9A-6B4D8FDE708B}"/>
                    </a:ext>
                  </a:extLst>
                </p14:cNvPr>
                <p14:cNvContentPartPr/>
                <p14:nvPr/>
              </p14:nvContentPartPr>
              <p14:xfrm>
                <a:off x="9161963" y="4340197"/>
                <a:ext cx="25200" cy="278640"/>
              </p14:xfrm>
            </p:contentPart>
          </mc:Choice>
          <mc:Fallback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690F6AD2-88FA-D4BD-5F9A-6B4D8FDE708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125963" y="4304557"/>
                  <a:ext cx="9684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B9D15B70-EEF8-E178-EEB4-ABD3CF1EA8C5}"/>
                    </a:ext>
                  </a:extLst>
                </p14:cNvPr>
                <p14:cNvContentPartPr/>
                <p14:nvPr/>
              </p14:nvContentPartPr>
              <p14:xfrm>
                <a:off x="9172763" y="4226437"/>
                <a:ext cx="873720" cy="847440"/>
              </p14:xfrm>
            </p:contentPart>
          </mc:Choice>
          <mc:Fallback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B9D15B70-EEF8-E178-EEB4-ABD3CF1EA8C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137123" y="4190797"/>
                  <a:ext cx="945360" cy="9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52D58C73-F5F4-1BA6-6F25-232CE301F5D9}"/>
                    </a:ext>
                  </a:extLst>
                </p14:cNvPr>
                <p14:cNvContentPartPr/>
                <p14:nvPr/>
              </p14:nvContentPartPr>
              <p14:xfrm>
                <a:off x="9183923" y="4399597"/>
                <a:ext cx="59760" cy="608400"/>
              </p14:xfrm>
            </p:contentPart>
          </mc:Choice>
          <mc:Fallback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52D58C73-F5F4-1BA6-6F25-232CE301F5D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148283" y="4363597"/>
                  <a:ext cx="131400" cy="68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7803484D-0636-7887-2E2B-C0AA41EF8207}"/>
                    </a:ext>
                  </a:extLst>
                </p14:cNvPr>
                <p14:cNvContentPartPr/>
                <p14:nvPr/>
              </p14:nvContentPartPr>
              <p14:xfrm>
                <a:off x="9232163" y="5041477"/>
                <a:ext cx="810000" cy="29520"/>
              </p14:xfrm>
            </p:contentPart>
          </mc:Choice>
          <mc:Fallback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7803484D-0636-7887-2E2B-C0AA41EF820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196163" y="5005837"/>
                  <a:ext cx="8816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5C35B01C-FA9B-37AF-1524-A92ABF28C614}"/>
                    </a:ext>
                  </a:extLst>
                </p14:cNvPr>
                <p14:cNvContentPartPr/>
                <p14:nvPr/>
              </p14:nvContentPartPr>
              <p14:xfrm>
                <a:off x="9314243" y="4556917"/>
                <a:ext cx="76680" cy="87840"/>
              </p14:xfrm>
            </p:contentPart>
          </mc:Choice>
          <mc:Fallback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5C35B01C-FA9B-37AF-1524-A92ABF28C61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278243" y="4520917"/>
                  <a:ext cx="1483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0102A4E2-DDAC-3DF7-4DD0-CB41B5CE2B5E}"/>
                    </a:ext>
                  </a:extLst>
                </p14:cNvPr>
                <p14:cNvContentPartPr/>
                <p14:nvPr/>
              </p14:nvContentPartPr>
              <p14:xfrm>
                <a:off x="9336563" y="4679317"/>
                <a:ext cx="61200" cy="108000"/>
              </p14:xfrm>
            </p:contentPart>
          </mc:Choice>
          <mc:Fallback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0102A4E2-DDAC-3DF7-4DD0-CB41B5CE2B5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300923" y="4643677"/>
                  <a:ext cx="1328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44BBB535-6DA4-4074-52B7-CC46A035140C}"/>
                    </a:ext>
                  </a:extLst>
                </p14:cNvPr>
                <p14:cNvContentPartPr/>
                <p14:nvPr/>
              </p14:nvContentPartPr>
              <p14:xfrm>
                <a:off x="9436643" y="4594717"/>
                <a:ext cx="84240" cy="65520"/>
              </p14:xfrm>
            </p:contentPart>
          </mc:Choice>
          <mc:Fallback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44BBB535-6DA4-4074-52B7-CC46A035140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401003" y="4559077"/>
                  <a:ext cx="1558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68AEF2F0-8281-D7F0-D24B-877D12954691}"/>
                    </a:ext>
                  </a:extLst>
                </p14:cNvPr>
                <p14:cNvContentPartPr/>
                <p14:nvPr/>
              </p14:nvContentPartPr>
              <p14:xfrm>
                <a:off x="9547523" y="4574197"/>
                <a:ext cx="1440" cy="100440"/>
              </p14:xfrm>
            </p:contentPart>
          </mc:Choice>
          <mc:Fallback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68AEF2F0-8281-D7F0-D24B-877D1295469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511883" y="4538197"/>
                  <a:ext cx="730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C9BF40A6-8AF3-3C33-D008-CCCB8F01EA55}"/>
                    </a:ext>
                  </a:extLst>
                </p14:cNvPr>
                <p14:cNvContentPartPr/>
                <p14:nvPr/>
              </p14:nvContentPartPr>
              <p14:xfrm>
                <a:off x="9480203" y="4704877"/>
                <a:ext cx="46800" cy="78120"/>
              </p14:xfrm>
            </p:contentPart>
          </mc:Choice>
          <mc:Fallback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C9BF40A6-8AF3-3C33-D008-CCCB8F01EA5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444203" y="4668877"/>
                  <a:ext cx="1184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A4BE58B7-CCD5-6C34-E2AB-142674FDE79D}"/>
                    </a:ext>
                  </a:extLst>
                </p14:cNvPr>
                <p14:cNvContentPartPr/>
                <p14:nvPr/>
              </p14:nvContentPartPr>
              <p14:xfrm>
                <a:off x="9597563" y="4604797"/>
                <a:ext cx="64080" cy="74880"/>
              </p14:xfrm>
            </p:contentPart>
          </mc:Choice>
          <mc:Fallback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A4BE58B7-CCD5-6C34-E2AB-142674FDE79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561563" y="4568797"/>
                  <a:ext cx="13572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71E2EA67-2528-8037-4286-FB1846C003FD}"/>
                    </a:ext>
                  </a:extLst>
                </p14:cNvPr>
                <p14:cNvContentPartPr/>
                <p14:nvPr/>
              </p14:nvContentPartPr>
              <p14:xfrm>
                <a:off x="9681803" y="4544677"/>
                <a:ext cx="15840" cy="154440"/>
              </p14:xfrm>
            </p:contentPart>
          </mc:Choice>
          <mc:Fallback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71E2EA67-2528-8037-4286-FB1846C003F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645803" y="4508677"/>
                  <a:ext cx="8748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6AD85A03-D06A-B202-12DF-E327221EE46C}"/>
                    </a:ext>
                  </a:extLst>
                </p14:cNvPr>
                <p14:cNvContentPartPr/>
                <p14:nvPr/>
              </p14:nvContentPartPr>
              <p14:xfrm>
                <a:off x="4691123" y="3225277"/>
                <a:ext cx="3027960" cy="48600"/>
              </p14:xfrm>
            </p:contentPart>
          </mc:Choice>
          <mc:Fallback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6AD85A03-D06A-B202-12DF-E327221EE46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655483" y="3189637"/>
                  <a:ext cx="30996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12996DA0-F054-6C11-5FC5-032D27144C4F}"/>
                    </a:ext>
                  </a:extLst>
                </p14:cNvPr>
                <p14:cNvContentPartPr/>
                <p14:nvPr/>
              </p14:nvContentPartPr>
              <p14:xfrm>
                <a:off x="8000243" y="3235357"/>
                <a:ext cx="15480" cy="16560"/>
              </p14:xfrm>
            </p:contentPart>
          </mc:Choice>
          <mc:Fallback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12996DA0-F054-6C11-5FC5-032D27144C4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964603" y="3199357"/>
                  <a:ext cx="871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E40525E2-7CD8-2A3B-8E99-1BEFA7D25115}"/>
                    </a:ext>
                  </a:extLst>
                </p14:cNvPr>
                <p14:cNvContentPartPr/>
                <p14:nvPr/>
              </p14:nvContentPartPr>
              <p14:xfrm>
                <a:off x="3944843" y="3231037"/>
                <a:ext cx="655560" cy="364320"/>
              </p14:xfrm>
            </p:contentPart>
          </mc:Choice>
          <mc:Fallback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E40525E2-7CD8-2A3B-8E99-1BEFA7D2511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908843" y="3195037"/>
                  <a:ext cx="72720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ABE6B4AD-2365-90A9-394B-EA4B3C7D0A59}"/>
                    </a:ext>
                  </a:extLst>
                </p14:cNvPr>
                <p14:cNvContentPartPr/>
                <p14:nvPr/>
              </p14:nvContentPartPr>
              <p14:xfrm>
                <a:off x="4594283" y="3533437"/>
                <a:ext cx="86760" cy="124200"/>
              </p14:xfrm>
            </p:contentPart>
          </mc:Choice>
          <mc:Fallback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ABE6B4AD-2365-90A9-394B-EA4B3C7D0A5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558283" y="3497797"/>
                  <a:ext cx="15840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2A0BD41C-2945-3FEA-EDA7-923B12297F76}"/>
                    </a:ext>
                  </a:extLst>
                </p14:cNvPr>
                <p14:cNvContentPartPr/>
                <p14:nvPr/>
              </p14:nvContentPartPr>
              <p14:xfrm>
                <a:off x="4814603" y="3541357"/>
                <a:ext cx="105840" cy="111960"/>
              </p14:xfrm>
            </p:contentPart>
          </mc:Choice>
          <mc:Fallback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2A0BD41C-2945-3FEA-EDA7-923B12297F7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778963" y="3505717"/>
                  <a:ext cx="1774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A6D77276-0AD7-3C04-AB5D-DBDBA70EA80A}"/>
                    </a:ext>
                  </a:extLst>
                </p14:cNvPr>
                <p14:cNvContentPartPr/>
                <p14:nvPr/>
              </p14:nvContentPartPr>
              <p14:xfrm>
                <a:off x="4956083" y="3506797"/>
                <a:ext cx="15480" cy="160560"/>
              </p14:xfrm>
            </p:contentPart>
          </mc:Choice>
          <mc:Fallback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A6D77276-0AD7-3C04-AB5D-DBDBA70EA80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920083" y="3471157"/>
                  <a:ext cx="871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427C7639-6F90-E882-38EF-6E20E6486F9F}"/>
                    </a:ext>
                  </a:extLst>
                </p14:cNvPr>
                <p14:cNvContentPartPr/>
                <p14:nvPr/>
              </p14:nvContentPartPr>
              <p14:xfrm>
                <a:off x="5005043" y="3519397"/>
                <a:ext cx="81720" cy="78840"/>
              </p14:xfrm>
            </p:contentPart>
          </mc:Choice>
          <mc:Fallback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427C7639-6F90-E882-38EF-6E20E6486F9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969043" y="3483397"/>
                  <a:ext cx="15336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잉크 53">
                  <a:extLst>
                    <a:ext uri="{FF2B5EF4-FFF2-40B4-BE49-F238E27FC236}">
                      <a16:creationId xmlns:a16="http://schemas.microsoft.com/office/drawing/2014/main" id="{CE0E365A-EAAD-CB85-9FED-C90AE516A92F}"/>
                    </a:ext>
                  </a:extLst>
                </p14:cNvPr>
                <p14:cNvContentPartPr/>
                <p14:nvPr/>
              </p14:nvContentPartPr>
              <p14:xfrm>
                <a:off x="5102603" y="3503917"/>
                <a:ext cx="33840" cy="95400"/>
              </p14:xfrm>
            </p:contentPart>
          </mc:Choice>
          <mc:Fallback>
            <p:pic>
              <p:nvPicPr>
                <p:cNvPr id="54" name="잉크 53">
                  <a:extLst>
                    <a:ext uri="{FF2B5EF4-FFF2-40B4-BE49-F238E27FC236}">
                      <a16:creationId xmlns:a16="http://schemas.microsoft.com/office/drawing/2014/main" id="{CE0E365A-EAAD-CB85-9FED-C90AE516A92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066603" y="3468277"/>
                  <a:ext cx="1054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잉크 54">
                  <a:extLst>
                    <a:ext uri="{FF2B5EF4-FFF2-40B4-BE49-F238E27FC236}">
                      <a16:creationId xmlns:a16="http://schemas.microsoft.com/office/drawing/2014/main" id="{7AEDD352-49FC-6A8E-EFBC-7B67F5748596}"/>
                    </a:ext>
                  </a:extLst>
                </p14:cNvPr>
                <p14:cNvContentPartPr/>
                <p14:nvPr/>
              </p14:nvContentPartPr>
              <p14:xfrm>
                <a:off x="5032763" y="3630997"/>
                <a:ext cx="61920" cy="92160"/>
              </p14:xfrm>
            </p:contentPart>
          </mc:Choice>
          <mc:Fallback>
            <p:pic>
              <p:nvPicPr>
                <p:cNvPr id="55" name="잉크 54">
                  <a:extLst>
                    <a:ext uri="{FF2B5EF4-FFF2-40B4-BE49-F238E27FC236}">
                      <a16:creationId xmlns:a16="http://schemas.microsoft.com/office/drawing/2014/main" id="{7AEDD352-49FC-6A8E-EFBC-7B67F574859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997123" y="3595357"/>
                  <a:ext cx="1335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잉크 55">
                  <a:extLst>
                    <a:ext uri="{FF2B5EF4-FFF2-40B4-BE49-F238E27FC236}">
                      <a16:creationId xmlns:a16="http://schemas.microsoft.com/office/drawing/2014/main" id="{86F64F00-2BF1-07DB-2B50-8A5A2D2A29E8}"/>
                    </a:ext>
                  </a:extLst>
                </p14:cNvPr>
                <p14:cNvContentPartPr/>
                <p14:nvPr/>
              </p14:nvContentPartPr>
              <p14:xfrm>
                <a:off x="5166323" y="3532717"/>
                <a:ext cx="89280" cy="110880"/>
              </p14:xfrm>
            </p:contentPart>
          </mc:Choice>
          <mc:Fallback>
            <p:pic>
              <p:nvPicPr>
                <p:cNvPr id="56" name="잉크 55">
                  <a:extLst>
                    <a:ext uri="{FF2B5EF4-FFF2-40B4-BE49-F238E27FC236}">
                      <a16:creationId xmlns:a16="http://schemas.microsoft.com/office/drawing/2014/main" id="{86F64F00-2BF1-07DB-2B50-8A5A2D2A29E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130323" y="3496717"/>
                  <a:ext cx="1609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잉크 56">
                  <a:extLst>
                    <a:ext uri="{FF2B5EF4-FFF2-40B4-BE49-F238E27FC236}">
                      <a16:creationId xmlns:a16="http://schemas.microsoft.com/office/drawing/2014/main" id="{BAF96152-9D1E-12D5-CE68-0A2CC641468A}"/>
                    </a:ext>
                  </a:extLst>
                </p14:cNvPr>
                <p14:cNvContentPartPr/>
                <p14:nvPr/>
              </p14:nvContentPartPr>
              <p14:xfrm>
                <a:off x="5254883" y="3582037"/>
                <a:ext cx="41400" cy="10080"/>
              </p14:xfrm>
            </p:contentPart>
          </mc:Choice>
          <mc:Fallback>
            <p:pic>
              <p:nvPicPr>
                <p:cNvPr id="57" name="잉크 56">
                  <a:extLst>
                    <a:ext uri="{FF2B5EF4-FFF2-40B4-BE49-F238E27FC236}">
                      <a16:creationId xmlns:a16="http://schemas.microsoft.com/office/drawing/2014/main" id="{BAF96152-9D1E-12D5-CE68-0A2CC641468A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218883" y="3546037"/>
                  <a:ext cx="1130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A539A0DB-959C-81F4-6BB3-E632ADDA5F8A}"/>
                    </a:ext>
                  </a:extLst>
                </p14:cNvPr>
                <p14:cNvContentPartPr/>
                <p14:nvPr/>
              </p14:nvContentPartPr>
              <p14:xfrm>
                <a:off x="5296643" y="3549277"/>
                <a:ext cx="7920" cy="94680"/>
              </p14:xfrm>
            </p:contentPart>
          </mc:Choice>
          <mc:Fallback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A539A0DB-959C-81F4-6BB3-E632ADDA5F8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261003" y="3513637"/>
                  <a:ext cx="795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B310F6C4-DA8C-8F48-BF86-11B0248B5DA0}"/>
                    </a:ext>
                  </a:extLst>
                </p14:cNvPr>
                <p14:cNvContentPartPr/>
                <p14:nvPr/>
              </p14:nvContentPartPr>
              <p14:xfrm>
                <a:off x="5214923" y="3666997"/>
                <a:ext cx="67680" cy="74520"/>
              </p14:xfrm>
            </p:contentPart>
          </mc:Choice>
          <mc:Fallback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B310F6C4-DA8C-8F48-BF86-11B0248B5DA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179283" y="3631357"/>
                  <a:ext cx="1393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74BD05DF-E57D-95AE-5772-FF3487153EB8}"/>
                    </a:ext>
                  </a:extLst>
                </p14:cNvPr>
                <p14:cNvContentPartPr/>
                <p14:nvPr/>
              </p14:nvContentPartPr>
              <p14:xfrm>
                <a:off x="5425883" y="3558277"/>
                <a:ext cx="78480" cy="98640"/>
              </p14:xfrm>
            </p:contentPart>
          </mc:Choice>
          <mc:Fallback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74BD05DF-E57D-95AE-5772-FF3487153EB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390243" y="3522277"/>
                  <a:ext cx="1501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잉크 60">
                  <a:extLst>
                    <a:ext uri="{FF2B5EF4-FFF2-40B4-BE49-F238E27FC236}">
                      <a16:creationId xmlns:a16="http://schemas.microsoft.com/office/drawing/2014/main" id="{2CB5A737-D55A-B92D-6699-10081D20A055}"/>
                    </a:ext>
                  </a:extLst>
                </p14:cNvPr>
                <p14:cNvContentPartPr/>
                <p14:nvPr/>
              </p14:nvContentPartPr>
              <p14:xfrm>
                <a:off x="5548283" y="3537757"/>
                <a:ext cx="4320" cy="87480"/>
              </p14:xfrm>
            </p:contentPart>
          </mc:Choice>
          <mc:Fallback>
            <p:pic>
              <p:nvPicPr>
                <p:cNvPr id="61" name="잉크 60">
                  <a:extLst>
                    <a:ext uri="{FF2B5EF4-FFF2-40B4-BE49-F238E27FC236}">
                      <a16:creationId xmlns:a16="http://schemas.microsoft.com/office/drawing/2014/main" id="{2CB5A737-D55A-B92D-6699-10081D20A05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512643" y="3501757"/>
                  <a:ext cx="7596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잉크 61">
                  <a:extLst>
                    <a:ext uri="{FF2B5EF4-FFF2-40B4-BE49-F238E27FC236}">
                      <a16:creationId xmlns:a16="http://schemas.microsoft.com/office/drawing/2014/main" id="{72C96669-E52B-E2AE-C882-0B3023C85F0A}"/>
                    </a:ext>
                  </a:extLst>
                </p14:cNvPr>
                <p14:cNvContentPartPr/>
                <p14:nvPr/>
              </p14:nvContentPartPr>
              <p14:xfrm>
                <a:off x="5493203" y="3678517"/>
                <a:ext cx="50040" cy="42120"/>
              </p14:xfrm>
            </p:contentPart>
          </mc:Choice>
          <mc:Fallback>
            <p:pic>
              <p:nvPicPr>
                <p:cNvPr id="62" name="잉크 61">
                  <a:extLst>
                    <a:ext uri="{FF2B5EF4-FFF2-40B4-BE49-F238E27FC236}">
                      <a16:creationId xmlns:a16="http://schemas.microsoft.com/office/drawing/2014/main" id="{72C96669-E52B-E2AE-C882-0B3023C85F0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457203" y="3642877"/>
                  <a:ext cx="1216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잉크 62">
                  <a:extLst>
                    <a:ext uri="{FF2B5EF4-FFF2-40B4-BE49-F238E27FC236}">
                      <a16:creationId xmlns:a16="http://schemas.microsoft.com/office/drawing/2014/main" id="{DB3840D1-66C7-370E-E3A1-BEAF32D96C60}"/>
                    </a:ext>
                  </a:extLst>
                </p14:cNvPr>
                <p14:cNvContentPartPr/>
                <p14:nvPr/>
              </p14:nvContentPartPr>
              <p14:xfrm>
                <a:off x="5585003" y="3540997"/>
                <a:ext cx="96480" cy="107280"/>
              </p14:xfrm>
            </p:contentPart>
          </mc:Choice>
          <mc:Fallback>
            <p:pic>
              <p:nvPicPr>
                <p:cNvPr id="63" name="잉크 62">
                  <a:extLst>
                    <a:ext uri="{FF2B5EF4-FFF2-40B4-BE49-F238E27FC236}">
                      <a16:creationId xmlns:a16="http://schemas.microsoft.com/office/drawing/2014/main" id="{DB3840D1-66C7-370E-E3A1-BEAF32D96C6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549003" y="3505357"/>
                  <a:ext cx="1681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잉크 63">
                  <a:extLst>
                    <a:ext uri="{FF2B5EF4-FFF2-40B4-BE49-F238E27FC236}">
                      <a16:creationId xmlns:a16="http://schemas.microsoft.com/office/drawing/2014/main" id="{E26B699D-865C-92EB-5C0D-C46137E35C46}"/>
                    </a:ext>
                  </a:extLst>
                </p14:cNvPr>
                <p14:cNvContentPartPr/>
                <p14:nvPr/>
              </p14:nvContentPartPr>
              <p14:xfrm>
                <a:off x="5668523" y="3579157"/>
                <a:ext cx="34200" cy="12600"/>
              </p14:xfrm>
            </p:contentPart>
          </mc:Choice>
          <mc:Fallback>
            <p:pic>
              <p:nvPicPr>
                <p:cNvPr id="64" name="잉크 63">
                  <a:extLst>
                    <a:ext uri="{FF2B5EF4-FFF2-40B4-BE49-F238E27FC236}">
                      <a16:creationId xmlns:a16="http://schemas.microsoft.com/office/drawing/2014/main" id="{E26B699D-865C-92EB-5C0D-C46137E35C4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632523" y="3543157"/>
                  <a:ext cx="1058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잉크 64">
                  <a:extLst>
                    <a:ext uri="{FF2B5EF4-FFF2-40B4-BE49-F238E27FC236}">
                      <a16:creationId xmlns:a16="http://schemas.microsoft.com/office/drawing/2014/main" id="{33896C57-A0A1-0854-611A-59D11EBE4939}"/>
                    </a:ext>
                  </a:extLst>
                </p14:cNvPr>
                <p14:cNvContentPartPr/>
                <p14:nvPr/>
              </p14:nvContentPartPr>
              <p14:xfrm>
                <a:off x="5718563" y="3513997"/>
                <a:ext cx="8640" cy="111960"/>
              </p14:xfrm>
            </p:contentPart>
          </mc:Choice>
          <mc:Fallback>
            <p:pic>
              <p:nvPicPr>
                <p:cNvPr id="65" name="잉크 64">
                  <a:extLst>
                    <a:ext uri="{FF2B5EF4-FFF2-40B4-BE49-F238E27FC236}">
                      <a16:creationId xmlns:a16="http://schemas.microsoft.com/office/drawing/2014/main" id="{33896C57-A0A1-0854-611A-59D11EBE493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682563" y="3477997"/>
                  <a:ext cx="8028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잉크 65">
                  <a:extLst>
                    <a:ext uri="{FF2B5EF4-FFF2-40B4-BE49-F238E27FC236}">
                      <a16:creationId xmlns:a16="http://schemas.microsoft.com/office/drawing/2014/main" id="{0AB87128-0379-2B59-157B-0F6CE72FBA51}"/>
                    </a:ext>
                  </a:extLst>
                </p14:cNvPr>
                <p14:cNvContentPartPr/>
                <p14:nvPr/>
              </p14:nvContentPartPr>
              <p14:xfrm>
                <a:off x="5640443" y="3666997"/>
                <a:ext cx="61200" cy="51480"/>
              </p14:xfrm>
            </p:contentPart>
          </mc:Choice>
          <mc:Fallback>
            <p:pic>
              <p:nvPicPr>
                <p:cNvPr id="66" name="잉크 65">
                  <a:extLst>
                    <a:ext uri="{FF2B5EF4-FFF2-40B4-BE49-F238E27FC236}">
                      <a16:creationId xmlns:a16="http://schemas.microsoft.com/office/drawing/2014/main" id="{0AB87128-0379-2B59-157B-0F6CE72FBA5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604803" y="3631357"/>
                  <a:ext cx="1328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잉크 66">
                  <a:extLst>
                    <a:ext uri="{FF2B5EF4-FFF2-40B4-BE49-F238E27FC236}">
                      <a16:creationId xmlns:a16="http://schemas.microsoft.com/office/drawing/2014/main" id="{8D20DA4D-4843-FB0A-33FE-A92C84FCD7A5}"/>
                    </a:ext>
                  </a:extLst>
                </p14:cNvPr>
                <p14:cNvContentPartPr/>
                <p14:nvPr/>
              </p14:nvContentPartPr>
              <p14:xfrm>
                <a:off x="5780123" y="3552877"/>
                <a:ext cx="91800" cy="118800"/>
              </p14:xfrm>
            </p:contentPart>
          </mc:Choice>
          <mc:Fallback>
            <p:pic>
              <p:nvPicPr>
                <p:cNvPr id="67" name="잉크 66">
                  <a:extLst>
                    <a:ext uri="{FF2B5EF4-FFF2-40B4-BE49-F238E27FC236}">
                      <a16:creationId xmlns:a16="http://schemas.microsoft.com/office/drawing/2014/main" id="{8D20DA4D-4843-FB0A-33FE-A92C84FCD7A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744123" y="3517237"/>
                  <a:ext cx="1634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잉크 67">
                  <a:extLst>
                    <a:ext uri="{FF2B5EF4-FFF2-40B4-BE49-F238E27FC236}">
                      <a16:creationId xmlns:a16="http://schemas.microsoft.com/office/drawing/2014/main" id="{2FE588A0-7B55-67A3-BB26-20899A32A89D}"/>
                    </a:ext>
                  </a:extLst>
                </p14:cNvPr>
                <p14:cNvContentPartPr/>
                <p14:nvPr/>
              </p14:nvContentPartPr>
              <p14:xfrm>
                <a:off x="5823323" y="3612997"/>
                <a:ext cx="30600" cy="5400"/>
              </p14:xfrm>
            </p:contentPart>
          </mc:Choice>
          <mc:Fallback>
            <p:pic>
              <p:nvPicPr>
                <p:cNvPr id="68" name="잉크 67">
                  <a:extLst>
                    <a:ext uri="{FF2B5EF4-FFF2-40B4-BE49-F238E27FC236}">
                      <a16:creationId xmlns:a16="http://schemas.microsoft.com/office/drawing/2014/main" id="{2FE588A0-7B55-67A3-BB26-20899A32A89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787683" y="3577357"/>
                  <a:ext cx="1022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잉크 68">
                  <a:extLst>
                    <a:ext uri="{FF2B5EF4-FFF2-40B4-BE49-F238E27FC236}">
                      <a16:creationId xmlns:a16="http://schemas.microsoft.com/office/drawing/2014/main" id="{3F6427F9-0DD1-E36F-959F-D4C4025DC135}"/>
                    </a:ext>
                  </a:extLst>
                </p14:cNvPr>
                <p14:cNvContentPartPr/>
                <p14:nvPr/>
              </p14:nvContentPartPr>
              <p14:xfrm>
                <a:off x="5899283" y="3591397"/>
                <a:ext cx="23400" cy="720"/>
              </p14:xfrm>
            </p:contentPart>
          </mc:Choice>
          <mc:Fallback>
            <p:pic>
              <p:nvPicPr>
                <p:cNvPr id="69" name="잉크 68">
                  <a:extLst>
                    <a:ext uri="{FF2B5EF4-FFF2-40B4-BE49-F238E27FC236}">
                      <a16:creationId xmlns:a16="http://schemas.microsoft.com/office/drawing/2014/main" id="{3F6427F9-0DD1-E36F-959F-D4C4025DC13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863643" y="3555397"/>
                  <a:ext cx="950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잉크 69">
                  <a:extLst>
                    <a:ext uri="{FF2B5EF4-FFF2-40B4-BE49-F238E27FC236}">
                      <a16:creationId xmlns:a16="http://schemas.microsoft.com/office/drawing/2014/main" id="{09D58926-1F42-3A99-BA00-B2E44209B569}"/>
                    </a:ext>
                  </a:extLst>
                </p14:cNvPr>
                <p14:cNvContentPartPr/>
                <p14:nvPr/>
              </p14:nvContentPartPr>
              <p14:xfrm>
                <a:off x="5930243" y="3547477"/>
                <a:ext cx="17640" cy="104400"/>
              </p14:xfrm>
            </p:contentPart>
          </mc:Choice>
          <mc:Fallback>
            <p:pic>
              <p:nvPicPr>
                <p:cNvPr id="70" name="잉크 69">
                  <a:extLst>
                    <a:ext uri="{FF2B5EF4-FFF2-40B4-BE49-F238E27FC236}">
                      <a16:creationId xmlns:a16="http://schemas.microsoft.com/office/drawing/2014/main" id="{09D58926-1F42-3A99-BA00-B2E44209B56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894603" y="3511477"/>
                  <a:ext cx="8928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잉크 70">
                  <a:extLst>
                    <a:ext uri="{FF2B5EF4-FFF2-40B4-BE49-F238E27FC236}">
                      <a16:creationId xmlns:a16="http://schemas.microsoft.com/office/drawing/2014/main" id="{5B6E6ECC-D8CD-2F58-8F63-CC4D28F55C06}"/>
                    </a:ext>
                  </a:extLst>
                </p14:cNvPr>
                <p14:cNvContentPartPr/>
                <p14:nvPr/>
              </p14:nvContentPartPr>
              <p14:xfrm>
                <a:off x="5996843" y="3548917"/>
                <a:ext cx="74160" cy="55800"/>
              </p14:xfrm>
            </p:contentPart>
          </mc:Choice>
          <mc:Fallback>
            <p:pic>
              <p:nvPicPr>
                <p:cNvPr id="71" name="잉크 70">
                  <a:extLst>
                    <a:ext uri="{FF2B5EF4-FFF2-40B4-BE49-F238E27FC236}">
                      <a16:creationId xmlns:a16="http://schemas.microsoft.com/office/drawing/2014/main" id="{5B6E6ECC-D8CD-2F58-8F63-CC4D28F55C0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961203" y="3513277"/>
                  <a:ext cx="1458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2" name="잉크 71">
                  <a:extLst>
                    <a:ext uri="{FF2B5EF4-FFF2-40B4-BE49-F238E27FC236}">
                      <a16:creationId xmlns:a16="http://schemas.microsoft.com/office/drawing/2014/main" id="{3E592682-E2F3-35F2-DAA5-0045E25FB894}"/>
                    </a:ext>
                  </a:extLst>
                </p14:cNvPr>
                <p14:cNvContentPartPr/>
                <p14:nvPr/>
              </p14:nvContentPartPr>
              <p14:xfrm>
                <a:off x="6010883" y="3633517"/>
                <a:ext cx="53640" cy="2160"/>
              </p14:xfrm>
            </p:contentPart>
          </mc:Choice>
          <mc:Fallback>
            <p:pic>
              <p:nvPicPr>
                <p:cNvPr id="72" name="잉크 71">
                  <a:extLst>
                    <a:ext uri="{FF2B5EF4-FFF2-40B4-BE49-F238E27FC236}">
                      <a16:creationId xmlns:a16="http://schemas.microsoft.com/office/drawing/2014/main" id="{3E592682-E2F3-35F2-DAA5-0045E25FB89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974883" y="3597877"/>
                  <a:ext cx="12528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3" name="잉크 72">
                  <a:extLst>
                    <a:ext uri="{FF2B5EF4-FFF2-40B4-BE49-F238E27FC236}">
                      <a16:creationId xmlns:a16="http://schemas.microsoft.com/office/drawing/2014/main" id="{C69433CD-0890-E125-CDE9-1AB438D5BF7D}"/>
                    </a:ext>
                  </a:extLst>
                </p14:cNvPr>
                <p14:cNvContentPartPr/>
                <p14:nvPr/>
              </p14:nvContentPartPr>
              <p14:xfrm>
                <a:off x="6027083" y="3650077"/>
                <a:ext cx="77760" cy="73440"/>
              </p14:xfrm>
            </p:contentPart>
          </mc:Choice>
          <mc:Fallback>
            <p:pic>
              <p:nvPicPr>
                <p:cNvPr id="73" name="잉크 72">
                  <a:extLst>
                    <a:ext uri="{FF2B5EF4-FFF2-40B4-BE49-F238E27FC236}">
                      <a16:creationId xmlns:a16="http://schemas.microsoft.com/office/drawing/2014/main" id="{C69433CD-0890-E125-CDE9-1AB438D5BF7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991083" y="3614077"/>
                  <a:ext cx="1494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잉크 74">
                  <a:extLst>
                    <a:ext uri="{FF2B5EF4-FFF2-40B4-BE49-F238E27FC236}">
                      <a16:creationId xmlns:a16="http://schemas.microsoft.com/office/drawing/2014/main" id="{1C73E980-B1EB-3B09-CE25-E992F4EB2D54}"/>
                    </a:ext>
                  </a:extLst>
                </p14:cNvPr>
                <p14:cNvContentPartPr/>
                <p14:nvPr/>
              </p14:nvContentPartPr>
              <p14:xfrm>
                <a:off x="6207083" y="3523357"/>
                <a:ext cx="76320" cy="83160"/>
              </p14:xfrm>
            </p:contentPart>
          </mc:Choice>
          <mc:Fallback>
            <p:pic>
              <p:nvPicPr>
                <p:cNvPr id="75" name="잉크 74">
                  <a:extLst>
                    <a:ext uri="{FF2B5EF4-FFF2-40B4-BE49-F238E27FC236}">
                      <a16:creationId xmlns:a16="http://schemas.microsoft.com/office/drawing/2014/main" id="{1C73E980-B1EB-3B09-CE25-E992F4EB2D5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171443" y="3487357"/>
                  <a:ext cx="1479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6" name="잉크 75">
                  <a:extLst>
                    <a:ext uri="{FF2B5EF4-FFF2-40B4-BE49-F238E27FC236}">
                      <a16:creationId xmlns:a16="http://schemas.microsoft.com/office/drawing/2014/main" id="{662D0B5B-7088-5F1E-D22B-B049E5E8740C}"/>
                    </a:ext>
                  </a:extLst>
                </p14:cNvPr>
                <p14:cNvContentPartPr/>
                <p14:nvPr/>
              </p14:nvContentPartPr>
              <p14:xfrm>
                <a:off x="6188003" y="3609757"/>
                <a:ext cx="97920" cy="28440"/>
              </p14:xfrm>
            </p:contentPart>
          </mc:Choice>
          <mc:Fallback>
            <p:pic>
              <p:nvPicPr>
                <p:cNvPr id="76" name="잉크 75">
                  <a:extLst>
                    <a:ext uri="{FF2B5EF4-FFF2-40B4-BE49-F238E27FC236}">
                      <a16:creationId xmlns:a16="http://schemas.microsoft.com/office/drawing/2014/main" id="{662D0B5B-7088-5F1E-D22B-B049E5E8740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152363" y="3573757"/>
                  <a:ext cx="1695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7" name="잉크 76">
                  <a:extLst>
                    <a:ext uri="{FF2B5EF4-FFF2-40B4-BE49-F238E27FC236}">
                      <a16:creationId xmlns:a16="http://schemas.microsoft.com/office/drawing/2014/main" id="{0E225AFB-2D1E-D4F9-2B31-B78C1744AC08}"/>
                    </a:ext>
                  </a:extLst>
                </p14:cNvPr>
                <p14:cNvContentPartPr/>
                <p14:nvPr/>
              </p14:nvContentPartPr>
              <p14:xfrm>
                <a:off x="6240923" y="3656917"/>
                <a:ext cx="4680" cy="49320"/>
              </p14:xfrm>
            </p:contentPart>
          </mc:Choice>
          <mc:Fallback>
            <p:pic>
              <p:nvPicPr>
                <p:cNvPr id="77" name="잉크 76">
                  <a:extLst>
                    <a:ext uri="{FF2B5EF4-FFF2-40B4-BE49-F238E27FC236}">
                      <a16:creationId xmlns:a16="http://schemas.microsoft.com/office/drawing/2014/main" id="{0E225AFB-2D1E-D4F9-2B31-B78C1744AC0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205283" y="3621277"/>
                  <a:ext cx="763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8" name="잉크 77">
                  <a:extLst>
                    <a:ext uri="{FF2B5EF4-FFF2-40B4-BE49-F238E27FC236}">
                      <a16:creationId xmlns:a16="http://schemas.microsoft.com/office/drawing/2014/main" id="{9615CBA9-E09C-38F8-811A-7D5774F229A9}"/>
                    </a:ext>
                  </a:extLst>
                </p14:cNvPr>
                <p14:cNvContentPartPr/>
                <p14:nvPr/>
              </p14:nvContentPartPr>
              <p14:xfrm>
                <a:off x="6268643" y="3654397"/>
                <a:ext cx="42840" cy="28080"/>
              </p14:xfrm>
            </p:contentPart>
          </mc:Choice>
          <mc:Fallback>
            <p:pic>
              <p:nvPicPr>
                <p:cNvPr id="78" name="잉크 77">
                  <a:extLst>
                    <a:ext uri="{FF2B5EF4-FFF2-40B4-BE49-F238E27FC236}">
                      <a16:creationId xmlns:a16="http://schemas.microsoft.com/office/drawing/2014/main" id="{9615CBA9-E09C-38F8-811A-7D5774F229A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233003" y="3618757"/>
                  <a:ext cx="1144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9" name="잉크 78">
                  <a:extLst>
                    <a:ext uri="{FF2B5EF4-FFF2-40B4-BE49-F238E27FC236}">
                      <a16:creationId xmlns:a16="http://schemas.microsoft.com/office/drawing/2014/main" id="{7F714F7F-2BB0-FF0A-ECE9-088C42451CB0}"/>
                    </a:ext>
                  </a:extLst>
                </p14:cNvPr>
                <p14:cNvContentPartPr/>
                <p14:nvPr/>
              </p14:nvContentPartPr>
              <p14:xfrm>
                <a:off x="6337763" y="3562597"/>
                <a:ext cx="11880" cy="127440"/>
              </p14:xfrm>
            </p:contentPart>
          </mc:Choice>
          <mc:Fallback>
            <p:pic>
              <p:nvPicPr>
                <p:cNvPr id="79" name="잉크 78">
                  <a:extLst>
                    <a:ext uri="{FF2B5EF4-FFF2-40B4-BE49-F238E27FC236}">
                      <a16:creationId xmlns:a16="http://schemas.microsoft.com/office/drawing/2014/main" id="{7F714F7F-2BB0-FF0A-ECE9-088C42451CB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301763" y="3526957"/>
                  <a:ext cx="835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0" name="잉크 79">
                  <a:extLst>
                    <a:ext uri="{FF2B5EF4-FFF2-40B4-BE49-F238E27FC236}">
                      <a16:creationId xmlns:a16="http://schemas.microsoft.com/office/drawing/2014/main" id="{C0CD1019-1D35-623F-E379-C613C4BFA359}"/>
                    </a:ext>
                  </a:extLst>
                </p14:cNvPr>
                <p14:cNvContentPartPr/>
                <p14:nvPr/>
              </p14:nvContentPartPr>
              <p14:xfrm>
                <a:off x="6286283" y="3739717"/>
                <a:ext cx="47880" cy="28440"/>
              </p14:xfrm>
            </p:contentPart>
          </mc:Choice>
          <mc:Fallback>
            <p:pic>
              <p:nvPicPr>
                <p:cNvPr id="80" name="잉크 79">
                  <a:extLst>
                    <a:ext uri="{FF2B5EF4-FFF2-40B4-BE49-F238E27FC236}">
                      <a16:creationId xmlns:a16="http://schemas.microsoft.com/office/drawing/2014/main" id="{C0CD1019-1D35-623F-E379-C613C4BFA359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250643" y="3704077"/>
                  <a:ext cx="1195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1" name="잉크 80">
                  <a:extLst>
                    <a:ext uri="{FF2B5EF4-FFF2-40B4-BE49-F238E27FC236}">
                      <a16:creationId xmlns:a16="http://schemas.microsoft.com/office/drawing/2014/main" id="{B6517AC8-0928-7611-0BE1-7147A85F7315}"/>
                    </a:ext>
                  </a:extLst>
                </p14:cNvPr>
                <p14:cNvContentPartPr/>
                <p14:nvPr/>
              </p14:nvContentPartPr>
              <p14:xfrm>
                <a:off x="6386363" y="3557557"/>
                <a:ext cx="84600" cy="113400"/>
              </p14:xfrm>
            </p:contentPart>
          </mc:Choice>
          <mc:Fallback>
            <p:pic>
              <p:nvPicPr>
                <p:cNvPr id="81" name="잉크 80">
                  <a:extLst>
                    <a:ext uri="{FF2B5EF4-FFF2-40B4-BE49-F238E27FC236}">
                      <a16:creationId xmlns:a16="http://schemas.microsoft.com/office/drawing/2014/main" id="{B6517AC8-0928-7611-0BE1-7147A85F731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350723" y="3521917"/>
                  <a:ext cx="15624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2" name="잉크 81">
                  <a:extLst>
                    <a:ext uri="{FF2B5EF4-FFF2-40B4-BE49-F238E27FC236}">
                      <a16:creationId xmlns:a16="http://schemas.microsoft.com/office/drawing/2014/main" id="{7B47648F-DF54-5605-9CB3-07394221C0F9}"/>
                    </a:ext>
                  </a:extLst>
                </p14:cNvPr>
                <p14:cNvContentPartPr/>
                <p14:nvPr/>
              </p14:nvContentPartPr>
              <p14:xfrm>
                <a:off x="6488243" y="3539557"/>
                <a:ext cx="9360" cy="103320"/>
              </p14:xfrm>
            </p:contentPart>
          </mc:Choice>
          <mc:Fallback>
            <p:pic>
              <p:nvPicPr>
                <p:cNvPr id="82" name="잉크 81">
                  <a:extLst>
                    <a:ext uri="{FF2B5EF4-FFF2-40B4-BE49-F238E27FC236}">
                      <a16:creationId xmlns:a16="http://schemas.microsoft.com/office/drawing/2014/main" id="{7B47648F-DF54-5605-9CB3-07394221C0F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452243" y="3503917"/>
                  <a:ext cx="810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3" name="잉크 82">
                  <a:extLst>
                    <a:ext uri="{FF2B5EF4-FFF2-40B4-BE49-F238E27FC236}">
                      <a16:creationId xmlns:a16="http://schemas.microsoft.com/office/drawing/2014/main" id="{8EAA8D7E-EBBA-44C8-81A6-EF40CAD03DD1}"/>
                    </a:ext>
                  </a:extLst>
                </p14:cNvPr>
                <p14:cNvContentPartPr/>
                <p14:nvPr/>
              </p14:nvContentPartPr>
              <p14:xfrm>
                <a:off x="6496523" y="3583477"/>
                <a:ext cx="39240" cy="43920"/>
              </p14:xfrm>
            </p:contentPart>
          </mc:Choice>
          <mc:Fallback>
            <p:pic>
              <p:nvPicPr>
                <p:cNvPr id="83" name="잉크 82">
                  <a:extLst>
                    <a:ext uri="{FF2B5EF4-FFF2-40B4-BE49-F238E27FC236}">
                      <a16:creationId xmlns:a16="http://schemas.microsoft.com/office/drawing/2014/main" id="{8EAA8D7E-EBBA-44C8-81A6-EF40CAD03DD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460523" y="3547477"/>
                  <a:ext cx="1108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4" name="잉크 83">
                  <a:extLst>
                    <a:ext uri="{FF2B5EF4-FFF2-40B4-BE49-F238E27FC236}">
                      <a16:creationId xmlns:a16="http://schemas.microsoft.com/office/drawing/2014/main" id="{694517F9-3F7D-5031-A5AC-754CE8B17EEE}"/>
                    </a:ext>
                  </a:extLst>
                </p14:cNvPr>
                <p14:cNvContentPartPr/>
                <p14:nvPr/>
              </p14:nvContentPartPr>
              <p14:xfrm>
                <a:off x="6536483" y="3526597"/>
                <a:ext cx="10080" cy="151200"/>
              </p14:xfrm>
            </p:contentPart>
          </mc:Choice>
          <mc:Fallback>
            <p:pic>
              <p:nvPicPr>
                <p:cNvPr id="84" name="잉크 83">
                  <a:extLst>
                    <a:ext uri="{FF2B5EF4-FFF2-40B4-BE49-F238E27FC236}">
                      <a16:creationId xmlns:a16="http://schemas.microsoft.com/office/drawing/2014/main" id="{694517F9-3F7D-5031-A5AC-754CE8B17EE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500483" y="3490957"/>
                  <a:ext cx="8172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6" name="잉크 85">
                  <a:extLst>
                    <a:ext uri="{FF2B5EF4-FFF2-40B4-BE49-F238E27FC236}">
                      <a16:creationId xmlns:a16="http://schemas.microsoft.com/office/drawing/2014/main" id="{401A200B-9F08-ABCB-1C67-9ADB0E087315}"/>
                    </a:ext>
                  </a:extLst>
                </p14:cNvPr>
                <p14:cNvContentPartPr/>
                <p14:nvPr/>
              </p14:nvContentPartPr>
              <p14:xfrm>
                <a:off x="6704963" y="3496717"/>
                <a:ext cx="99000" cy="121680"/>
              </p14:xfrm>
            </p:contentPart>
          </mc:Choice>
          <mc:Fallback>
            <p:pic>
              <p:nvPicPr>
                <p:cNvPr id="86" name="잉크 85">
                  <a:extLst>
                    <a:ext uri="{FF2B5EF4-FFF2-40B4-BE49-F238E27FC236}">
                      <a16:creationId xmlns:a16="http://schemas.microsoft.com/office/drawing/2014/main" id="{401A200B-9F08-ABCB-1C67-9ADB0E08731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669323" y="3460717"/>
                  <a:ext cx="1706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7" name="잉크 86">
                  <a:extLst>
                    <a:ext uri="{FF2B5EF4-FFF2-40B4-BE49-F238E27FC236}">
                      <a16:creationId xmlns:a16="http://schemas.microsoft.com/office/drawing/2014/main" id="{9C44F630-1499-BCCC-A05F-BB20F29B6A07}"/>
                    </a:ext>
                  </a:extLst>
                </p14:cNvPr>
                <p14:cNvContentPartPr/>
                <p14:nvPr/>
              </p14:nvContentPartPr>
              <p14:xfrm>
                <a:off x="6768683" y="3561157"/>
                <a:ext cx="49320" cy="58320"/>
              </p14:xfrm>
            </p:contentPart>
          </mc:Choice>
          <mc:Fallback>
            <p:pic>
              <p:nvPicPr>
                <p:cNvPr id="87" name="잉크 86">
                  <a:extLst>
                    <a:ext uri="{FF2B5EF4-FFF2-40B4-BE49-F238E27FC236}">
                      <a16:creationId xmlns:a16="http://schemas.microsoft.com/office/drawing/2014/main" id="{9C44F630-1499-BCCC-A05F-BB20F29B6A0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732683" y="3525517"/>
                  <a:ext cx="1209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8" name="잉크 87">
                  <a:extLst>
                    <a:ext uri="{FF2B5EF4-FFF2-40B4-BE49-F238E27FC236}">
                      <a16:creationId xmlns:a16="http://schemas.microsoft.com/office/drawing/2014/main" id="{9C33197F-AAE1-2CF1-03FE-B46BEE1581AA}"/>
                    </a:ext>
                  </a:extLst>
                </p14:cNvPr>
                <p14:cNvContentPartPr/>
                <p14:nvPr/>
              </p14:nvContentPartPr>
              <p14:xfrm>
                <a:off x="6757523" y="3627397"/>
                <a:ext cx="7920" cy="51480"/>
              </p14:xfrm>
            </p:contentPart>
          </mc:Choice>
          <mc:Fallback>
            <p:pic>
              <p:nvPicPr>
                <p:cNvPr id="88" name="잉크 87">
                  <a:extLst>
                    <a:ext uri="{FF2B5EF4-FFF2-40B4-BE49-F238E27FC236}">
                      <a16:creationId xmlns:a16="http://schemas.microsoft.com/office/drawing/2014/main" id="{9C33197F-AAE1-2CF1-03FE-B46BEE1581A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721523" y="3591397"/>
                  <a:ext cx="795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9" name="잉크 88">
                  <a:extLst>
                    <a:ext uri="{FF2B5EF4-FFF2-40B4-BE49-F238E27FC236}">
                      <a16:creationId xmlns:a16="http://schemas.microsoft.com/office/drawing/2014/main" id="{775E406C-C22C-1873-F399-E6032EB1039C}"/>
                    </a:ext>
                  </a:extLst>
                </p14:cNvPr>
                <p14:cNvContentPartPr/>
                <p14:nvPr/>
              </p14:nvContentPartPr>
              <p14:xfrm>
                <a:off x="6738083" y="3672397"/>
                <a:ext cx="74880" cy="18360"/>
              </p14:xfrm>
            </p:contentPart>
          </mc:Choice>
          <mc:Fallback>
            <p:pic>
              <p:nvPicPr>
                <p:cNvPr id="89" name="잉크 88">
                  <a:extLst>
                    <a:ext uri="{FF2B5EF4-FFF2-40B4-BE49-F238E27FC236}">
                      <a16:creationId xmlns:a16="http://schemas.microsoft.com/office/drawing/2014/main" id="{775E406C-C22C-1873-F399-E6032EB1039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702083" y="3636397"/>
                  <a:ext cx="1465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0" name="잉크 89">
                  <a:extLst>
                    <a:ext uri="{FF2B5EF4-FFF2-40B4-BE49-F238E27FC236}">
                      <a16:creationId xmlns:a16="http://schemas.microsoft.com/office/drawing/2014/main" id="{E9F1DD7F-C011-CB51-4417-B76315FA675F}"/>
                    </a:ext>
                  </a:extLst>
                </p14:cNvPr>
                <p14:cNvContentPartPr/>
                <p14:nvPr/>
              </p14:nvContentPartPr>
              <p14:xfrm>
                <a:off x="6766523" y="3711637"/>
                <a:ext cx="58680" cy="43920"/>
              </p14:xfrm>
            </p:contentPart>
          </mc:Choice>
          <mc:Fallback>
            <p:pic>
              <p:nvPicPr>
                <p:cNvPr id="90" name="잉크 89">
                  <a:extLst>
                    <a:ext uri="{FF2B5EF4-FFF2-40B4-BE49-F238E27FC236}">
                      <a16:creationId xmlns:a16="http://schemas.microsoft.com/office/drawing/2014/main" id="{E9F1DD7F-C011-CB51-4417-B76315FA675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730523" y="3675997"/>
                  <a:ext cx="1303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1" name="잉크 90">
                  <a:extLst>
                    <a:ext uri="{FF2B5EF4-FFF2-40B4-BE49-F238E27FC236}">
                      <a16:creationId xmlns:a16="http://schemas.microsoft.com/office/drawing/2014/main" id="{2F9BE482-71E4-593F-537F-28A86CA08C46}"/>
                    </a:ext>
                  </a:extLst>
                </p14:cNvPr>
                <p14:cNvContentPartPr/>
                <p14:nvPr/>
              </p14:nvContentPartPr>
              <p14:xfrm>
                <a:off x="6846083" y="3554317"/>
                <a:ext cx="62640" cy="76320"/>
              </p14:xfrm>
            </p:contentPart>
          </mc:Choice>
          <mc:Fallback>
            <p:pic>
              <p:nvPicPr>
                <p:cNvPr id="91" name="잉크 90">
                  <a:extLst>
                    <a:ext uri="{FF2B5EF4-FFF2-40B4-BE49-F238E27FC236}">
                      <a16:creationId xmlns:a16="http://schemas.microsoft.com/office/drawing/2014/main" id="{2F9BE482-71E4-593F-537F-28A86CA08C4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810443" y="3518677"/>
                  <a:ext cx="13428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2" name="잉크 91">
                  <a:extLst>
                    <a:ext uri="{FF2B5EF4-FFF2-40B4-BE49-F238E27FC236}">
                      <a16:creationId xmlns:a16="http://schemas.microsoft.com/office/drawing/2014/main" id="{C5521334-18A1-DBAD-5F9D-128848F5027A}"/>
                    </a:ext>
                  </a:extLst>
                </p14:cNvPr>
                <p14:cNvContentPartPr/>
                <p14:nvPr/>
              </p14:nvContentPartPr>
              <p14:xfrm>
                <a:off x="6929603" y="3527677"/>
                <a:ext cx="7560" cy="113400"/>
              </p14:xfrm>
            </p:contentPart>
          </mc:Choice>
          <mc:Fallback>
            <p:pic>
              <p:nvPicPr>
                <p:cNvPr id="92" name="잉크 91">
                  <a:extLst>
                    <a:ext uri="{FF2B5EF4-FFF2-40B4-BE49-F238E27FC236}">
                      <a16:creationId xmlns:a16="http://schemas.microsoft.com/office/drawing/2014/main" id="{C5521334-18A1-DBAD-5F9D-128848F5027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893963" y="3492037"/>
                  <a:ext cx="7920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3" name="잉크 92">
                  <a:extLst>
                    <a:ext uri="{FF2B5EF4-FFF2-40B4-BE49-F238E27FC236}">
                      <a16:creationId xmlns:a16="http://schemas.microsoft.com/office/drawing/2014/main" id="{40763B7D-DCEB-B6B1-B54E-F7E80D73E96F}"/>
                    </a:ext>
                  </a:extLst>
                </p14:cNvPr>
                <p14:cNvContentPartPr/>
                <p14:nvPr/>
              </p14:nvContentPartPr>
              <p14:xfrm>
                <a:off x="6868403" y="3675997"/>
                <a:ext cx="54000" cy="72000"/>
              </p14:xfrm>
            </p:contentPart>
          </mc:Choice>
          <mc:Fallback>
            <p:pic>
              <p:nvPicPr>
                <p:cNvPr id="93" name="잉크 92">
                  <a:extLst>
                    <a:ext uri="{FF2B5EF4-FFF2-40B4-BE49-F238E27FC236}">
                      <a16:creationId xmlns:a16="http://schemas.microsoft.com/office/drawing/2014/main" id="{40763B7D-DCEB-B6B1-B54E-F7E80D73E96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832403" y="3639997"/>
                  <a:ext cx="12564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4" name="잉크 93">
                  <a:extLst>
                    <a:ext uri="{FF2B5EF4-FFF2-40B4-BE49-F238E27FC236}">
                      <a16:creationId xmlns:a16="http://schemas.microsoft.com/office/drawing/2014/main" id="{77142603-17B4-E51A-ABD5-E351660B3B38}"/>
                    </a:ext>
                  </a:extLst>
                </p14:cNvPr>
                <p14:cNvContentPartPr/>
                <p14:nvPr/>
              </p14:nvContentPartPr>
              <p14:xfrm>
                <a:off x="7056323" y="3542077"/>
                <a:ext cx="67680" cy="100440"/>
              </p14:xfrm>
            </p:contentPart>
          </mc:Choice>
          <mc:Fallback>
            <p:pic>
              <p:nvPicPr>
                <p:cNvPr id="94" name="잉크 93">
                  <a:extLst>
                    <a:ext uri="{FF2B5EF4-FFF2-40B4-BE49-F238E27FC236}">
                      <a16:creationId xmlns:a16="http://schemas.microsoft.com/office/drawing/2014/main" id="{77142603-17B4-E51A-ABD5-E351660B3B3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020323" y="3506077"/>
                  <a:ext cx="1393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5" name="잉크 94">
                  <a:extLst>
                    <a:ext uri="{FF2B5EF4-FFF2-40B4-BE49-F238E27FC236}">
                      <a16:creationId xmlns:a16="http://schemas.microsoft.com/office/drawing/2014/main" id="{9BED87E5-B3F4-6086-D26D-0F595EF7799E}"/>
                    </a:ext>
                  </a:extLst>
                </p14:cNvPr>
                <p14:cNvContentPartPr/>
                <p14:nvPr/>
              </p14:nvContentPartPr>
              <p14:xfrm>
                <a:off x="7044803" y="3539197"/>
                <a:ext cx="76320" cy="128520"/>
              </p14:xfrm>
            </p:contentPart>
          </mc:Choice>
          <mc:Fallback>
            <p:pic>
              <p:nvPicPr>
                <p:cNvPr id="95" name="잉크 94">
                  <a:extLst>
                    <a:ext uri="{FF2B5EF4-FFF2-40B4-BE49-F238E27FC236}">
                      <a16:creationId xmlns:a16="http://schemas.microsoft.com/office/drawing/2014/main" id="{9BED87E5-B3F4-6086-D26D-0F595EF7799E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008803" y="3503197"/>
                  <a:ext cx="147960" cy="200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745921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6357EC-2574-4940-9A73-A79CE1EA6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2.5.1: Quality Factor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0071D5-4C0B-4E19-9D97-59959007E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품질 계수</a:t>
            </a:r>
            <a:r>
              <a:rPr lang="en-US" altLang="ko-KR" dirty="0"/>
              <a:t>(Quality Factor, </a:t>
            </a:r>
            <a:r>
              <a:rPr lang="en-US" altLang="ko-KR" i="1" dirty="0"/>
              <a:t>Q</a:t>
            </a:r>
            <a:r>
              <a:rPr lang="en-US" altLang="ko-KR" dirty="0"/>
              <a:t>)</a:t>
            </a:r>
            <a:r>
              <a:rPr lang="ko-KR" altLang="en-US" dirty="0"/>
              <a:t>의 정의</a:t>
            </a:r>
            <a:endParaRPr lang="en-US" altLang="ko-KR" dirty="0"/>
          </a:p>
          <a:p>
            <a:pPr lvl="1"/>
            <a:r>
              <a:rPr lang="ko-KR" altLang="en-US" dirty="0"/>
              <a:t>에너지를 저장하는 소자</a:t>
            </a:r>
            <a:r>
              <a:rPr lang="en-US" altLang="ko-KR" dirty="0"/>
              <a:t>(Capacitor, Inductor)</a:t>
            </a:r>
            <a:r>
              <a:rPr lang="ko-KR" altLang="en-US" dirty="0"/>
              <a:t>가 이상적인 소자에 얼마나 가까운지 나타내는 </a:t>
            </a:r>
            <a:r>
              <a:rPr lang="ko-KR" altLang="en-US" dirty="0" err="1"/>
              <a:t>무차원</a:t>
            </a:r>
            <a:r>
              <a:rPr lang="ko-KR" altLang="en-US" dirty="0"/>
              <a:t> 지수</a:t>
            </a:r>
            <a:endParaRPr lang="en-US" altLang="ko-KR" dirty="0"/>
          </a:p>
          <a:p>
            <a:pPr lvl="1"/>
            <a:r>
              <a:rPr lang="ko-KR" altLang="en-US" dirty="0"/>
              <a:t>직렬 회로 모델 </a:t>
            </a:r>
            <a:r>
              <a:rPr lang="en-US" altLang="ko-KR" dirty="0"/>
              <a:t>(Series Model) [(a), (c)]: 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병렬 회로 모델 </a:t>
            </a:r>
            <a:r>
              <a:rPr lang="en-US" altLang="ko-KR" dirty="0"/>
              <a:t>(Parallel Model) [(b), (d)]: 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ko-KR" altLang="en-US" dirty="0"/>
              <a:t>이상적인 무손실 소자의 경우 </a:t>
            </a:r>
            <a:r>
              <a:rPr lang="en-US" altLang="ko-KR" i="1" dirty="0"/>
              <a:t>R</a:t>
            </a:r>
            <a:r>
              <a:rPr lang="en-US" altLang="ko-KR" baseline="-25000" dirty="0"/>
              <a:t>S</a:t>
            </a:r>
            <a:r>
              <a:rPr lang="en-US" altLang="ko-KR" dirty="0"/>
              <a:t> = 0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i="1" dirty="0"/>
              <a:t>Q</a:t>
            </a:r>
            <a:r>
              <a:rPr lang="en-US" altLang="ko-KR" baseline="-25000" dirty="0"/>
              <a:t>S</a:t>
            </a:r>
            <a:r>
              <a:rPr lang="en-US" altLang="ko-KR" dirty="0"/>
              <a:t> = ∞</a:t>
            </a:r>
            <a:r>
              <a:rPr lang="en-US" altLang="ko-KR" i="1" dirty="0"/>
              <a:t>, R</a:t>
            </a:r>
            <a:r>
              <a:rPr lang="en-US" altLang="ko-KR" baseline="-25000" dirty="0"/>
              <a:t>P</a:t>
            </a:r>
            <a:r>
              <a:rPr lang="en-US" altLang="ko-KR" dirty="0"/>
              <a:t> = ∞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i="1" dirty="0"/>
              <a:t>Q</a:t>
            </a:r>
            <a:r>
              <a:rPr lang="en-US" altLang="ko-KR" baseline="-25000" dirty="0"/>
              <a:t>P</a:t>
            </a:r>
            <a:r>
              <a:rPr lang="en-US" altLang="ko-KR" dirty="0"/>
              <a:t> = ∞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C96CD2-3CE9-43A7-B7CA-EE5552D55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89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8134CDE-4BBD-4426-9694-63497A662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530" y="5427131"/>
            <a:ext cx="7554379" cy="140989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260B241-8E6F-4837-8CFE-9CC5C5352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6860" y="3049523"/>
            <a:ext cx="3090678" cy="62484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74C482E-6D1C-4BCC-8ECA-33241B9A9D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7536" y="3075311"/>
            <a:ext cx="2602998" cy="62789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5A54B48-540C-4F5C-8831-08BA5EBA61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8008" y="4280998"/>
            <a:ext cx="3008382" cy="32004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81092A2-1AA7-48B4-B1DD-1C8058D71D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7536" y="4146885"/>
            <a:ext cx="2639574" cy="58826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AE68621F-8199-AC1A-7F36-E17435C666A1}"/>
                  </a:ext>
                </a:extLst>
              </p14:cNvPr>
              <p14:cNvContentPartPr/>
              <p14:nvPr/>
            </p14:nvContentPartPr>
            <p14:xfrm>
              <a:off x="4964363" y="5318317"/>
              <a:ext cx="329040" cy="221040"/>
            </p14:xfrm>
          </p:contentPart>
        </mc:Choice>
        <mc:Fallback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AE68621F-8199-AC1A-7F36-E17435C666A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928363" y="5282317"/>
                <a:ext cx="400680" cy="29268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그룹 20">
            <a:extLst>
              <a:ext uri="{FF2B5EF4-FFF2-40B4-BE49-F238E27FC236}">
                <a16:creationId xmlns:a16="http://schemas.microsoft.com/office/drawing/2014/main" id="{582DD542-96FF-3A0E-4417-8510BE27ACCF}"/>
              </a:ext>
            </a:extLst>
          </p:cNvPr>
          <p:cNvGrpSpPr/>
          <p:nvPr/>
        </p:nvGrpSpPr>
        <p:grpSpPr>
          <a:xfrm>
            <a:off x="2451923" y="6163957"/>
            <a:ext cx="2635200" cy="408240"/>
            <a:chOff x="2451923" y="6163957"/>
            <a:chExt cx="2635200" cy="40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E599A5A0-C909-F507-32F4-6EC6FC5DE63A}"/>
                    </a:ext>
                  </a:extLst>
                </p14:cNvPr>
                <p14:cNvContentPartPr/>
                <p14:nvPr/>
              </p14:nvContentPartPr>
              <p14:xfrm>
                <a:off x="2451923" y="6246397"/>
                <a:ext cx="1377000" cy="7920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E599A5A0-C909-F507-32F4-6EC6FC5DE63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415923" y="6210397"/>
                  <a:ext cx="144864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525F674B-30BC-2794-3C07-EE6A857615FF}"/>
                    </a:ext>
                  </a:extLst>
                </p14:cNvPr>
                <p14:cNvContentPartPr/>
                <p14:nvPr/>
              </p14:nvContentPartPr>
              <p14:xfrm>
                <a:off x="3430763" y="6168277"/>
                <a:ext cx="377280" cy="35496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525F674B-30BC-2794-3C07-EE6A857615F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394763" y="6132277"/>
                  <a:ext cx="44892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4602BCE0-329E-95CE-A7DE-EA08E9395C26}"/>
                    </a:ext>
                  </a:extLst>
                </p14:cNvPr>
                <p14:cNvContentPartPr/>
                <p14:nvPr/>
              </p14:nvContentPartPr>
              <p14:xfrm>
                <a:off x="3540563" y="6163957"/>
                <a:ext cx="424800" cy="40824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4602BCE0-329E-95CE-A7DE-EA08E9395C2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504563" y="6127957"/>
                  <a:ext cx="49644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984FA369-D211-8838-E9CA-11AD95433691}"/>
                    </a:ext>
                  </a:extLst>
                </p14:cNvPr>
                <p14:cNvContentPartPr/>
                <p14:nvPr/>
              </p14:nvContentPartPr>
              <p14:xfrm>
                <a:off x="4566563" y="6549517"/>
                <a:ext cx="520560" cy="828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984FA369-D211-8838-E9CA-11AD9543369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530563" y="6513517"/>
                  <a:ext cx="592200" cy="7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EA68EDF0-082C-05C7-AF5F-C8B0173C3A6E}"/>
                  </a:ext>
                </a:extLst>
              </p14:cNvPr>
              <p14:cNvContentPartPr/>
              <p14:nvPr/>
            </p14:nvContentPartPr>
            <p14:xfrm>
              <a:off x="6233003" y="6309757"/>
              <a:ext cx="961200" cy="73440"/>
            </p14:xfrm>
          </p:contentPart>
        </mc:Choice>
        <mc:Fallback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EA68EDF0-082C-05C7-AF5F-C8B0173C3A6E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197003" y="6273757"/>
                <a:ext cx="1032840" cy="145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그룹 19">
            <a:extLst>
              <a:ext uri="{FF2B5EF4-FFF2-40B4-BE49-F238E27FC236}">
                <a16:creationId xmlns:a16="http://schemas.microsoft.com/office/drawing/2014/main" id="{E4A4D1CB-4F5F-281D-88DD-C4E14B0031D0}"/>
              </a:ext>
            </a:extLst>
          </p:cNvPr>
          <p:cNvGrpSpPr/>
          <p:nvPr/>
        </p:nvGrpSpPr>
        <p:grpSpPr>
          <a:xfrm>
            <a:off x="6635843" y="5587237"/>
            <a:ext cx="200880" cy="118800"/>
            <a:chOff x="6635843" y="5587237"/>
            <a:chExt cx="200880" cy="11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33721014-D619-739F-8B32-73E419CBDBA2}"/>
                    </a:ext>
                  </a:extLst>
                </p14:cNvPr>
                <p14:cNvContentPartPr/>
                <p14:nvPr/>
              </p14:nvContentPartPr>
              <p14:xfrm>
                <a:off x="6635843" y="5587237"/>
                <a:ext cx="191520" cy="11880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33721014-D619-739F-8B32-73E419CBDBA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599843" y="5551597"/>
                  <a:ext cx="2631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496428D8-3D19-28CB-603A-4539DF9CD726}"/>
                    </a:ext>
                  </a:extLst>
                </p14:cNvPr>
                <p14:cNvContentPartPr/>
                <p14:nvPr/>
              </p14:nvContentPartPr>
              <p14:xfrm>
                <a:off x="6832403" y="5619997"/>
                <a:ext cx="4320" cy="72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496428D8-3D19-28CB-603A-4539DF9CD72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796403" y="5583997"/>
                  <a:ext cx="7596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5E862F2B-8728-240E-CD30-90249C2D4015}"/>
              </a:ext>
            </a:extLst>
          </p:cNvPr>
          <p:cNvGrpSpPr/>
          <p:nvPr/>
        </p:nvGrpSpPr>
        <p:grpSpPr>
          <a:xfrm>
            <a:off x="6013403" y="3594637"/>
            <a:ext cx="3042000" cy="1299960"/>
            <a:chOff x="6013403" y="3594637"/>
            <a:chExt cx="3042000" cy="129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AF5D0F8E-D1C3-7953-DED6-A4CB86CC5F76}"/>
                    </a:ext>
                  </a:extLst>
                </p14:cNvPr>
                <p14:cNvContentPartPr/>
                <p14:nvPr/>
              </p14:nvContentPartPr>
              <p14:xfrm>
                <a:off x="6013403" y="4025557"/>
                <a:ext cx="2060640" cy="86904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AF5D0F8E-D1C3-7953-DED6-A4CB86CC5F7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977763" y="3989557"/>
                  <a:ext cx="2132280" cy="9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313CB15C-C097-D437-0D7C-8041E3D6FC87}"/>
                    </a:ext>
                  </a:extLst>
                </p14:cNvPr>
                <p14:cNvContentPartPr/>
                <p14:nvPr/>
              </p14:nvContentPartPr>
              <p14:xfrm>
                <a:off x="7066763" y="4857157"/>
                <a:ext cx="55080" cy="2844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313CB15C-C097-D437-0D7C-8041E3D6FC8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031123" y="4821157"/>
                  <a:ext cx="1267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8FDD2731-928E-BBF3-6FF1-15CA31E74AB3}"/>
                    </a:ext>
                  </a:extLst>
                </p14:cNvPr>
                <p14:cNvContentPartPr/>
                <p14:nvPr/>
              </p14:nvContentPartPr>
              <p14:xfrm>
                <a:off x="7652123" y="3633157"/>
                <a:ext cx="163080" cy="50220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8FDD2731-928E-BBF3-6FF1-15CA31E74AB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616483" y="3597517"/>
                  <a:ext cx="234720" cy="57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D84029B3-45FA-D7C0-DA68-210E2C8992EC}"/>
                    </a:ext>
                  </a:extLst>
                </p14:cNvPr>
                <p14:cNvContentPartPr/>
                <p14:nvPr/>
              </p14:nvContentPartPr>
              <p14:xfrm>
                <a:off x="7707203" y="3998197"/>
                <a:ext cx="141120" cy="21168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D84029B3-45FA-D7C0-DA68-210E2C8992E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671203" y="3962197"/>
                  <a:ext cx="2127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642D4B09-DE38-F13C-3411-BD17C1065FE4}"/>
                    </a:ext>
                  </a:extLst>
                </p14:cNvPr>
                <p14:cNvContentPartPr/>
                <p14:nvPr/>
              </p14:nvContentPartPr>
              <p14:xfrm>
                <a:off x="7669763" y="3594637"/>
                <a:ext cx="145440" cy="7200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642D4B09-DE38-F13C-3411-BD17C1065FE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634123" y="3558997"/>
                  <a:ext cx="2170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D399275B-05AB-C07B-1262-A94C5C0D3D85}"/>
                    </a:ext>
                  </a:extLst>
                </p14:cNvPr>
                <p14:cNvContentPartPr/>
                <p14:nvPr/>
              </p14:nvContentPartPr>
              <p14:xfrm>
                <a:off x="7622963" y="3624517"/>
                <a:ext cx="32400" cy="15156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D399275B-05AB-C07B-1262-A94C5C0D3D8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587323" y="3588517"/>
                  <a:ext cx="1040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D5598F01-052B-2CA0-6585-4497AC9061FA}"/>
                    </a:ext>
                  </a:extLst>
                </p14:cNvPr>
                <p14:cNvContentPartPr/>
                <p14:nvPr/>
              </p14:nvContentPartPr>
              <p14:xfrm>
                <a:off x="7810883" y="3808477"/>
                <a:ext cx="101520" cy="1620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D5598F01-052B-2CA0-6585-4497AC9061F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7775243" y="3772477"/>
                  <a:ext cx="1731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09F31CEC-C776-DAE5-3721-026738DA2B15}"/>
                    </a:ext>
                  </a:extLst>
                </p14:cNvPr>
                <p14:cNvContentPartPr/>
                <p14:nvPr/>
              </p14:nvContentPartPr>
              <p14:xfrm>
                <a:off x="8042003" y="3748357"/>
                <a:ext cx="97920" cy="11088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09F31CEC-C776-DAE5-3721-026738DA2B1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006003" y="3712717"/>
                  <a:ext cx="16956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CEF76C0A-C64A-D6A7-09D7-9501D44D8362}"/>
                    </a:ext>
                  </a:extLst>
                </p14:cNvPr>
                <p14:cNvContentPartPr/>
                <p14:nvPr/>
              </p14:nvContentPartPr>
              <p14:xfrm>
                <a:off x="8069723" y="3901357"/>
                <a:ext cx="72720" cy="7128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CEF76C0A-C64A-D6A7-09D7-9501D44D836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034083" y="3865717"/>
                  <a:ext cx="1443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06F0AF3B-C7E7-EC85-130B-69746056600B}"/>
                    </a:ext>
                  </a:extLst>
                </p14:cNvPr>
                <p14:cNvContentPartPr/>
                <p14:nvPr/>
              </p14:nvContentPartPr>
              <p14:xfrm>
                <a:off x="8200763" y="3776437"/>
                <a:ext cx="35640" cy="202320"/>
              </p14:xfrm>
            </p:contentPart>
          </mc:Choice>
          <mc:Fallback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06F0AF3B-C7E7-EC85-130B-69746056600B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164763" y="3740797"/>
                  <a:ext cx="1072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59350E96-3898-419A-DC4B-9B70757D65A8}"/>
                    </a:ext>
                  </a:extLst>
                </p14:cNvPr>
                <p14:cNvContentPartPr/>
                <p14:nvPr/>
              </p14:nvContentPartPr>
              <p14:xfrm>
                <a:off x="8276363" y="3787957"/>
                <a:ext cx="99360" cy="87120"/>
              </p14:xfrm>
            </p:contentPart>
          </mc:Choice>
          <mc:Fallback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59350E96-3898-419A-DC4B-9B70757D65A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240723" y="3751957"/>
                  <a:ext cx="1710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92DC4508-6C1A-20CC-5641-BDC99B6C53F7}"/>
                    </a:ext>
                  </a:extLst>
                </p14:cNvPr>
                <p14:cNvContentPartPr/>
                <p14:nvPr/>
              </p14:nvContentPartPr>
              <p14:xfrm>
                <a:off x="8411723" y="3771397"/>
                <a:ext cx="15480" cy="146160"/>
              </p14:xfrm>
            </p:contentPart>
          </mc:Choice>
          <mc:Fallback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92DC4508-6C1A-20CC-5641-BDC99B6C53F7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375723" y="3735397"/>
                  <a:ext cx="8712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4485AD8F-5776-6518-D18A-1C35BDF1C6BE}"/>
                    </a:ext>
                  </a:extLst>
                </p14:cNvPr>
                <p14:cNvContentPartPr/>
                <p14:nvPr/>
              </p14:nvContentPartPr>
              <p14:xfrm>
                <a:off x="8318483" y="3942757"/>
                <a:ext cx="29880" cy="69480"/>
              </p14:xfrm>
            </p:contentPart>
          </mc:Choice>
          <mc:Fallback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4485AD8F-5776-6518-D18A-1C35BDF1C6B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282483" y="3907117"/>
                  <a:ext cx="1015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E614AD34-3351-F67D-B961-12431422F6CD}"/>
                    </a:ext>
                  </a:extLst>
                </p14:cNvPr>
                <p14:cNvContentPartPr/>
                <p14:nvPr/>
              </p14:nvContentPartPr>
              <p14:xfrm>
                <a:off x="8387963" y="3938797"/>
                <a:ext cx="5400" cy="77400"/>
              </p14:xfrm>
            </p:contentPart>
          </mc:Choice>
          <mc:Fallback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E614AD34-3351-F67D-B961-12431422F6C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351963" y="3903157"/>
                  <a:ext cx="7704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96835ADD-55B8-5E7A-8160-4D6C3DB2F444}"/>
                    </a:ext>
                  </a:extLst>
                </p14:cNvPr>
                <p14:cNvContentPartPr/>
                <p14:nvPr/>
              </p14:nvContentPartPr>
              <p14:xfrm>
                <a:off x="8335763" y="3976957"/>
                <a:ext cx="73800" cy="20160"/>
              </p14:xfrm>
            </p:contentPart>
          </mc:Choice>
          <mc:Fallback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96835ADD-55B8-5E7A-8160-4D6C3DB2F444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299763" y="3941317"/>
                  <a:ext cx="1454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4E75033F-DD51-9020-90D5-DA00C628D745}"/>
                    </a:ext>
                  </a:extLst>
                </p14:cNvPr>
                <p14:cNvContentPartPr/>
                <p14:nvPr/>
              </p14:nvContentPartPr>
              <p14:xfrm>
                <a:off x="8349443" y="4023397"/>
                <a:ext cx="37800" cy="9360"/>
              </p14:xfrm>
            </p:contentPart>
          </mc:Choice>
          <mc:Fallback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4E75033F-DD51-9020-90D5-DA00C628D74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313803" y="3987397"/>
                  <a:ext cx="1094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925C6321-0EAC-A42C-819E-46BBF8C20094}"/>
                    </a:ext>
                  </a:extLst>
                </p14:cNvPr>
                <p14:cNvContentPartPr/>
                <p14:nvPr/>
              </p14:nvContentPartPr>
              <p14:xfrm>
                <a:off x="8476523" y="3818197"/>
                <a:ext cx="85320" cy="100440"/>
              </p14:xfrm>
            </p:contentPart>
          </mc:Choice>
          <mc:Fallback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925C6321-0EAC-A42C-819E-46BBF8C2009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440523" y="3782197"/>
                  <a:ext cx="15696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DF785131-7456-FDF3-53AC-8E839AF122B8}"/>
                    </a:ext>
                  </a:extLst>
                </p14:cNvPr>
                <p14:cNvContentPartPr/>
                <p14:nvPr/>
              </p14:nvContentPartPr>
              <p14:xfrm>
                <a:off x="8518643" y="3857077"/>
                <a:ext cx="61920" cy="14040"/>
              </p14:xfrm>
            </p:contentPart>
          </mc:Choice>
          <mc:Fallback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DF785131-7456-FDF3-53AC-8E839AF122B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482643" y="3821437"/>
                  <a:ext cx="13356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94FCDF04-389E-9071-0E47-A9712601C5EB}"/>
                    </a:ext>
                  </a:extLst>
                </p14:cNvPr>
                <p14:cNvContentPartPr/>
                <p14:nvPr/>
              </p14:nvContentPartPr>
              <p14:xfrm>
                <a:off x="8606483" y="3806677"/>
                <a:ext cx="16560" cy="180000"/>
              </p14:xfrm>
            </p:contentPart>
          </mc:Choice>
          <mc:Fallback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94FCDF04-389E-9071-0E47-A9712601C5E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570843" y="3771037"/>
                  <a:ext cx="882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DEF8A78C-DCA7-D4E4-033A-9AB9AB540EFA}"/>
                    </a:ext>
                  </a:extLst>
                </p14:cNvPr>
                <p14:cNvContentPartPr/>
                <p14:nvPr/>
              </p14:nvContentPartPr>
              <p14:xfrm>
                <a:off x="8695043" y="3831517"/>
                <a:ext cx="97200" cy="75240"/>
              </p14:xfrm>
            </p:contentPart>
          </mc:Choice>
          <mc:Fallback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DEF8A78C-DCA7-D4E4-033A-9AB9AB540EF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659043" y="3795517"/>
                  <a:ext cx="1688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D553FF8F-F847-4F35-0650-E100F04F028B}"/>
                    </a:ext>
                  </a:extLst>
                </p14:cNvPr>
                <p14:cNvContentPartPr/>
                <p14:nvPr/>
              </p14:nvContentPartPr>
              <p14:xfrm>
                <a:off x="8847683" y="3810277"/>
                <a:ext cx="12960" cy="95400"/>
              </p14:xfrm>
            </p:contentPart>
          </mc:Choice>
          <mc:Fallback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D553FF8F-F847-4F35-0650-E100F04F028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811683" y="3774637"/>
                  <a:ext cx="846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32AC8B56-38DA-875F-EF58-AEBAF7DAF518}"/>
                    </a:ext>
                  </a:extLst>
                </p14:cNvPr>
                <p14:cNvContentPartPr/>
                <p14:nvPr/>
              </p14:nvContentPartPr>
              <p14:xfrm>
                <a:off x="8763083" y="3934117"/>
                <a:ext cx="81720" cy="69480"/>
              </p14:xfrm>
            </p:contentPart>
          </mc:Choice>
          <mc:Fallback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32AC8B56-38DA-875F-EF58-AEBAF7DAF51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727083" y="3898117"/>
                  <a:ext cx="15336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5318E551-2011-F5F2-2926-55096384D6D1}"/>
                    </a:ext>
                  </a:extLst>
                </p14:cNvPr>
                <p14:cNvContentPartPr/>
                <p14:nvPr/>
              </p14:nvContentPartPr>
              <p14:xfrm>
                <a:off x="8897723" y="3805237"/>
                <a:ext cx="72000" cy="102600"/>
              </p14:xfrm>
            </p:contentPart>
          </mc:Choice>
          <mc:Fallback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5318E551-2011-F5F2-2926-55096384D6D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862083" y="3769237"/>
                  <a:ext cx="1436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4E911253-0D75-5032-8C21-E3EB161C2BE8}"/>
                    </a:ext>
                  </a:extLst>
                </p14:cNvPr>
                <p14:cNvContentPartPr/>
                <p14:nvPr/>
              </p14:nvContentPartPr>
              <p14:xfrm>
                <a:off x="8983403" y="3836557"/>
                <a:ext cx="56160" cy="12240"/>
              </p14:xfrm>
            </p:contentPart>
          </mc:Choice>
          <mc:Fallback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4E911253-0D75-5032-8C21-E3EB161C2BE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947763" y="3800557"/>
                  <a:ext cx="1278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40FD30E6-B7CB-0089-53EC-7317B5864D0C}"/>
                    </a:ext>
                  </a:extLst>
                </p14:cNvPr>
                <p14:cNvContentPartPr/>
                <p14:nvPr/>
              </p14:nvContentPartPr>
              <p14:xfrm>
                <a:off x="9038123" y="3805957"/>
                <a:ext cx="17280" cy="86040"/>
              </p14:xfrm>
            </p:contentPart>
          </mc:Choice>
          <mc:Fallback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40FD30E6-B7CB-0089-53EC-7317B5864D0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002483" y="3769957"/>
                  <a:ext cx="8892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8" name="잉크 47">
                  <a:extLst>
                    <a:ext uri="{FF2B5EF4-FFF2-40B4-BE49-F238E27FC236}">
                      <a16:creationId xmlns:a16="http://schemas.microsoft.com/office/drawing/2014/main" id="{E90660B3-7B3D-1D81-1626-D9FDEB57F7D3}"/>
                    </a:ext>
                  </a:extLst>
                </p14:cNvPr>
                <p14:cNvContentPartPr/>
                <p14:nvPr/>
              </p14:nvContentPartPr>
              <p14:xfrm>
                <a:off x="8946683" y="3923677"/>
                <a:ext cx="93960" cy="66960"/>
              </p14:xfrm>
            </p:contentPart>
          </mc:Choice>
          <mc:Fallback>
            <p:pic>
              <p:nvPicPr>
                <p:cNvPr id="48" name="잉크 47">
                  <a:extLst>
                    <a:ext uri="{FF2B5EF4-FFF2-40B4-BE49-F238E27FC236}">
                      <a16:creationId xmlns:a16="http://schemas.microsoft.com/office/drawing/2014/main" id="{E90660B3-7B3D-1D81-1626-D9FDEB57F7D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911043" y="3888037"/>
                  <a:ext cx="165600" cy="138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7908931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23FE2D-08E2-4B95-B7BB-6588CFA08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2.5.2 Series-to-Parallel Conversion (</a:t>
            </a:r>
            <a:r>
              <a:rPr lang="ko-KR" altLang="en-US" dirty="0"/>
              <a:t>직</a:t>
            </a:r>
            <a:r>
              <a:rPr lang="en-US" altLang="ko-KR" dirty="0"/>
              <a:t>-</a:t>
            </a:r>
            <a:r>
              <a:rPr lang="ko-KR" altLang="en-US" dirty="0"/>
              <a:t>병렬 변환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8849E3-DB01-4A06-866D-09CCDEB01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0067"/>
            <a:ext cx="10515600" cy="5341408"/>
          </a:xfrm>
        </p:spPr>
        <p:txBody>
          <a:bodyPr>
            <a:normAutofit fontScale="92500" lnSpcReduction="10000"/>
          </a:bodyPr>
          <a:lstStyle/>
          <a:p>
            <a:r>
              <a:rPr lang="ko-KR" altLang="en-US" dirty="0"/>
              <a:t>직렬</a:t>
            </a:r>
            <a:r>
              <a:rPr lang="en-US" altLang="ko-KR" dirty="0"/>
              <a:t>-</a:t>
            </a:r>
            <a:r>
              <a:rPr lang="ko-KR" altLang="en-US" dirty="0"/>
              <a:t>병렬 등가 변환의 수식 유도</a:t>
            </a:r>
            <a:endParaRPr lang="en-US" altLang="ko-KR" dirty="0"/>
          </a:p>
          <a:p>
            <a:pPr lvl="1"/>
            <a:r>
              <a:rPr lang="ko-KR" altLang="en-US" dirty="0"/>
              <a:t>직렬 </a:t>
            </a:r>
            <a:r>
              <a:rPr lang="en-US" altLang="ko-KR" i="1" dirty="0"/>
              <a:t>R</a:t>
            </a:r>
            <a:r>
              <a:rPr lang="en-US" altLang="ko-KR" baseline="-25000" dirty="0"/>
              <a:t>C</a:t>
            </a:r>
            <a:r>
              <a:rPr lang="en-US" altLang="ko-KR" dirty="0"/>
              <a:t> </a:t>
            </a:r>
            <a:r>
              <a:rPr lang="ko-KR" altLang="en-US" dirty="0"/>
              <a:t>회로와 병렬 </a:t>
            </a:r>
            <a:r>
              <a:rPr lang="en-US" altLang="ko-KR" i="1" dirty="0"/>
              <a:t>R</a:t>
            </a:r>
            <a:r>
              <a:rPr lang="en-US" altLang="ko-KR" baseline="-25000" dirty="0"/>
              <a:t>C</a:t>
            </a:r>
            <a:r>
              <a:rPr lang="en-US" altLang="ko-KR" dirty="0"/>
              <a:t> </a:t>
            </a:r>
            <a:r>
              <a:rPr lang="ko-KR" altLang="en-US" dirty="0"/>
              <a:t>회로의 임피던스를 복소수 스케일에서 일치시킴</a:t>
            </a:r>
            <a:r>
              <a:rPr lang="en-US" altLang="ko-KR" dirty="0"/>
              <a:t>: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b="0" i="0" dirty="0">
                <a:solidFill>
                  <a:srgbClr val="303030"/>
                </a:solidFill>
                <a:effectLst/>
                <a:latin typeface="Google Sans Flex"/>
              </a:rPr>
              <a:t>실수부와 허수부를 각각 분리하여 정리</a:t>
            </a:r>
            <a:r>
              <a:rPr lang="en-US" altLang="ko-KR" b="0" i="0" dirty="0">
                <a:solidFill>
                  <a:srgbClr val="303030"/>
                </a:solidFill>
                <a:effectLst/>
                <a:latin typeface="Google Sans Flex"/>
              </a:rPr>
              <a:t>:</a:t>
            </a:r>
          </a:p>
          <a:p>
            <a:pPr lvl="1"/>
            <a:endParaRPr lang="en-US" altLang="ko-KR" dirty="0">
              <a:solidFill>
                <a:srgbClr val="303030"/>
              </a:solidFill>
              <a:latin typeface="Google Sans Flex"/>
            </a:endParaRPr>
          </a:p>
          <a:p>
            <a:pPr lvl="1"/>
            <a:endParaRPr lang="en-US" altLang="ko-KR" dirty="0">
              <a:solidFill>
                <a:srgbClr val="303030"/>
              </a:solidFill>
              <a:latin typeface="Google Sans Flex"/>
            </a:endParaRPr>
          </a:p>
          <a:p>
            <a:endParaRPr lang="en-US" altLang="ko-KR" dirty="0"/>
          </a:p>
          <a:p>
            <a:r>
              <a:rPr lang="ko-KR" altLang="en-US" dirty="0"/>
              <a:t>고</a:t>
            </a:r>
            <a:r>
              <a:rPr lang="en-US" altLang="ko-KR" dirty="0"/>
              <a:t>-</a:t>
            </a:r>
            <a:r>
              <a:rPr lang="en-US" altLang="ko-KR" i="1" dirty="0"/>
              <a:t>Q</a:t>
            </a:r>
            <a:r>
              <a:rPr lang="en-US" altLang="ko-KR" dirty="0"/>
              <a:t> </a:t>
            </a:r>
            <a:r>
              <a:rPr lang="ko-KR" altLang="en-US" dirty="0"/>
              <a:t>근사화 </a:t>
            </a:r>
            <a:r>
              <a:rPr lang="en-US" altLang="ko-KR" dirty="0"/>
              <a:t>(High-</a:t>
            </a:r>
            <a:r>
              <a:rPr lang="en-US" altLang="ko-KR" i="1" dirty="0"/>
              <a:t>Q</a:t>
            </a:r>
            <a:r>
              <a:rPr lang="en-US" altLang="ko-KR" dirty="0"/>
              <a:t> Approximation, Q</a:t>
            </a:r>
            <a:r>
              <a:rPr lang="en-US" altLang="ko-KR" baseline="-25000" dirty="0"/>
              <a:t>S</a:t>
            </a:r>
            <a:r>
              <a:rPr lang="en-US" altLang="ko-KR" baseline="30000" dirty="0"/>
              <a:t>2</a:t>
            </a:r>
            <a:r>
              <a:rPr lang="en-US" altLang="ko-KR" dirty="0"/>
              <a:t> &gt;&gt; 1)</a:t>
            </a:r>
          </a:p>
          <a:p>
            <a:pPr lvl="1"/>
            <a:r>
              <a:rPr lang="ko-KR" altLang="en-US" dirty="0"/>
              <a:t>실제 회로에서 </a:t>
            </a:r>
            <a:r>
              <a:rPr lang="en-US" altLang="ko-KR" dirty="0"/>
              <a:t>QS = 4 </a:t>
            </a:r>
            <a:r>
              <a:rPr lang="ko-KR" altLang="en-US" dirty="0"/>
              <a:t>이상일 때 적용 가능한 유용한 근사식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핵심 법칙</a:t>
            </a:r>
            <a:r>
              <a:rPr lang="en-US" altLang="ko-KR" dirty="0"/>
              <a:t>: </a:t>
            </a:r>
            <a:r>
              <a:rPr lang="ko-KR" altLang="en-US" dirty="0"/>
              <a:t>직렬 회로를 병렬 회로로 변환하면 </a:t>
            </a:r>
            <a:r>
              <a:rPr lang="ko-KR" altLang="en-US" dirty="0" err="1"/>
              <a:t>커패시턴스</a:t>
            </a:r>
            <a:r>
              <a:rPr lang="en-US" altLang="ko-KR" dirty="0"/>
              <a:t>(</a:t>
            </a:r>
            <a:r>
              <a:rPr lang="ko-KR" altLang="en-US" dirty="0"/>
              <a:t>또는 인덕턴스</a:t>
            </a:r>
            <a:r>
              <a:rPr lang="en-US" altLang="ko-KR" dirty="0"/>
              <a:t>) </a:t>
            </a:r>
            <a:r>
              <a:rPr lang="ko-KR" altLang="en-US" dirty="0"/>
              <a:t>값은 거의 유지되면서</a:t>
            </a:r>
            <a:r>
              <a:rPr lang="en-US" altLang="ko-KR" dirty="0"/>
              <a:t>, </a:t>
            </a:r>
            <a:r>
              <a:rPr lang="ko-KR" altLang="en-US" dirty="0" err="1"/>
              <a:t>저항값은</a:t>
            </a:r>
            <a:r>
              <a:rPr lang="ko-KR" altLang="en-US" dirty="0"/>
              <a:t> </a:t>
            </a:r>
            <a:r>
              <a:rPr lang="en-US" altLang="ko-KR" dirty="0"/>
              <a:t>Q</a:t>
            </a:r>
            <a:r>
              <a:rPr lang="en-US" altLang="ko-KR" baseline="30000" dirty="0"/>
              <a:t>2</a:t>
            </a:r>
            <a:r>
              <a:rPr lang="ko-KR" altLang="en-US" dirty="0"/>
              <a:t>배만큼 대폭 증가</a:t>
            </a:r>
            <a:r>
              <a:rPr lang="en-US" altLang="ko-KR" dirty="0"/>
              <a:t>(Boost)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AF13CC-F51E-4D00-9B21-AB174181A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90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FF1559B-39A7-49DD-896D-8BA867B7C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978" y="2108106"/>
            <a:ext cx="5590044" cy="71628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867344A-36F7-49B8-B2AA-AD8EE81DA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185" y="3238500"/>
            <a:ext cx="2075692" cy="381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1F24EF0-0554-432C-AB94-D3BAD6B83D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2398" y="3046475"/>
            <a:ext cx="1901956" cy="76505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5538235-4274-4493-87FB-3E7D9157B6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3729" y="5086668"/>
            <a:ext cx="2764542" cy="35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55040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85935F-19DF-4E04-9A38-4D98C6774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2.5.3: Basic Matching Networks: L-Section </a:t>
            </a:r>
            <a:r>
              <a:rPr lang="ko-KR" altLang="en-US" dirty="0"/>
              <a:t>기법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CF26FA-E0F1-4B00-BDD9-FE2283409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저항을 낮추는 기본 매칭 네트워크 </a:t>
            </a:r>
            <a:r>
              <a:rPr lang="en-US" altLang="ko-KR" dirty="0"/>
              <a:t>(Down-Transformation)</a:t>
            </a:r>
          </a:p>
          <a:p>
            <a:pPr lvl="1"/>
            <a:endParaRPr lang="en-US" altLang="ko-KR" b="0" i="0" dirty="0">
              <a:solidFill>
                <a:srgbClr val="303030"/>
              </a:solidFill>
              <a:effectLst/>
              <a:latin typeface="Google Sans Flex"/>
            </a:endParaRPr>
          </a:p>
          <a:p>
            <a:pPr lvl="1"/>
            <a:r>
              <a:rPr lang="ko-KR" altLang="en-US" b="0" i="0" dirty="0">
                <a:solidFill>
                  <a:srgbClr val="303030"/>
                </a:solidFill>
                <a:effectLst/>
                <a:latin typeface="Google Sans Flex"/>
              </a:rPr>
              <a:t>입력 임피던스</a:t>
            </a:r>
            <a:endParaRPr lang="en-US" altLang="ko-KR" b="0" i="0" dirty="0">
              <a:solidFill>
                <a:srgbClr val="303030"/>
              </a:solidFill>
              <a:effectLst/>
              <a:latin typeface="Google Sans Flex"/>
            </a:endParaRPr>
          </a:p>
          <a:p>
            <a:pPr lvl="1"/>
            <a:endParaRPr lang="en-US" altLang="ko-KR" dirty="0">
              <a:solidFill>
                <a:srgbClr val="303030"/>
              </a:solidFill>
              <a:latin typeface="Google Sans Flex"/>
            </a:endParaRPr>
          </a:p>
          <a:p>
            <a:pPr lvl="1"/>
            <a:endParaRPr lang="en-US" altLang="ko-KR" dirty="0">
              <a:solidFill>
                <a:srgbClr val="303030"/>
              </a:solidFill>
              <a:latin typeface="Google Sans Flex"/>
            </a:endParaRPr>
          </a:p>
          <a:p>
            <a:pPr lvl="1"/>
            <a:r>
              <a:rPr lang="ko-KR" altLang="en-US" dirty="0" err="1">
                <a:solidFill>
                  <a:srgbClr val="303030"/>
                </a:solidFill>
                <a:latin typeface="Google Sans Flex"/>
              </a:rPr>
              <a:t>실수부</a:t>
            </a:r>
            <a:r>
              <a:rPr lang="en-US" altLang="ko-KR" dirty="0">
                <a:solidFill>
                  <a:srgbClr val="303030"/>
                </a:solidFill>
                <a:latin typeface="Google Sans Flex"/>
              </a:rPr>
              <a:t>:</a:t>
            </a:r>
          </a:p>
          <a:p>
            <a:pPr lvl="1"/>
            <a:endParaRPr lang="en-US" altLang="ko-KR" dirty="0">
              <a:solidFill>
                <a:srgbClr val="303030"/>
              </a:solidFill>
              <a:latin typeface="Google Sans Flex"/>
            </a:endParaRPr>
          </a:p>
          <a:p>
            <a:pPr lvl="1"/>
            <a:endParaRPr lang="en-US" altLang="ko-KR" dirty="0">
              <a:solidFill>
                <a:srgbClr val="303030"/>
              </a:solidFill>
              <a:latin typeface="Google Sans Flex"/>
            </a:endParaRPr>
          </a:p>
          <a:p>
            <a:pPr lvl="1"/>
            <a:r>
              <a:rPr lang="ko-KR" altLang="en-US" dirty="0" err="1">
                <a:solidFill>
                  <a:srgbClr val="303030"/>
                </a:solidFill>
                <a:latin typeface="Google Sans Flex"/>
              </a:rPr>
              <a:t>허수부</a:t>
            </a:r>
            <a:r>
              <a:rPr lang="en-US" altLang="ko-KR" dirty="0">
                <a:solidFill>
                  <a:srgbClr val="303030"/>
                </a:solidFill>
                <a:latin typeface="Google Sans Flex"/>
              </a:rPr>
              <a:t>:</a:t>
            </a:r>
            <a:r>
              <a:rPr lang="ko-KR" altLang="en-US" dirty="0">
                <a:solidFill>
                  <a:srgbClr val="303030"/>
                </a:solidFill>
                <a:latin typeface="Google Sans Flex"/>
              </a:rPr>
              <a:t> </a:t>
            </a:r>
            <a:r>
              <a:rPr lang="en-US" altLang="ko-KR" dirty="0">
                <a:solidFill>
                  <a:srgbClr val="303030"/>
                </a:solidFill>
                <a:latin typeface="Google Sans Flex"/>
              </a:rPr>
              <a:t>0</a:t>
            </a:r>
            <a:r>
              <a:rPr lang="ko-KR" altLang="en-US" dirty="0">
                <a:solidFill>
                  <a:srgbClr val="303030"/>
                </a:solidFill>
                <a:latin typeface="Google Sans Flex"/>
              </a:rPr>
              <a:t>으로 놓으면</a:t>
            </a:r>
            <a:r>
              <a:rPr lang="en-US" altLang="ko-KR" dirty="0">
                <a:solidFill>
                  <a:srgbClr val="303030"/>
                </a:solidFill>
                <a:latin typeface="Google Sans Flex"/>
              </a:rPr>
              <a:t>,</a:t>
            </a:r>
          </a:p>
          <a:p>
            <a:pPr lvl="1"/>
            <a:endParaRPr lang="en-US" altLang="ko-KR" dirty="0">
              <a:solidFill>
                <a:srgbClr val="303030"/>
              </a:solidFill>
              <a:latin typeface="Google Sans Flex"/>
            </a:endParaRP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Q</a:t>
            </a:r>
            <a:r>
              <a:rPr lang="en-US" altLang="ko-KR" baseline="-25000" dirty="0"/>
              <a:t>P</a:t>
            </a:r>
            <a:r>
              <a:rPr lang="en-US" altLang="ko-KR" baseline="30000" dirty="0"/>
              <a:t>2</a:t>
            </a:r>
            <a:r>
              <a:rPr lang="en-US" altLang="ko-KR" dirty="0"/>
              <a:t> &gt;&gt; 1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2782C0-8A67-42B6-8373-A1B1FF26F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91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9900C5D-4196-4470-A6C3-1E4FF8C9D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783" y="4978519"/>
            <a:ext cx="5602357" cy="174295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8A11A88-CDAB-4A55-91C7-68FCB4F6B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1848" y="2016468"/>
            <a:ext cx="4102616" cy="71323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80E1F75-4B93-4E2F-8776-AFF7559653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8017" y="2862581"/>
            <a:ext cx="2816358" cy="138379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7A9DE5-4383-47DF-B1D1-3CF02B9044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9866" y="3856391"/>
            <a:ext cx="2112268" cy="150266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90250BA-F110-44E1-9216-BEA6FC3D12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1315" y="5359059"/>
            <a:ext cx="2353060" cy="1316738"/>
          </a:xfrm>
          <a:prstGeom prst="rect">
            <a:avLst/>
          </a:prstGeom>
        </p:spPr>
      </p:pic>
      <p:grpSp>
        <p:nvGrpSpPr>
          <p:cNvPr id="32" name="그룹 31">
            <a:extLst>
              <a:ext uri="{FF2B5EF4-FFF2-40B4-BE49-F238E27FC236}">
                <a16:creationId xmlns:a16="http://schemas.microsoft.com/office/drawing/2014/main" id="{6F4ADC10-A892-73B9-838C-A70D328CEADD}"/>
              </a:ext>
            </a:extLst>
          </p:cNvPr>
          <p:cNvGrpSpPr/>
          <p:nvPr/>
        </p:nvGrpSpPr>
        <p:grpSpPr>
          <a:xfrm>
            <a:off x="7649142" y="2523277"/>
            <a:ext cx="2433240" cy="1422000"/>
            <a:chOff x="7649142" y="2523277"/>
            <a:chExt cx="2433240" cy="142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C1690189-781E-0523-2EAB-8D17AE9F99A4}"/>
                    </a:ext>
                  </a:extLst>
                </p14:cNvPr>
                <p14:cNvContentPartPr/>
                <p14:nvPr/>
              </p14:nvContentPartPr>
              <p14:xfrm>
                <a:off x="7649142" y="2971117"/>
                <a:ext cx="540360" cy="44640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C1690189-781E-0523-2EAB-8D17AE9F99A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613142" y="2935477"/>
                  <a:ext cx="612000" cy="51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792018A6-296A-8386-CF89-06A2D8B5F711}"/>
                    </a:ext>
                  </a:extLst>
                </p14:cNvPr>
                <p14:cNvContentPartPr/>
                <p14:nvPr/>
              </p14:nvContentPartPr>
              <p14:xfrm>
                <a:off x="7875222" y="3093877"/>
                <a:ext cx="144000" cy="504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792018A6-296A-8386-CF89-06A2D8B5F71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839582" y="3057877"/>
                  <a:ext cx="2156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E40EF63B-0163-E8A9-C2B2-D07C783D6EBC}"/>
                    </a:ext>
                  </a:extLst>
                </p14:cNvPr>
                <p14:cNvContentPartPr/>
                <p14:nvPr/>
              </p14:nvContentPartPr>
              <p14:xfrm>
                <a:off x="7941822" y="3051757"/>
                <a:ext cx="25920" cy="14040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E40EF63B-0163-E8A9-C2B2-D07C783D6EB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906182" y="3016117"/>
                  <a:ext cx="975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5E3DC198-EAFF-7696-0E6D-B0FB19407771}"/>
                    </a:ext>
                  </a:extLst>
                </p14:cNvPr>
                <p14:cNvContentPartPr/>
                <p14:nvPr/>
              </p14:nvContentPartPr>
              <p14:xfrm>
                <a:off x="7888182" y="3254437"/>
                <a:ext cx="93240" cy="684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5E3DC198-EAFF-7696-0E6D-B0FB1940777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852542" y="3218797"/>
                  <a:ext cx="1648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03320478-3CB6-49F5-FA6B-5BC873A6CCCB}"/>
                    </a:ext>
                  </a:extLst>
                </p14:cNvPr>
                <p14:cNvContentPartPr/>
                <p14:nvPr/>
              </p14:nvContentPartPr>
              <p14:xfrm>
                <a:off x="7953702" y="3416797"/>
                <a:ext cx="25560" cy="48096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03320478-3CB6-49F5-FA6B-5BC873A6CCC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917702" y="3380797"/>
                  <a:ext cx="9720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AB3CC7F4-905B-570A-0C61-7FB577EDC2FD}"/>
                    </a:ext>
                  </a:extLst>
                </p14:cNvPr>
                <p14:cNvContentPartPr/>
                <p14:nvPr/>
              </p14:nvContentPartPr>
              <p14:xfrm>
                <a:off x="7880622" y="3738277"/>
                <a:ext cx="161280" cy="20700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AB3CC7F4-905B-570A-0C61-7FB577EDC2F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844982" y="3702637"/>
                  <a:ext cx="23292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64AF6056-7F11-FCC2-DE37-7FD4B99282F2}"/>
                    </a:ext>
                  </a:extLst>
                </p14:cNvPr>
                <p14:cNvContentPartPr/>
                <p14:nvPr/>
              </p14:nvContentPartPr>
              <p14:xfrm>
                <a:off x="7945062" y="2806957"/>
                <a:ext cx="196920" cy="20268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64AF6056-7F11-FCC2-DE37-7FD4B99282F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909062" y="2770957"/>
                  <a:ext cx="2685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02D9D112-A4FE-3B91-76C2-B0A04E5503E3}"/>
                    </a:ext>
                  </a:extLst>
                </p14:cNvPr>
                <p14:cNvContentPartPr/>
                <p14:nvPr/>
              </p14:nvContentPartPr>
              <p14:xfrm>
                <a:off x="8187702" y="2799397"/>
                <a:ext cx="339120" cy="5616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02D9D112-A4FE-3B91-76C2-B0A04E5503E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152062" y="2763397"/>
                  <a:ext cx="4107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913B59D6-071D-1E7B-4420-DFEF855B5DC1}"/>
                    </a:ext>
                  </a:extLst>
                </p14:cNvPr>
                <p14:cNvContentPartPr/>
                <p14:nvPr/>
              </p14:nvContentPartPr>
              <p14:xfrm>
                <a:off x="8253582" y="2550277"/>
                <a:ext cx="20160" cy="17100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913B59D6-071D-1E7B-4420-DFEF855B5DC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217582" y="2514637"/>
                  <a:ext cx="918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15752D54-1024-9308-CAFE-9C5749552CA2}"/>
                    </a:ext>
                  </a:extLst>
                </p14:cNvPr>
                <p14:cNvContentPartPr/>
                <p14:nvPr/>
              </p14:nvContentPartPr>
              <p14:xfrm>
                <a:off x="8285982" y="2523277"/>
                <a:ext cx="83520" cy="17712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15752D54-1024-9308-CAFE-9C5749552CA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250342" y="2487277"/>
                  <a:ext cx="1551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82427B8E-9D09-5EDF-F9AF-A96BBDB26F4E}"/>
                    </a:ext>
                  </a:extLst>
                </p14:cNvPr>
                <p14:cNvContentPartPr/>
                <p14:nvPr/>
              </p14:nvContentPartPr>
              <p14:xfrm>
                <a:off x="8401542" y="2614357"/>
                <a:ext cx="69120" cy="16596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82427B8E-9D09-5EDF-F9AF-A96BBDB26F4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365542" y="2578717"/>
                  <a:ext cx="1407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E7D1372D-357A-46C1-B93B-20B6B4742701}"/>
                    </a:ext>
                  </a:extLst>
                </p14:cNvPr>
                <p14:cNvContentPartPr/>
                <p14:nvPr/>
              </p14:nvContentPartPr>
              <p14:xfrm>
                <a:off x="8571822" y="2712637"/>
                <a:ext cx="32040" cy="34200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E7D1372D-357A-46C1-B93B-20B6B474270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536182" y="2676997"/>
                  <a:ext cx="10368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C911900A-226B-9DEE-D871-8447F760B885}"/>
                    </a:ext>
                  </a:extLst>
                </p14:cNvPr>
                <p14:cNvContentPartPr/>
                <p14:nvPr/>
              </p14:nvContentPartPr>
              <p14:xfrm>
                <a:off x="8625102" y="2664757"/>
                <a:ext cx="810720" cy="35640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C911900A-226B-9DEE-D871-8447F760B88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589462" y="2628757"/>
                  <a:ext cx="88236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A664AEBC-9EA3-3D40-03AF-54CB7C7BC4B7}"/>
                    </a:ext>
                  </a:extLst>
                </p14:cNvPr>
                <p14:cNvContentPartPr/>
                <p14:nvPr/>
              </p14:nvContentPartPr>
              <p14:xfrm>
                <a:off x="8657862" y="3021517"/>
                <a:ext cx="588960" cy="2412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A664AEBC-9EA3-3D40-03AF-54CB7C7BC4B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621862" y="2985517"/>
                  <a:ext cx="6606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522BD8DB-290E-6DE4-E787-9E7EE0A2AA7A}"/>
                    </a:ext>
                  </a:extLst>
                </p14:cNvPr>
                <p14:cNvContentPartPr/>
                <p14:nvPr/>
              </p14:nvContentPartPr>
              <p14:xfrm>
                <a:off x="8712942" y="2920717"/>
                <a:ext cx="138600" cy="2700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522BD8DB-290E-6DE4-E787-9E7EE0A2AA7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677302" y="2885077"/>
                  <a:ext cx="2102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05993805-5C7E-BDA5-1212-84D3B9CCEC8F}"/>
                    </a:ext>
                  </a:extLst>
                </p14:cNvPr>
                <p14:cNvContentPartPr/>
                <p14:nvPr/>
              </p14:nvContentPartPr>
              <p14:xfrm>
                <a:off x="8692422" y="2998117"/>
                <a:ext cx="131040" cy="864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05993805-5C7E-BDA5-1212-84D3B9CCEC8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656422" y="2962477"/>
                  <a:ext cx="20268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3E76615C-AA63-21AA-FB2C-62934E0B9B82}"/>
                    </a:ext>
                  </a:extLst>
                </p14:cNvPr>
                <p14:cNvContentPartPr/>
                <p14:nvPr/>
              </p14:nvContentPartPr>
              <p14:xfrm>
                <a:off x="8689902" y="3022237"/>
                <a:ext cx="76680" cy="45576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3E76615C-AA63-21AA-FB2C-62934E0B9B8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653902" y="2986597"/>
                  <a:ext cx="148320" cy="52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07F137EC-C658-4AE0-7A24-68CEE00498CF}"/>
                    </a:ext>
                  </a:extLst>
                </p14:cNvPr>
                <p14:cNvContentPartPr/>
                <p14:nvPr/>
              </p14:nvContentPartPr>
              <p14:xfrm>
                <a:off x="8631582" y="3362077"/>
                <a:ext cx="144000" cy="11160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07F137EC-C658-4AE0-7A24-68CEE00498C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595942" y="3326077"/>
                  <a:ext cx="2156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4E2EC3F8-F373-8F64-DAEB-546BAD32FE2C}"/>
                    </a:ext>
                  </a:extLst>
                </p14:cNvPr>
                <p14:cNvContentPartPr/>
                <p14:nvPr/>
              </p14:nvContentPartPr>
              <p14:xfrm>
                <a:off x="9455262" y="2844757"/>
                <a:ext cx="627120" cy="4968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4E2EC3F8-F373-8F64-DAEB-546BAD32FE2C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419262" y="2809117"/>
                  <a:ext cx="698760" cy="12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7F5A7784-1F45-218E-8D96-497FB5847C2E}"/>
              </a:ext>
            </a:extLst>
          </p:cNvPr>
          <p:cNvGrpSpPr/>
          <p:nvPr/>
        </p:nvGrpSpPr>
        <p:grpSpPr>
          <a:xfrm>
            <a:off x="9941982" y="2907397"/>
            <a:ext cx="205560" cy="894960"/>
            <a:chOff x="9941982" y="2907397"/>
            <a:chExt cx="205560" cy="89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3253B904-C3D7-A5BF-94A8-A60450CB57B1}"/>
                    </a:ext>
                  </a:extLst>
                </p14:cNvPr>
                <p14:cNvContentPartPr/>
                <p14:nvPr/>
              </p14:nvContentPartPr>
              <p14:xfrm>
                <a:off x="9993102" y="2907397"/>
                <a:ext cx="154440" cy="882360"/>
              </p14:xfrm>
            </p:contentPart>
          </mc:Choice>
          <mc:Fallback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3253B904-C3D7-A5BF-94A8-A60450CB57B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957462" y="2871397"/>
                  <a:ext cx="226080" cy="9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2C70425D-1B35-6AA7-FE11-55F8B05AF234}"/>
                    </a:ext>
                  </a:extLst>
                </p14:cNvPr>
                <p14:cNvContentPartPr/>
                <p14:nvPr/>
              </p14:nvContentPartPr>
              <p14:xfrm>
                <a:off x="9941982" y="3673477"/>
                <a:ext cx="192960" cy="128880"/>
              </p14:xfrm>
            </p:contentPart>
          </mc:Choice>
          <mc:Fallback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2C70425D-1B35-6AA7-FE11-55F8B05AF23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905982" y="3637837"/>
                  <a:ext cx="264600" cy="200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0168420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9D0271-847F-4223-A056-EBCF4BC4B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2.27: </a:t>
            </a:r>
            <a:r>
              <a:rPr lang="ko-KR" altLang="en-US" dirty="0"/>
              <a:t>정밀 계산 </a:t>
            </a:r>
            <a:r>
              <a:rPr lang="en-US" altLang="ko-KR" dirty="0"/>
              <a:t>vs </a:t>
            </a:r>
            <a:r>
              <a:rPr lang="ko-KR" altLang="en-US" dirty="0"/>
              <a:t>고</a:t>
            </a:r>
            <a:r>
              <a:rPr lang="en-US" altLang="ko-KR" dirty="0"/>
              <a:t>-Q </a:t>
            </a:r>
            <a:r>
              <a:rPr lang="ko-KR" altLang="en-US" dirty="0"/>
              <a:t>근사 계산의 비교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38456D-B2FE-491D-8FEC-4ADEEDEBA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문제</a:t>
            </a:r>
            <a:endParaRPr lang="en-US" altLang="ko-KR" dirty="0"/>
          </a:p>
          <a:p>
            <a:pPr lvl="1"/>
            <a:r>
              <a:rPr lang="ko-KR" altLang="en-US" dirty="0"/>
              <a:t>중심 주파수 </a:t>
            </a:r>
            <a:r>
              <a:rPr lang="en-US" altLang="ko-KR" i="1" dirty="0"/>
              <a:t>f</a:t>
            </a:r>
            <a:r>
              <a:rPr lang="en-US" altLang="ko-KR" dirty="0"/>
              <a:t> = 5 GHz</a:t>
            </a:r>
            <a:r>
              <a:rPr lang="ko-KR" altLang="en-US" dirty="0"/>
              <a:t>에서 </a:t>
            </a:r>
            <a:r>
              <a:rPr lang="en-US" altLang="ko-KR" i="1" dirty="0"/>
              <a:t>R</a:t>
            </a:r>
            <a:r>
              <a:rPr lang="en-US" altLang="ko-KR" baseline="-25000" dirty="0"/>
              <a:t>L</a:t>
            </a:r>
            <a:r>
              <a:rPr lang="en-US" altLang="ko-KR" dirty="0"/>
              <a:t> = 50 </a:t>
            </a:r>
            <a:r>
              <a:rPr lang="el-GR" altLang="ko-KR" dirty="0"/>
              <a:t>Ω</a:t>
            </a:r>
            <a:r>
              <a:rPr lang="ko-KR" altLang="en-US" dirty="0"/>
              <a:t>을 </a:t>
            </a:r>
            <a:r>
              <a:rPr lang="en-US" altLang="ko-KR" dirty="0"/>
              <a:t>25 </a:t>
            </a:r>
            <a:r>
              <a:rPr lang="el-GR" altLang="ko-KR" dirty="0"/>
              <a:t>Ω </a:t>
            </a:r>
            <a:r>
              <a:rPr lang="ko-KR" altLang="en-US" dirty="0"/>
              <a:t>으로 낮추는 매칭 네트워크의 </a:t>
            </a:r>
            <a:r>
              <a:rPr lang="en-US" altLang="ko-KR" i="1" dirty="0"/>
              <a:t>C</a:t>
            </a:r>
            <a:r>
              <a:rPr lang="en-US" altLang="ko-KR" baseline="-25000" dirty="0"/>
              <a:t>1</a:t>
            </a:r>
            <a:r>
              <a:rPr lang="ko-KR" altLang="en-US" dirty="0"/>
              <a:t>과 </a:t>
            </a:r>
            <a:r>
              <a:rPr lang="en-US" altLang="ko-KR" i="1" dirty="0"/>
              <a:t>L</a:t>
            </a:r>
            <a:r>
              <a:rPr lang="en-US" altLang="ko-KR" baseline="-25000" dirty="0"/>
              <a:t>1</a:t>
            </a:r>
            <a:r>
              <a:rPr lang="ko-KR" altLang="en-US" dirty="0"/>
              <a:t>을 설계</a:t>
            </a:r>
            <a:endParaRPr lang="en-US" altLang="ko-KR" dirty="0"/>
          </a:p>
          <a:p>
            <a:r>
              <a:rPr lang="ko-KR" altLang="en-US" dirty="0"/>
              <a:t>풀이</a:t>
            </a:r>
            <a:endParaRPr lang="en-US" altLang="ko-KR" dirty="0"/>
          </a:p>
          <a:p>
            <a:pPr lvl="1"/>
            <a:r>
              <a:rPr lang="en-US" altLang="ko-KR" dirty="0"/>
              <a:t>1. </a:t>
            </a:r>
            <a:r>
              <a:rPr lang="ko-KR" altLang="en-US" dirty="0"/>
              <a:t>고</a:t>
            </a:r>
            <a:r>
              <a:rPr lang="en-US" altLang="ko-KR" dirty="0"/>
              <a:t>-</a:t>
            </a:r>
            <a:r>
              <a:rPr lang="en-US" altLang="ko-KR" i="1" dirty="0"/>
              <a:t>Q</a:t>
            </a:r>
            <a:r>
              <a:rPr lang="en-US" altLang="ko-KR" dirty="0"/>
              <a:t> </a:t>
            </a:r>
            <a:r>
              <a:rPr lang="ko-KR" altLang="en-US" dirty="0"/>
              <a:t>근사식 적용 시 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ko-KR" altLang="en-US" dirty="0"/>
              <a:t> 오류 발생</a:t>
            </a:r>
            <a:r>
              <a:rPr lang="en-US" altLang="ko-KR" dirty="0"/>
              <a:t>: QP</a:t>
            </a:r>
            <a:r>
              <a:rPr lang="ko-KR" altLang="en-US" dirty="0"/>
              <a:t>가 조건에 부합하지 않음</a:t>
            </a:r>
            <a:endParaRPr lang="en-US" altLang="ko-KR" dirty="0"/>
          </a:p>
          <a:p>
            <a:pPr lvl="2"/>
            <a:endParaRPr lang="en-US" altLang="ko-KR" dirty="0"/>
          </a:p>
          <a:p>
            <a:pPr lvl="3"/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1F02C4-4771-458D-AD49-5691F05A0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92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FE01D3E-5E90-4790-B3F1-9D0CCEA1F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331" y="3475946"/>
            <a:ext cx="5181610" cy="68275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D210741-0155-4134-BD20-214C938E2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187" y="3429000"/>
            <a:ext cx="2459742" cy="62789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CD59EA0-309C-4D49-9986-5A731B4AD9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2819" y="4774466"/>
            <a:ext cx="5477268" cy="32004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D28071A-D57B-4999-A709-4F5443C1DA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0600" y="4686921"/>
            <a:ext cx="1374650" cy="356616"/>
          </a:xfrm>
          <a:prstGeom prst="rect">
            <a:avLst/>
          </a:prstGeom>
        </p:spPr>
      </p:pic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9C03576-0AEA-473B-B20E-9828F5E4393C}"/>
              </a:ext>
            </a:extLst>
          </p:cNvPr>
          <p:cNvCxnSpPr/>
          <p:nvPr/>
        </p:nvCxnSpPr>
        <p:spPr>
          <a:xfrm>
            <a:off x="7930891" y="4906001"/>
            <a:ext cx="4080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51674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143C26-0272-4D32-BBD0-98D3D21D8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8A15FC-A238-4018-8D40-1A567FAAF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ko-KR" dirty="0"/>
              <a:t>2. </a:t>
            </a:r>
            <a:r>
              <a:rPr lang="ko-KR" altLang="en-US" dirty="0"/>
              <a:t>엄밀한 정밀 수식 대입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7C2698-BB4A-4B84-BF68-C08D11148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93</a:t>
            </a:fld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210D324-BF2E-4AAB-9DCF-6C315481E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353" y="1931134"/>
            <a:ext cx="4782322" cy="65532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C9DAF37-92FF-44EB-87D7-F16F96023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353" y="2991219"/>
            <a:ext cx="4215392" cy="29260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FDC773B-113F-4447-B785-366150E4CB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353" y="3640229"/>
            <a:ext cx="5772924" cy="74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96000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563E82-6F03-4883-8685-4B82766AD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9965C68-6DE6-44F0-9EE4-57A1931EA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Capacitive Tap </a:t>
            </a:r>
            <a:r>
              <a:rPr lang="ko-KR" altLang="en-US" dirty="0"/>
              <a:t>회로를 통한 저항 올리기 </a:t>
            </a:r>
            <a:r>
              <a:rPr lang="en-US" altLang="ko-KR" dirty="0"/>
              <a:t>(Up-Transformation)</a:t>
            </a:r>
          </a:p>
          <a:p>
            <a:pPr lvl="1"/>
            <a:r>
              <a:rPr lang="ko-KR" altLang="en-US" dirty="0"/>
              <a:t>직렬 </a:t>
            </a:r>
            <a:r>
              <a:rPr lang="en-US" altLang="ko-KR" i="1" dirty="0"/>
              <a:t>C</a:t>
            </a:r>
            <a:r>
              <a:rPr lang="en-US" altLang="ko-KR" baseline="-25000" dirty="0"/>
              <a:t>1</a:t>
            </a:r>
            <a:r>
              <a:rPr lang="en-US" altLang="ko-KR" dirty="0"/>
              <a:t>, </a:t>
            </a:r>
            <a:r>
              <a:rPr lang="en-US" altLang="ko-KR" i="1" dirty="0"/>
              <a:t>C</a:t>
            </a:r>
            <a:r>
              <a:rPr lang="en-US" altLang="ko-KR" baseline="-25000" dirty="0"/>
              <a:t>2</a:t>
            </a:r>
            <a:r>
              <a:rPr lang="en-US" altLang="ko-KR" dirty="0"/>
              <a:t> </a:t>
            </a:r>
            <a:r>
              <a:rPr lang="ko-KR" altLang="en-US" dirty="0"/>
              <a:t>분배기를 활용하여 </a:t>
            </a:r>
            <a:r>
              <a:rPr lang="en-US" altLang="ko-KR" i="1" dirty="0"/>
              <a:t>R</a:t>
            </a:r>
            <a:r>
              <a:rPr lang="en-US" altLang="ko-KR" baseline="-25000" dirty="0"/>
              <a:t>L</a:t>
            </a:r>
            <a:r>
              <a:rPr lang="ko-KR" altLang="en-US" dirty="0"/>
              <a:t>을 높은 값으로 </a:t>
            </a:r>
            <a:r>
              <a:rPr lang="ko-KR" altLang="en-US" dirty="0" err="1"/>
              <a:t>승압시킴</a:t>
            </a:r>
            <a:endParaRPr lang="en-US" altLang="ko-KR" dirty="0"/>
          </a:p>
          <a:p>
            <a:pPr lvl="1"/>
            <a:r>
              <a:rPr lang="en-US" altLang="ko-KR" b="0" i="0" dirty="0">
                <a:solidFill>
                  <a:srgbClr val="303030"/>
                </a:solidFill>
                <a:effectLst/>
                <a:latin typeface="Google Sans Flex"/>
              </a:rPr>
              <a:t>High-</a:t>
            </a:r>
            <a:r>
              <a:rPr lang="en-US" altLang="ko-KR" b="0" i="1" dirty="0">
                <a:solidFill>
                  <a:srgbClr val="303030"/>
                </a:solidFill>
                <a:effectLst/>
                <a:latin typeface="Google Sans Flex"/>
              </a:rPr>
              <a:t>Q</a:t>
            </a:r>
            <a:r>
              <a:rPr lang="en-US" altLang="ko-KR" b="0" i="0" dirty="0">
                <a:solidFill>
                  <a:srgbClr val="303030"/>
                </a:solidFill>
                <a:effectLst/>
                <a:latin typeface="Google Sans Flex"/>
              </a:rPr>
              <a:t> </a:t>
            </a:r>
            <a:r>
              <a:rPr lang="ko-KR" altLang="en-US" b="0" i="0" dirty="0">
                <a:solidFill>
                  <a:srgbClr val="303030"/>
                </a:solidFill>
                <a:effectLst/>
                <a:latin typeface="Google Sans Flex"/>
              </a:rPr>
              <a:t>근사 시 등가 저항 및 용량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05462E-616F-4DB5-A0F3-48F03394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94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6C594C3-2A23-47E4-A724-28E2A049E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862" y="2746330"/>
            <a:ext cx="2417068" cy="72542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EBE5F66-F01E-47F4-BB24-CA5163CCE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789" y="2840818"/>
            <a:ext cx="1731268" cy="63093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A07CEAE-CD6C-465A-A1A3-4F0541749E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5862" y="4271398"/>
            <a:ext cx="8240275" cy="187668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2E6AE79B-9626-C45E-4BCE-F1E3B64951F4}"/>
                  </a:ext>
                </a:extLst>
              </p14:cNvPr>
              <p14:cNvContentPartPr/>
              <p14:nvPr/>
            </p14:nvContentPartPr>
            <p14:xfrm>
              <a:off x="2851782" y="6350437"/>
              <a:ext cx="1517400" cy="2880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2E6AE79B-9626-C45E-4BCE-F1E3B64951F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16142" y="6314797"/>
                <a:ext cx="158904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00953DF2-4B2C-AA26-FB1D-196A3CC560BB}"/>
                  </a:ext>
                </a:extLst>
              </p14:cNvPr>
              <p14:cNvContentPartPr/>
              <p14:nvPr/>
            </p14:nvContentPartPr>
            <p14:xfrm>
              <a:off x="5063622" y="3548917"/>
              <a:ext cx="1630440" cy="5796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00953DF2-4B2C-AA26-FB1D-196A3CC560B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027982" y="3513277"/>
                <a:ext cx="1702080" cy="12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9256248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F891F8-8990-48F5-825E-6DAB4EC9A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4</a:t>
            </a:r>
            <a:r>
              <a:rPr lang="ko-KR" altLang="en-US" dirty="0"/>
              <a:t>가지 </a:t>
            </a:r>
            <a:r>
              <a:rPr lang="en-US" altLang="ko-KR" dirty="0"/>
              <a:t>L-Section </a:t>
            </a:r>
            <a:r>
              <a:rPr lang="ko-KR" altLang="en-US" dirty="0"/>
              <a:t>토폴로지 및 전압</a:t>
            </a:r>
            <a:r>
              <a:rPr lang="en-US" altLang="ko-KR" dirty="0"/>
              <a:t>/</a:t>
            </a:r>
            <a:r>
              <a:rPr lang="ko-KR" altLang="en-US" dirty="0"/>
              <a:t>전류 변환 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D5E2BB-7E70-4000-9E6E-562ED0DFB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가지 기본 </a:t>
            </a:r>
            <a:r>
              <a:rPr lang="en-US" altLang="ko-KR" dirty="0"/>
              <a:t>L-Section </a:t>
            </a:r>
            <a:r>
              <a:rPr lang="ko-KR" altLang="en-US" dirty="0"/>
              <a:t>매칭 네트워크 토폴로지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C66955-770C-4551-AADA-636CF918E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95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36CDEB4-81AA-4286-A91F-01F35DFE6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085" y="2176669"/>
            <a:ext cx="6781830" cy="3592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66705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19D239-4EAB-4A14-A512-7F48659CF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 2.5.4 Loss in Matching Networks (</a:t>
            </a:r>
            <a:r>
              <a:rPr lang="ko-KR" altLang="en-US" dirty="0"/>
              <a:t>매칭 네트워크의 손실</a:t>
            </a:r>
            <a:r>
              <a:rPr lang="en-US" altLang="ko-KR" dirty="0"/>
              <a:t>)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8EC1BA-D585-4901-A273-6DE7E262B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인덕터 기생 저항에 의한 손실</a:t>
            </a:r>
            <a:r>
              <a:rPr lang="en-US" altLang="ko-KR" dirty="0"/>
              <a:t>(Loss) </a:t>
            </a:r>
            <a:r>
              <a:rPr lang="ko-KR" altLang="en-US" dirty="0"/>
              <a:t>분석</a:t>
            </a:r>
            <a:endParaRPr lang="en-US" altLang="ko-KR" dirty="0"/>
          </a:p>
          <a:p>
            <a:pPr lvl="1"/>
            <a:r>
              <a:rPr lang="ko-KR" altLang="en-US" dirty="0"/>
              <a:t>이상적인 수동 매칭 네트워크와 달리 실제 인덕터에는 기생 저항이 존재하여 전력 손실을 유발함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Case 1: </a:t>
            </a:r>
            <a:r>
              <a:rPr lang="ko-KR" altLang="en-US" dirty="0"/>
              <a:t>직렬 손실 저항 </a:t>
            </a:r>
            <a:r>
              <a:rPr lang="en-US" altLang="ko-KR" i="1" dirty="0"/>
              <a:t>R</a:t>
            </a:r>
            <a:r>
              <a:rPr lang="en-US" altLang="ko-KR" baseline="-25000" dirty="0"/>
              <a:t>S</a:t>
            </a:r>
            <a:r>
              <a:rPr lang="ko-KR" altLang="en-US" dirty="0"/>
              <a:t>를 갖는 매칭 회로</a:t>
            </a:r>
            <a:endParaRPr lang="en-US" altLang="ko-KR" dirty="0"/>
          </a:p>
          <a:p>
            <a:pPr lvl="1"/>
            <a:r>
              <a:rPr lang="ko-KR" altLang="en-US" dirty="0"/>
              <a:t>입력 전력 대비 부하 전력의 비율인 전력 손실 공식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052A30-B770-43F8-BCD6-CF6934D8C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96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EF21CE3-EEC2-49E4-A5FB-26D54B1F9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8233" y="4635209"/>
            <a:ext cx="4715533" cy="208626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62DA38E-544A-4C10-871C-C5EE26E01F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252" y="3669208"/>
            <a:ext cx="1935484" cy="68580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4B6C59D-B6ED-4A3A-AF4E-C7F5F898B5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9329" y="3649396"/>
            <a:ext cx="3557024" cy="72542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4BDF898-604F-4465-A74E-B849439AB1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2099" y="3473001"/>
            <a:ext cx="2011684" cy="1255778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E332A850-7209-935F-8927-D0D75AADCE12}"/>
              </a:ext>
            </a:extLst>
          </p:cNvPr>
          <p:cNvGrpSpPr/>
          <p:nvPr/>
        </p:nvGrpSpPr>
        <p:grpSpPr>
          <a:xfrm>
            <a:off x="9229182" y="2454877"/>
            <a:ext cx="1029600" cy="853200"/>
            <a:chOff x="9229182" y="2454877"/>
            <a:chExt cx="1029600" cy="85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E2779F2B-8229-A649-FBAF-DFDCCB218E53}"/>
                    </a:ext>
                  </a:extLst>
                </p14:cNvPr>
                <p14:cNvContentPartPr/>
                <p14:nvPr/>
              </p14:nvContentPartPr>
              <p14:xfrm>
                <a:off x="9476862" y="2454877"/>
                <a:ext cx="39960" cy="44964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E2779F2B-8229-A649-FBAF-DFDCCB218E5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440862" y="2418877"/>
                  <a:ext cx="111600" cy="52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B09FCBE0-8D5E-5976-F5D8-6748E0FF8153}"/>
                    </a:ext>
                  </a:extLst>
                </p14:cNvPr>
                <p14:cNvContentPartPr/>
                <p14:nvPr/>
              </p14:nvContentPartPr>
              <p14:xfrm>
                <a:off x="9487662" y="2460277"/>
                <a:ext cx="708480" cy="71640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B09FCBE0-8D5E-5976-F5D8-6748E0FF815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452022" y="2424277"/>
                  <a:ext cx="780120" cy="78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46AD90F3-83EA-B80B-0E25-D5D56BB68ABD}"/>
                    </a:ext>
                  </a:extLst>
                </p14:cNvPr>
                <p14:cNvContentPartPr/>
                <p14:nvPr/>
              </p14:nvContentPartPr>
              <p14:xfrm>
                <a:off x="9477222" y="2457397"/>
                <a:ext cx="64800" cy="83772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46AD90F3-83EA-B80B-0E25-D5D56BB68AB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441582" y="2421397"/>
                  <a:ext cx="136440" cy="90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3E62B297-D3C0-BA09-596D-69D624A31EC9}"/>
                    </a:ext>
                  </a:extLst>
                </p14:cNvPr>
                <p14:cNvContentPartPr/>
                <p14:nvPr/>
              </p14:nvContentPartPr>
              <p14:xfrm>
                <a:off x="10038102" y="3142477"/>
                <a:ext cx="62280" cy="16560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3E62B297-D3C0-BA09-596D-69D624A31EC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002102" y="3106837"/>
                  <a:ext cx="13392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0FB9CAD5-BA1E-E22F-B3E2-D0673C8A371A}"/>
                    </a:ext>
                  </a:extLst>
                </p14:cNvPr>
                <p14:cNvContentPartPr/>
                <p14:nvPr/>
              </p14:nvContentPartPr>
              <p14:xfrm>
                <a:off x="9491262" y="3218437"/>
                <a:ext cx="432360" cy="3888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0FB9CAD5-BA1E-E22F-B3E2-D0673C8A371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455262" y="3182797"/>
                  <a:ext cx="5040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65E70D13-5C2B-A2D0-5770-EC030CC8967F}"/>
                    </a:ext>
                  </a:extLst>
                </p14:cNvPr>
                <p14:cNvContentPartPr/>
                <p14:nvPr/>
              </p14:nvContentPartPr>
              <p14:xfrm>
                <a:off x="9229182" y="2626957"/>
                <a:ext cx="942480" cy="22536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65E70D13-5C2B-A2D0-5770-EC030CC8967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193182" y="2590957"/>
                  <a:ext cx="101412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780EC6A9-732C-07F2-7D41-A5C53DE4D8E4}"/>
                    </a:ext>
                  </a:extLst>
                </p14:cNvPr>
                <p14:cNvContentPartPr/>
                <p14:nvPr/>
              </p14:nvContentPartPr>
              <p14:xfrm>
                <a:off x="10053942" y="2624077"/>
                <a:ext cx="204840" cy="1764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780EC6A9-732C-07F2-7D41-A5C53DE4D8E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017942" y="2588077"/>
                  <a:ext cx="2764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5362C7BF-C689-71B1-C7D5-E619B1AC61FD}"/>
                    </a:ext>
                  </a:extLst>
                </p14:cNvPr>
                <p14:cNvContentPartPr/>
                <p14:nvPr/>
              </p14:nvContentPartPr>
              <p14:xfrm>
                <a:off x="9931902" y="2581597"/>
                <a:ext cx="277920" cy="2628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5362C7BF-C689-71B1-C7D5-E619B1AC61F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896262" y="2545597"/>
                  <a:ext cx="3495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317A721D-A8DF-4E2F-1C40-9D67BBCD22B0}"/>
                    </a:ext>
                  </a:extLst>
                </p14:cNvPr>
                <p14:cNvContentPartPr/>
                <p14:nvPr/>
              </p14:nvContentPartPr>
              <p14:xfrm>
                <a:off x="9274542" y="2887237"/>
                <a:ext cx="937800" cy="22284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317A721D-A8DF-4E2F-1C40-9D67BBCD22B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238542" y="2851237"/>
                  <a:ext cx="100944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054011D2-FDCA-D40A-2AC4-2C34FEF93433}"/>
                    </a:ext>
                  </a:extLst>
                </p14:cNvPr>
                <p14:cNvContentPartPr/>
                <p14:nvPr/>
              </p14:nvContentPartPr>
              <p14:xfrm>
                <a:off x="9548862" y="3113677"/>
                <a:ext cx="620640" cy="9000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054011D2-FDCA-D40A-2AC4-2C34FEF9343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512862" y="3077677"/>
                  <a:ext cx="692280" cy="161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4546727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610375-352E-4422-B8E2-6B2653D7C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D81041-36A8-4181-9DEF-28EC6B07A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Case 2: </a:t>
            </a:r>
            <a:r>
              <a:rPr lang="ko-KR" altLang="en-US" dirty="0"/>
              <a:t>병렬 손실 저항 </a:t>
            </a:r>
            <a:r>
              <a:rPr lang="en-US" altLang="ko-KR" i="1" dirty="0"/>
              <a:t>R</a:t>
            </a:r>
            <a:r>
              <a:rPr lang="en-US" altLang="ko-KR" baseline="-25000" dirty="0"/>
              <a:t>P</a:t>
            </a:r>
            <a:r>
              <a:rPr lang="ko-KR" altLang="en-US" dirty="0"/>
              <a:t>를 갖는 매칭 회로 </a:t>
            </a:r>
            <a:endParaRPr lang="en-US" altLang="ko-KR" dirty="0"/>
          </a:p>
          <a:p>
            <a:pPr lvl="1"/>
            <a:r>
              <a:rPr lang="ko-KR" altLang="en-US" dirty="0"/>
              <a:t>병렬 기생 저항에 의한 전력 손실 공식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5463D6-E4DF-4ACC-86DF-50A373BD2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97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FD2B92D-1BFA-41E8-96D5-03E5BC7210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7549" y="4824288"/>
            <a:ext cx="4848902" cy="178142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D797F5C-55B1-4F84-B7C0-D1162B59B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773" y="2394721"/>
            <a:ext cx="2502414" cy="138379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7686AC6-9A27-42D6-B305-C097270A90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459" y="2606043"/>
            <a:ext cx="1252730" cy="67361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64E9DAC-A005-4B6E-87FF-2EDB859313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5192" y="2555222"/>
            <a:ext cx="1886716" cy="62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2639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4993C7-36CD-4373-95A6-819ECD501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2.6 Scattering Parameters: </a:t>
            </a:r>
            <a:r>
              <a:rPr lang="ko-KR" altLang="en-US" dirty="0"/>
              <a:t>배경 및 도입 이유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A64804-E12A-4DBA-A114-9577CF6D9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고주파</a:t>
            </a:r>
            <a:r>
              <a:rPr lang="en-US" altLang="ko-KR" dirty="0"/>
              <a:t>/RF </a:t>
            </a:r>
            <a:r>
              <a:rPr lang="ko-KR" altLang="en-US" dirty="0"/>
              <a:t>영역에서의 전압</a:t>
            </a:r>
            <a:r>
              <a:rPr lang="en-US" altLang="ko-KR" dirty="0"/>
              <a:t>·</a:t>
            </a:r>
            <a:r>
              <a:rPr lang="ko-KR" altLang="en-US" dirty="0"/>
              <a:t>전류 측정 한계</a:t>
            </a:r>
            <a:endParaRPr lang="en-US" altLang="ko-KR" dirty="0"/>
          </a:p>
          <a:p>
            <a:pPr lvl="1"/>
            <a:r>
              <a:rPr lang="ko-KR" altLang="en-US" dirty="0"/>
              <a:t>마이크로파</a:t>
            </a:r>
            <a:r>
              <a:rPr lang="en-US" altLang="ko-KR" dirty="0"/>
              <a:t>/RF </a:t>
            </a:r>
            <a:r>
              <a:rPr lang="ko-KR" altLang="en-US" dirty="0"/>
              <a:t>이론의 관점</a:t>
            </a:r>
            <a:r>
              <a:rPr lang="en-US" altLang="ko-KR" dirty="0"/>
              <a:t>: </a:t>
            </a:r>
            <a:r>
              <a:rPr lang="ko-KR" altLang="en-US" dirty="0"/>
              <a:t>저주파 회로와 달리 고주파 </a:t>
            </a:r>
            <a:r>
              <a:rPr lang="en-US" altLang="ko-KR" dirty="0"/>
              <a:t>RF </a:t>
            </a:r>
            <a:r>
              <a:rPr lang="ko-KR" altLang="en-US" dirty="0"/>
              <a:t>대역에서는 전압이나 전류 대신 전력</a:t>
            </a:r>
            <a:r>
              <a:rPr lang="en-US" altLang="ko-KR" dirty="0"/>
              <a:t>(Power) </a:t>
            </a:r>
            <a:r>
              <a:rPr lang="ko-KR" altLang="en-US" dirty="0"/>
              <a:t>및 파동</a:t>
            </a:r>
            <a:r>
              <a:rPr lang="en-US" altLang="ko-KR" dirty="0"/>
              <a:t>(Wave) </a:t>
            </a:r>
            <a:r>
              <a:rPr lang="ko-KR" altLang="en-US" dirty="0"/>
              <a:t>전달 관점으로 시스템을 해석함</a:t>
            </a:r>
            <a:endParaRPr lang="en-US" altLang="ko-KR" dirty="0"/>
          </a:p>
          <a:p>
            <a:pPr lvl="1"/>
            <a:r>
              <a:rPr lang="ko-KR" altLang="en-US" dirty="0"/>
              <a:t>이유 </a:t>
            </a:r>
            <a:r>
              <a:rPr lang="en-US" altLang="ko-KR" dirty="0"/>
              <a:t>1 (</a:t>
            </a:r>
            <a:r>
              <a:rPr lang="ko-KR" altLang="en-US" dirty="0"/>
              <a:t>전력 전달</a:t>
            </a:r>
            <a:r>
              <a:rPr lang="en-US" altLang="ko-KR" dirty="0"/>
              <a:t>): RF </a:t>
            </a:r>
            <a:r>
              <a:rPr lang="ko-KR" altLang="en-US" dirty="0"/>
              <a:t>신호 전송은 한 단에서 다음 단으로 에너지를 얼마나 효율적으로 전달</a:t>
            </a:r>
            <a:r>
              <a:rPr lang="en-US" altLang="ko-KR" dirty="0"/>
              <a:t>(Power Transfer)</a:t>
            </a:r>
            <a:r>
              <a:rPr lang="ko-KR" altLang="en-US" dirty="0" err="1"/>
              <a:t>하는가가</a:t>
            </a:r>
            <a:r>
              <a:rPr lang="ko-KR" altLang="en-US" dirty="0"/>
              <a:t> 핵심임</a:t>
            </a:r>
            <a:endParaRPr lang="en-US" altLang="ko-KR" dirty="0"/>
          </a:p>
          <a:p>
            <a:pPr lvl="1"/>
            <a:r>
              <a:rPr lang="ko-KR" altLang="en-US" dirty="0"/>
              <a:t>이유 </a:t>
            </a:r>
            <a:r>
              <a:rPr lang="en-US" altLang="ko-KR" dirty="0"/>
              <a:t>2 (</a:t>
            </a:r>
            <a:r>
              <a:rPr lang="ko-KR" altLang="en-US" dirty="0"/>
              <a:t>측정의 난이도</a:t>
            </a:r>
            <a:r>
              <a:rPr lang="en-US" altLang="ko-KR" dirty="0"/>
              <a:t>): GHz </a:t>
            </a:r>
            <a:r>
              <a:rPr lang="ko-KR" altLang="en-US" dirty="0"/>
              <a:t>고주파 대역에서 특정 노드의 전압과 전류를 정밀 측정하는 것은 기생 성분과 반사 현상 때문에 극도로 어려우나</a:t>
            </a:r>
            <a:r>
              <a:rPr lang="en-US" altLang="ko-KR" dirty="0"/>
              <a:t>, </a:t>
            </a:r>
            <a:r>
              <a:rPr lang="ko-KR" altLang="en-US" dirty="0"/>
              <a:t>평균 전력</a:t>
            </a:r>
            <a:r>
              <a:rPr lang="en-US" altLang="ko-KR" dirty="0"/>
              <a:t>(Average Power) </a:t>
            </a:r>
            <a:r>
              <a:rPr lang="ko-KR" altLang="en-US" dirty="0"/>
              <a:t>측정은 매우 정밀하고 명확함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3E8FF7-4B5F-45C2-B7FD-BE9AE5E24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98</a:t>
            </a:fld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3861329-A59C-95E7-9DD9-7531DAF8C782}"/>
              </a:ext>
            </a:extLst>
          </p:cNvPr>
          <p:cNvGrpSpPr/>
          <p:nvPr/>
        </p:nvGrpSpPr>
        <p:grpSpPr>
          <a:xfrm>
            <a:off x="5848782" y="4956877"/>
            <a:ext cx="1628280" cy="1212480"/>
            <a:chOff x="5848782" y="4956877"/>
            <a:chExt cx="1628280" cy="1212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778096F9-BBB6-6F7C-7754-BBD5FAD6CAB0}"/>
                    </a:ext>
                  </a:extLst>
                </p14:cNvPr>
                <p14:cNvContentPartPr/>
                <p14:nvPr/>
              </p14:nvContentPartPr>
              <p14:xfrm>
                <a:off x="5867862" y="4994677"/>
                <a:ext cx="39240" cy="117468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778096F9-BBB6-6F7C-7754-BBD5FAD6CAB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832222" y="4959037"/>
                  <a:ext cx="110880" cy="12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05456493-177E-0FCB-E49C-D20E36267D67}"/>
                    </a:ext>
                  </a:extLst>
                </p14:cNvPr>
                <p14:cNvContentPartPr/>
                <p14:nvPr/>
              </p14:nvContentPartPr>
              <p14:xfrm>
                <a:off x="7283742" y="4956877"/>
                <a:ext cx="61560" cy="91800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05456493-177E-0FCB-E49C-D20E36267D6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248102" y="4920877"/>
                  <a:ext cx="133200" cy="9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8BFD07A4-34E5-CC5C-CA8A-C06BB6DCB9EC}"/>
                    </a:ext>
                  </a:extLst>
                </p14:cNvPr>
                <p14:cNvContentPartPr/>
                <p14:nvPr/>
              </p14:nvContentPartPr>
              <p14:xfrm>
                <a:off x="5875782" y="5186557"/>
                <a:ext cx="1601280" cy="51408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8BFD07A4-34E5-CC5C-CA8A-C06BB6DCB9E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840142" y="5150917"/>
                  <a:ext cx="1672920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56B8EF14-BC51-C7EE-3EAA-7EF1358B33F3}"/>
                    </a:ext>
                  </a:extLst>
                </p14:cNvPr>
                <p14:cNvContentPartPr/>
                <p14:nvPr/>
              </p14:nvContentPartPr>
              <p14:xfrm>
                <a:off x="5848782" y="5127157"/>
                <a:ext cx="668160" cy="11160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56B8EF14-BC51-C7EE-3EAA-7EF1358B33F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812782" y="5091517"/>
                  <a:ext cx="739800" cy="18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ABC032C0-6915-4D87-D5C4-4B38AB636689}"/>
              </a:ext>
            </a:extLst>
          </p:cNvPr>
          <p:cNvGrpSpPr/>
          <p:nvPr/>
        </p:nvGrpSpPr>
        <p:grpSpPr>
          <a:xfrm>
            <a:off x="8960982" y="4974517"/>
            <a:ext cx="1229040" cy="1128600"/>
            <a:chOff x="8960982" y="4974517"/>
            <a:chExt cx="1229040" cy="1128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2F356505-6737-3B9E-E27B-8650DDEBD36A}"/>
                    </a:ext>
                  </a:extLst>
                </p14:cNvPr>
                <p14:cNvContentPartPr/>
                <p14:nvPr/>
              </p14:nvContentPartPr>
              <p14:xfrm>
                <a:off x="8960982" y="4974517"/>
                <a:ext cx="60480" cy="112860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2F356505-6737-3B9E-E27B-8650DDEBD36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925342" y="4938517"/>
                  <a:ext cx="132120" cy="12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A0246143-AC5B-5B47-28FF-FEECAB6264F5}"/>
                    </a:ext>
                  </a:extLst>
                </p14:cNvPr>
                <p14:cNvContentPartPr/>
                <p14:nvPr/>
              </p14:nvContentPartPr>
              <p14:xfrm>
                <a:off x="10137462" y="5036437"/>
                <a:ext cx="52560" cy="85788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A0246143-AC5B-5B47-28FF-FEECAB6264F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101822" y="5000797"/>
                  <a:ext cx="124200" cy="9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3E24AA37-5FD4-BE6E-F128-34B805D22196}"/>
                    </a:ext>
                  </a:extLst>
                </p14:cNvPr>
                <p14:cNvContentPartPr/>
                <p14:nvPr/>
              </p14:nvContentPartPr>
              <p14:xfrm>
                <a:off x="9016782" y="5236237"/>
                <a:ext cx="1067400" cy="80136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3E24AA37-5FD4-BE6E-F128-34B805D2219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980782" y="5200597"/>
                  <a:ext cx="1139040" cy="873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7215921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0B5D6B-0DB1-48F1-A977-9DD7BB9CC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F13453-A07F-4047-B80F-71B3A085B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파동 전파 및 임피던스 정합 개념</a:t>
            </a:r>
            <a:endParaRPr lang="en-US" altLang="ko-KR" dirty="0"/>
          </a:p>
          <a:p>
            <a:pPr lvl="1"/>
            <a:r>
              <a:rPr lang="ko-KR" altLang="en-US" dirty="0"/>
              <a:t>회로 모델</a:t>
            </a:r>
            <a:r>
              <a:rPr lang="en-US" altLang="ko-KR" dirty="0"/>
              <a:t>: </a:t>
            </a:r>
            <a:r>
              <a:rPr lang="ko-KR" altLang="en-US" dirty="0"/>
              <a:t>신호원 임피던스 </a:t>
            </a:r>
            <a:r>
              <a:rPr lang="en-US" altLang="ko-KR" i="1" dirty="0"/>
              <a:t>R</a:t>
            </a:r>
            <a:r>
              <a:rPr lang="en-US" altLang="ko-KR" baseline="-25000" dirty="0"/>
              <a:t>S</a:t>
            </a:r>
            <a:r>
              <a:rPr lang="ko-KR" altLang="en-US" dirty="0"/>
              <a:t>와 부하 </a:t>
            </a:r>
            <a:r>
              <a:rPr lang="en-US" altLang="ko-KR" i="1" dirty="0"/>
              <a:t>R</a:t>
            </a:r>
            <a:r>
              <a:rPr lang="en-US" altLang="ko-KR" baseline="-25000" dirty="0"/>
              <a:t>L</a:t>
            </a:r>
            <a:r>
              <a:rPr lang="en-US" altLang="ko-KR" dirty="0"/>
              <a:t> (= </a:t>
            </a:r>
            <a:r>
              <a:rPr lang="en-US" altLang="ko-KR" i="1" dirty="0"/>
              <a:t>R</a:t>
            </a:r>
            <a:r>
              <a:rPr lang="en-US" altLang="ko-KR" baseline="-25000" dirty="0"/>
              <a:t>S</a:t>
            </a:r>
            <a:r>
              <a:rPr lang="en-US" altLang="ko-KR" dirty="0"/>
              <a:t>) </a:t>
            </a:r>
            <a:r>
              <a:rPr lang="ko-KR" altLang="en-US" dirty="0"/>
              <a:t>사이에 </a:t>
            </a:r>
            <a:r>
              <a:rPr lang="en-US" altLang="ko-KR" i="1" dirty="0"/>
              <a:t>L</a:t>
            </a:r>
            <a:r>
              <a:rPr lang="en-US" altLang="ko-KR" baseline="-25000" dirty="0"/>
              <a:t>1</a:t>
            </a:r>
            <a:r>
              <a:rPr lang="en-US" altLang="ko-KR" dirty="0"/>
              <a:t> - </a:t>
            </a:r>
            <a:r>
              <a:rPr lang="en-US" altLang="ko-KR" i="1" dirty="0"/>
              <a:t>C</a:t>
            </a:r>
            <a:r>
              <a:rPr lang="en-US" altLang="ko-KR" baseline="-25000" dirty="0"/>
              <a:t>1</a:t>
            </a:r>
            <a:r>
              <a:rPr lang="en-US" altLang="ko-KR" dirty="0"/>
              <a:t> </a:t>
            </a:r>
            <a:r>
              <a:rPr lang="ko-KR" altLang="en-US" dirty="0"/>
              <a:t>직렬 공진 회로 배치</a:t>
            </a:r>
            <a:endParaRPr lang="en-US" altLang="ko-KR" dirty="0"/>
          </a:p>
          <a:p>
            <a:pPr lvl="1"/>
            <a:r>
              <a:rPr lang="ko-KR" altLang="en-US" dirty="0"/>
              <a:t>공진 조건</a:t>
            </a:r>
            <a:endParaRPr lang="en-US" altLang="ko-KR" dirty="0"/>
          </a:p>
          <a:p>
            <a:pPr lvl="2"/>
            <a:r>
              <a:rPr lang="en-US" altLang="ko-KR" i="1" dirty="0"/>
              <a:t>L</a:t>
            </a:r>
            <a:r>
              <a:rPr lang="en-US" altLang="ko-KR" baseline="-25000" dirty="0"/>
              <a:t>1</a:t>
            </a:r>
            <a:r>
              <a:rPr lang="ko-KR" altLang="en-US" dirty="0"/>
              <a:t>과 </a:t>
            </a:r>
            <a:r>
              <a:rPr lang="en-US" altLang="ko-KR" i="1" dirty="0"/>
              <a:t>C</a:t>
            </a:r>
            <a:r>
              <a:rPr lang="en-US" altLang="ko-KR" baseline="-25000" dirty="0"/>
              <a:t>1</a:t>
            </a:r>
            <a:r>
              <a:rPr lang="ko-KR" altLang="en-US" dirty="0"/>
              <a:t>이 단락</a:t>
            </a:r>
            <a:r>
              <a:rPr lang="en-US" altLang="ko-KR" dirty="0"/>
              <a:t>(Short) </a:t>
            </a:r>
            <a:r>
              <a:rPr lang="ko-KR" altLang="en-US" dirty="0"/>
              <a:t>상태가 되어 </a:t>
            </a:r>
            <a:r>
              <a:rPr lang="ko-KR" altLang="en-US" dirty="0" err="1"/>
              <a:t>복소</a:t>
            </a:r>
            <a:r>
              <a:rPr lang="ko-KR" altLang="en-US" dirty="0"/>
              <a:t> </a:t>
            </a:r>
            <a:r>
              <a:rPr lang="ko-KR" altLang="en-US" dirty="0" err="1"/>
              <a:t>공액</a:t>
            </a:r>
            <a:r>
              <a:rPr lang="ko-KR" altLang="en-US" dirty="0"/>
              <a:t> 정합</a:t>
            </a:r>
            <a:r>
              <a:rPr lang="en-US" altLang="ko-KR" dirty="0"/>
              <a:t>(Conjugate Match) </a:t>
            </a:r>
            <a:r>
              <a:rPr lang="ko-KR" altLang="en-US" dirty="0"/>
              <a:t>형성</a:t>
            </a:r>
            <a:endParaRPr lang="en-US" altLang="ko-KR" dirty="0"/>
          </a:p>
          <a:p>
            <a:pPr lvl="2"/>
            <a:r>
              <a:rPr lang="ko-KR" altLang="en-US" dirty="0"/>
              <a:t>신호원에서 발생한 </a:t>
            </a:r>
            <a:r>
              <a:rPr lang="ko-KR" altLang="en-US" dirty="0" err="1"/>
              <a:t>입사파</a:t>
            </a:r>
            <a:r>
              <a:rPr lang="en-US" altLang="ko-KR" dirty="0"/>
              <a:t>(Incident Wave) </a:t>
            </a:r>
            <a:r>
              <a:rPr lang="ko-KR" altLang="en-US" dirty="0"/>
              <a:t>전력이 부하 </a:t>
            </a:r>
            <a:r>
              <a:rPr lang="en-US" altLang="ko-KR" i="1" dirty="0"/>
              <a:t>R</a:t>
            </a:r>
            <a:r>
              <a:rPr lang="en-US" altLang="ko-KR" baseline="-25000" dirty="0"/>
              <a:t>L</a:t>
            </a:r>
            <a:r>
              <a:rPr lang="ko-KR" altLang="en-US" dirty="0"/>
              <a:t>에 </a:t>
            </a:r>
            <a:r>
              <a:rPr lang="en-US" altLang="ko-KR" dirty="0"/>
              <a:t>100% </a:t>
            </a:r>
            <a:r>
              <a:rPr lang="ko-KR" altLang="en-US" dirty="0"/>
              <a:t>흡수됨</a:t>
            </a:r>
            <a:endParaRPr lang="en-US" altLang="ko-KR" dirty="0"/>
          </a:p>
          <a:p>
            <a:pPr lvl="1"/>
            <a:r>
              <a:rPr lang="ko-KR" altLang="en-US" dirty="0" err="1"/>
              <a:t>비공진</a:t>
            </a:r>
            <a:r>
              <a:rPr lang="ko-KR" altLang="en-US" dirty="0"/>
              <a:t> 조건</a:t>
            </a:r>
            <a:endParaRPr lang="en-US" altLang="ko-KR" dirty="0"/>
          </a:p>
          <a:p>
            <a:pPr lvl="2"/>
            <a:r>
              <a:rPr lang="ko-KR" altLang="en-US" dirty="0"/>
              <a:t>입력 포트에서 반사</a:t>
            </a:r>
            <a:r>
              <a:rPr lang="en-US" altLang="ko-KR" dirty="0"/>
              <a:t>(Reflection)</a:t>
            </a:r>
            <a:r>
              <a:rPr lang="ko-KR" altLang="en-US" dirty="0"/>
              <a:t>가 발생하여 신호원으로 돌아가는 반사파</a:t>
            </a:r>
            <a:r>
              <a:rPr lang="en-US" altLang="ko-KR" dirty="0"/>
              <a:t>(Reflected Wave)</a:t>
            </a:r>
            <a:r>
              <a:rPr lang="ko-KR" altLang="en-US" dirty="0"/>
              <a:t>가 생성됨</a:t>
            </a:r>
            <a:endParaRPr lang="en-US" altLang="ko-KR" dirty="0"/>
          </a:p>
          <a:p>
            <a:pPr lvl="2"/>
            <a:r>
              <a:rPr lang="ko-KR" altLang="en-US" dirty="0"/>
              <a:t>핵심 법칙</a:t>
            </a:r>
            <a:r>
              <a:rPr lang="en-US" altLang="ko-KR" dirty="0"/>
              <a:t>: </a:t>
            </a:r>
            <a:r>
              <a:rPr lang="ko-KR" altLang="en-US" dirty="0"/>
              <a:t>입사 전력과 반사 전력의 차이가 곧 회로 내부로 전달된 유효 전력을 결정함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C4E127-1704-4A80-A0CD-DA62002C2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99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B8BB0E2-453C-469C-AB78-ECBDA4521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365" y="4911472"/>
            <a:ext cx="4077269" cy="181000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6B520D9-335B-4A9C-A74B-B81EF76D3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357" y="2574270"/>
            <a:ext cx="1636780" cy="381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EBC841-5CBA-48C6-BE31-4C7B443535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6387" y="3607893"/>
            <a:ext cx="163678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28523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897578-016B-434D-B8BB-EFA3E6DAD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포트 회로망에서의 </a:t>
            </a:r>
            <a:r>
              <a:rPr lang="ko-KR" altLang="en-US" dirty="0" err="1"/>
              <a:t>입사파</a:t>
            </a:r>
            <a:r>
              <a:rPr lang="en-US" altLang="ko-KR" dirty="0"/>
              <a:t>·</a:t>
            </a:r>
            <a:r>
              <a:rPr lang="ko-KR" altLang="en-US" dirty="0"/>
              <a:t>반사파 정의 및 </a:t>
            </a:r>
            <a:r>
              <a:rPr lang="en-US" altLang="ko-KR" dirty="0"/>
              <a:t>S-</a:t>
            </a:r>
            <a:r>
              <a:rPr lang="ko-KR" altLang="en-US" dirty="0"/>
              <a:t>파라미터 행렬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AC1256-B71F-4AA3-B4C1-934E82DC8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포트 네트워크</a:t>
            </a:r>
            <a:r>
              <a:rPr lang="en-US" altLang="ko-KR" dirty="0"/>
              <a:t>(2-Port Network)</a:t>
            </a:r>
            <a:r>
              <a:rPr lang="ko-KR" altLang="en-US" dirty="0"/>
              <a:t>의 파동 전압 정의</a:t>
            </a:r>
            <a:endParaRPr lang="en-US" altLang="ko-KR" dirty="0"/>
          </a:p>
          <a:p>
            <a:pPr lvl="1"/>
            <a:r>
              <a:rPr lang="ko-KR" altLang="en-US" dirty="0"/>
              <a:t>포트 </a:t>
            </a:r>
            <a:r>
              <a:rPr lang="en-US" altLang="ko-KR" dirty="0"/>
              <a:t>1 (</a:t>
            </a:r>
            <a:r>
              <a:rPr lang="ko-KR" altLang="en-US" dirty="0" err="1"/>
              <a:t>입력단</a:t>
            </a:r>
            <a:r>
              <a:rPr lang="en-US" altLang="ko-KR" dirty="0"/>
              <a:t>):</a:t>
            </a:r>
          </a:p>
          <a:p>
            <a:pPr lvl="2"/>
            <a:r>
              <a:rPr lang="en-US" altLang="ko-KR" i="1" dirty="0"/>
              <a:t>V</a:t>
            </a:r>
            <a:r>
              <a:rPr lang="en-US" altLang="ko-KR" baseline="-25000" dirty="0"/>
              <a:t>1</a:t>
            </a:r>
            <a:r>
              <a:rPr lang="en-US" altLang="ko-KR" baseline="30000" dirty="0"/>
              <a:t>+</a:t>
            </a:r>
            <a:r>
              <a:rPr lang="en-US" altLang="ko-KR" dirty="0"/>
              <a:t> : </a:t>
            </a:r>
            <a:r>
              <a:rPr lang="ko-KR" altLang="en-US" dirty="0"/>
              <a:t>포트 </a:t>
            </a:r>
            <a:r>
              <a:rPr lang="en-US" altLang="ko-KR" dirty="0"/>
              <a:t>1</a:t>
            </a:r>
            <a:r>
              <a:rPr lang="ko-KR" altLang="en-US" dirty="0"/>
              <a:t>로 들어가는 입사 파동 전압 </a:t>
            </a:r>
            <a:r>
              <a:rPr lang="en-US" altLang="ko-KR" dirty="0"/>
              <a:t>(Incident Wave)</a:t>
            </a:r>
          </a:p>
          <a:p>
            <a:pPr lvl="2"/>
            <a:r>
              <a:rPr lang="en-US" altLang="ko-KR" i="1" dirty="0"/>
              <a:t>V</a:t>
            </a:r>
            <a:r>
              <a:rPr lang="en-US" altLang="ko-KR" baseline="-25000" dirty="0"/>
              <a:t>1</a:t>
            </a:r>
            <a:r>
              <a:rPr lang="en-US" altLang="ko-KR" baseline="30000" dirty="0"/>
              <a:t>-</a:t>
            </a:r>
            <a:r>
              <a:rPr lang="en-US" altLang="ko-KR" dirty="0"/>
              <a:t> : </a:t>
            </a:r>
            <a:r>
              <a:rPr lang="ko-KR" altLang="en-US" dirty="0"/>
              <a:t>포트 </a:t>
            </a:r>
            <a:r>
              <a:rPr lang="en-US" altLang="ko-KR" dirty="0"/>
              <a:t>1</a:t>
            </a:r>
            <a:r>
              <a:rPr lang="ko-KR" altLang="en-US" dirty="0"/>
              <a:t>에서 나오는 반사 파동 전압 </a:t>
            </a:r>
            <a:r>
              <a:rPr lang="en-US" altLang="ko-KR" dirty="0"/>
              <a:t>(Reflected Wave)</a:t>
            </a:r>
          </a:p>
          <a:p>
            <a:pPr lvl="1"/>
            <a:r>
              <a:rPr lang="ko-KR" altLang="en-US" dirty="0"/>
              <a:t>포트 </a:t>
            </a:r>
            <a:r>
              <a:rPr lang="en-US" altLang="ko-KR" dirty="0"/>
              <a:t>2 (</a:t>
            </a:r>
            <a:r>
              <a:rPr lang="ko-KR" altLang="en-US" dirty="0" err="1"/>
              <a:t>출력단</a:t>
            </a:r>
            <a:r>
              <a:rPr lang="en-US" altLang="ko-KR" dirty="0"/>
              <a:t>):</a:t>
            </a:r>
          </a:p>
          <a:p>
            <a:pPr lvl="2"/>
            <a:r>
              <a:rPr lang="en-US" altLang="ko-KR" i="1" dirty="0"/>
              <a:t>V</a:t>
            </a:r>
            <a:r>
              <a:rPr lang="en-US" altLang="ko-KR" baseline="-25000" dirty="0"/>
              <a:t>2</a:t>
            </a:r>
            <a:r>
              <a:rPr lang="en-US" altLang="ko-KR" baseline="30000" dirty="0"/>
              <a:t>+</a:t>
            </a:r>
            <a:r>
              <a:rPr lang="en-US" altLang="ko-KR" dirty="0"/>
              <a:t> : </a:t>
            </a:r>
            <a:r>
              <a:rPr lang="ko-KR" altLang="en-US" dirty="0"/>
              <a:t>포트 </a:t>
            </a:r>
            <a:r>
              <a:rPr lang="en-US" altLang="ko-KR" dirty="0"/>
              <a:t>2</a:t>
            </a:r>
            <a:r>
              <a:rPr lang="ko-KR" altLang="en-US" dirty="0"/>
              <a:t>로 들어가는 파동 </a:t>
            </a:r>
            <a:r>
              <a:rPr lang="en-US" altLang="ko-KR" dirty="0"/>
              <a:t>(</a:t>
            </a:r>
            <a:r>
              <a:rPr lang="ko-KR" altLang="en-US" dirty="0"/>
              <a:t>부하 </a:t>
            </a:r>
            <a:r>
              <a:rPr lang="en-US" altLang="ko-KR" dirty="0"/>
              <a:t>RL</a:t>
            </a:r>
            <a:r>
              <a:rPr lang="ko-KR" altLang="en-US" dirty="0"/>
              <a:t>에서 반사되어 들어오는 파동</a:t>
            </a:r>
            <a:r>
              <a:rPr lang="en-US" altLang="ko-KR" dirty="0"/>
              <a:t>)</a:t>
            </a:r>
          </a:p>
          <a:p>
            <a:pPr lvl="2"/>
            <a:r>
              <a:rPr lang="en-US" altLang="ko-KR" i="1" dirty="0"/>
              <a:t>V</a:t>
            </a:r>
            <a:r>
              <a:rPr lang="en-US" altLang="ko-KR" baseline="-25000" dirty="0"/>
              <a:t>2</a:t>
            </a:r>
            <a:r>
              <a:rPr lang="en-US" altLang="ko-KR" baseline="30000" dirty="0"/>
              <a:t>-</a:t>
            </a:r>
            <a:r>
              <a:rPr lang="en-US" altLang="ko-KR" dirty="0"/>
              <a:t> : </a:t>
            </a:r>
            <a:r>
              <a:rPr lang="ko-KR" altLang="en-US" dirty="0"/>
              <a:t>포트 </a:t>
            </a:r>
            <a:r>
              <a:rPr lang="en-US" altLang="ko-KR" dirty="0"/>
              <a:t>2</a:t>
            </a:r>
            <a:r>
              <a:rPr lang="ko-KR" altLang="en-US" dirty="0"/>
              <a:t>에서 나오는 반사</a:t>
            </a:r>
            <a:r>
              <a:rPr lang="en-US" altLang="ko-KR" dirty="0"/>
              <a:t>/</a:t>
            </a:r>
            <a:r>
              <a:rPr lang="ko-KR" altLang="en-US" dirty="0"/>
              <a:t>전달 파동 전압</a:t>
            </a:r>
            <a:endParaRPr lang="en-US" altLang="ko-KR" dirty="0"/>
          </a:p>
          <a:p>
            <a:pPr lvl="1"/>
            <a:r>
              <a:rPr lang="ko-KR" altLang="en-US" dirty="0"/>
              <a:t>총 단자 전압</a:t>
            </a:r>
            <a:r>
              <a:rPr lang="en-US" altLang="ko-KR" dirty="0"/>
              <a:t>: </a:t>
            </a:r>
            <a:r>
              <a:rPr lang="en-US" altLang="ko-KR" i="1" dirty="0"/>
              <a:t>V</a:t>
            </a:r>
            <a:r>
              <a:rPr lang="en-US" altLang="ko-KR" baseline="-25000" dirty="0"/>
              <a:t>1</a:t>
            </a:r>
            <a:r>
              <a:rPr lang="en-US" altLang="ko-KR" dirty="0"/>
              <a:t> = </a:t>
            </a:r>
            <a:r>
              <a:rPr lang="en-US" altLang="ko-KR" i="1" dirty="0"/>
              <a:t>V</a:t>
            </a:r>
            <a:r>
              <a:rPr lang="en-US" altLang="ko-KR" baseline="-25000" dirty="0"/>
              <a:t>1</a:t>
            </a:r>
            <a:r>
              <a:rPr lang="en-US" altLang="ko-KR" baseline="30000" dirty="0"/>
              <a:t>+</a:t>
            </a:r>
            <a:r>
              <a:rPr lang="en-US" altLang="ko-KR" dirty="0"/>
              <a:t> + </a:t>
            </a:r>
            <a:r>
              <a:rPr lang="en-US" altLang="ko-KR" i="1" dirty="0"/>
              <a:t>V</a:t>
            </a:r>
            <a:r>
              <a:rPr lang="en-US" altLang="ko-KR" baseline="-25000" dirty="0"/>
              <a:t>1</a:t>
            </a:r>
            <a:r>
              <a:rPr lang="en-US" altLang="ko-KR" baseline="30000" dirty="0"/>
              <a:t>-</a:t>
            </a:r>
            <a:r>
              <a:rPr lang="en-US" altLang="ko-KR" dirty="0"/>
              <a:t>, V2 = </a:t>
            </a:r>
            <a:r>
              <a:rPr lang="en-US" altLang="ko-KR" i="1" dirty="0"/>
              <a:t>V</a:t>
            </a:r>
            <a:r>
              <a:rPr lang="en-US" altLang="ko-KR" baseline="-25000" dirty="0"/>
              <a:t>2</a:t>
            </a:r>
            <a:r>
              <a:rPr lang="en-US" altLang="ko-KR" baseline="30000" dirty="0"/>
              <a:t>+</a:t>
            </a:r>
            <a:r>
              <a:rPr lang="en-US" altLang="ko-KR" dirty="0"/>
              <a:t> + </a:t>
            </a:r>
            <a:r>
              <a:rPr lang="en-US" altLang="ko-KR" i="1" dirty="0"/>
              <a:t>V</a:t>
            </a:r>
            <a:r>
              <a:rPr lang="en-US" altLang="ko-KR" baseline="-25000" dirty="0"/>
              <a:t>2</a:t>
            </a:r>
            <a:r>
              <a:rPr lang="en-US" altLang="ko-KR" baseline="30000" dirty="0"/>
              <a:t>-</a:t>
            </a:r>
            <a:endParaRPr lang="en-US" altLang="ko-KR" dirty="0"/>
          </a:p>
          <a:p>
            <a:r>
              <a:rPr lang="en-US" altLang="ko-KR" i="1" dirty="0"/>
              <a:t>S</a:t>
            </a:r>
            <a:r>
              <a:rPr lang="en-US" altLang="ko-KR" dirty="0"/>
              <a:t>-</a:t>
            </a:r>
            <a:r>
              <a:rPr lang="ko-KR" altLang="en-US" dirty="0"/>
              <a:t>파라미터 행렬 방정식</a:t>
            </a:r>
            <a:endParaRPr lang="en-US" altLang="ko-KR" dirty="0"/>
          </a:p>
          <a:p>
            <a:pPr lvl="1"/>
            <a:r>
              <a:rPr lang="en-US" altLang="ko-KR" dirty="0"/>
              <a:t>4</a:t>
            </a:r>
            <a:r>
              <a:rPr lang="ko-KR" altLang="en-US" dirty="0"/>
              <a:t>개의 파동 전압 관계식은 </a:t>
            </a:r>
            <a:r>
              <a:rPr lang="en-US" altLang="ko-KR" dirty="0"/>
              <a:t>2 × 2 </a:t>
            </a:r>
            <a:r>
              <a:rPr lang="ko-KR" altLang="en-US" dirty="0" err="1"/>
              <a:t>스캐터링</a:t>
            </a:r>
            <a:r>
              <a:rPr lang="ko-KR" altLang="en-US" dirty="0"/>
              <a:t> 행렬로 정의됨</a:t>
            </a:r>
            <a:r>
              <a:rPr lang="en-US" altLang="ko-KR" dirty="0"/>
              <a:t>: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EC1B67-F591-4874-9691-9B2A0ADD1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100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86AA40B-A49E-4160-87F7-F9F879B0A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4667" y="5352840"/>
            <a:ext cx="4448796" cy="150516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4230F7E-3DCC-45A0-B780-F5E235004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8883" y="5452203"/>
            <a:ext cx="2596902" cy="71018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68B84960-9A7A-5DC2-1115-4D04330BFAA6}"/>
                  </a:ext>
                </a:extLst>
              </p14:cNvPr>
              <p14:cNvContentPartPr/>
              <p14:nvPr/>
            </p14:nvContentPartPr>
            <p14:xfrm>
              <a:off x="2974542" y="6395437"/>
              <a:ext cx="2544480" cy="30960"/>
            </p14:xfrm>
          </p:contentPart>
        </mc:Choice>
        <mc:Fallback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68B84960-9A7A-5DC2-1115-4D04330BFA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38902" y="6359437"/>
                <a:ext cx="2616120" cy="10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215443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27DDF5-D97E-40D0-B230-8039DDB99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4</a:t>
            </a:r>
            <a:r>
              <a:rPr lang="ko-KR" altLang="en-US" dirty="0"/>
              <a:t>가지 </a:t>
            </a:r>
            <a:r>
              <a:rPr lang="en-US" altLang="ko-KR" i="1" dirty="0"/>
              <a:t>S</a:t>
            </a:r>
            <a:r>
              <a:rPr lang="en-US" altLang="ko-KR" dirty="0"/>
              <a:t>-</a:t>
            </a:r>
            <a:r>
              <a:rPr lang="ko-KR" altLang="en-US" dirty="0"/>
              <a:t>파라미터의 물리적 정의 및 도식적 해석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DBC17F-3E1F-40B2-936F-2E5BB5DC7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3AB728-2DC3-4870-B06E-51B444B11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101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0B3DBEE-9FC2-4A00-BFF7-1AB6F8490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119" y="2270853"/>
            <a:ext cx="9392961" cy="425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90564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AE4B7C-44D3-4AF5-A7D0-F6D68BF92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B61AC2-9332-422B-8508-D4CEC1399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i="1" dirty="0"/>
              <a:t>S</a:t>
            </a:r>
            <a:r>
              <a:rPr lang="en-US" altLang="ko-KR" dirty="0"/>
              <a:t>-</a:t>
            </a:r>
            <a:r>
              <a:rPr lang="ko-KR" altLang="en-US" dirty="0"/>
              <a:t>파라미터 개별 정의</a:t>
            </a:r>
            <a:endParaRPr lang="en-US" altLang="ko-KR" dirty="0"/>
          </a:p>
          <a:p>
            <a:pPr lvl="1"/>
            <a:r>
              <a:rPr lang="en-US" altLang="ko-KR" i="1" dirty="0"/>
              <a:t>S</a:t>
            </a:r>
            <a:r>
              <a:rPr lang="en-US" altLang="ko-KR" baseline="-25000" dirty="0"/>
              <a:t>11</a:t>
            </a:r>
            <a:r>
              <a:rPr lang="en-US" altLang="ko-KR" dirty="0"/>
              <a:t> (</a:t>
            </a:r>
            <a:r>
              <a:rPr lang="ko-KR" altLang="en-US" dirty="0"/>
              <a:t>입력 반사 계수</a:t>
            </a:r>
            <a:r>
              <a:rPr lang="en-US" altLang="ko-KR" dirty="0"/>
              <a:t>, Input Reflection Coefficient) (a)</a:t>
            </a:r>
          </a:p>
          <a:p>
            <a:pPr lvl="2"/>
            <a:endParaRPr lang="en-US" altLang="ko-KR" b="0" i="0" dirty="0">
              <a:solidFill>
                <a:srgbClr val="303030"/>
              </a:solidFill>
              <a:effectLst/>
              <a:latin typeface="Google Sans Flex"/>
            </a:endParaRPr>
          </a:p>
          <a:p>
            <a:pPr lvl="2"/>
            <a:endParaRPr lang="en-US" altLang="ko-KR" dirty="0">
              <a:solidFill>
                <a:srgbClr val="303030"/>
              </a:solidFill>
              <a:latin typeface="Google Sans Flex"/>
            </a:endParaRPr>
          </a:p>
          <a:p>
            <a:pPr lvl="2"/>
            <a:endParaRPr lang="en-US" altLang="ko-KR" b="0" i="0" dirty="0">
              <a:solidFill>
                <a:srgbClr val="303030"/>
              </a:solidFill>
              <a:effectLst/>
              <a:latin typeface="Google Sans Flex"/>
            </a:endParaRPr>
          </a:p>
          <a:p>
            <a:pPr lvl="2"/>
            <a:r>
              <a:rPr lang="ko-KR" altLang="en-US" b="0" i="0" dirty="0">
                <a:solidFill>
                  <a:srgbClr val="303030"/>
                </a:solidFill>
                <a:effectLst/>
                <a:latin typeface="Google Sans Flex"/>
              </a:rPr>
              <a:t>물리적 의미</a:t>
            </a:r>
            <a:r>
              <a:rPr lang="en-US" altLang="ko-KR" b="0" i="0" dirty="0">
                <a:solidFill>
                  <a:srgbClr val="303030"/>
                </a:solidFill>
                <a:effectLst/>
                <a:latin typeface="Google Sans Flex"/>
              </a:rPr>
              <a:t>: </a:t>
            </a:r>
            <a:r>
              <a:rPr lang="ko-KR" altLang="en-US" b="0" i="0" dirty="0">
                <a:solidFill>
                  <a:srgbClr val="303030"/>
                </a:solidFill>
                <a:effectLst/>
                <a:latin typeface="Google Sans Flex"/>
              </a:rPr>
              <a:t>입력 임피던스 정합</a:t>
            </a:r>
            <a:r>
              <a:rPr lang="en-US" altLang="ko-KR" b="0" i="0" dirty="0">
                <a:solidFill>
                  <a:srgbClr val="303030"/>
                </a:solidFill>
                <a:effectLst/>
                <a:latin typeface="Google Sans Flex"/>
              </a:rPr>
              <a:t>(Input Matching)</a:t>
            </a:r>
            <a:r>
              <a:rPr lang="ko-KR" altLang="en-US" b="0" i="0" dirty="0">
                <a:solidFill>
                  <a:srgbClr val="303030"/>
                </a:solidFill>
                <a:effectLst/>
                <a:latin typeface="Google Sans Flex"/>
              </a:rPr>
              <a:t>의 정확도</a:t>
            </a:r>
            <a:endParaRPr lang="en-US" altLang="ko-KR" b="0" i="0" dirty="0">
              <a:solidFill>
                <a:srgbClr val="303030"/>
              </a:solidFill>
              <a:effectLst/>
              <a:latin typeface="Google Sans Flex"/>
            </a:endParaRPr>
          </a:p>
          <a:p>
            <a:pPr lvl="2"/>
            <a:endParaRPr lang="en-US" altLang="ko-KR" dirty="0">
              <a:solidFill>
                <a:srgbClr val="303030"/>
              </a:solidFill>
              <a:latin typeface="Google Sans Flex"/>
            </a:endParaRPr>
          </a:p>
          <a:p>
            <a:pPr lvl="1"/>
            <a:r>
              <a:rPr lang="en-US" altLang="ko-KR" b="0" i="1" dirty="0">
                <a:solidFill>
                  <a:srgbClr val="303030"/>
                </a:solidFill>
                <a:effectLst/>
                <a:latin typeface="Google Sans Flex"/>
              </a:rPr>
              <a:t>S</a:t>
            </a:r>
            <a:r>
              <a:rPr lang="en-US" altLang="ko-KR" b="0" i="0" baseline="-25000" dirty="0">
                <a:solidFill>
                  <a:srgbClr val="303030"/>
                </a:solidFill>
                <a:effectLst/>
                <a:latin typeface="Google Sans Flex"/>
              </a:rPr>
              <a:t>12</a:t>
            </a:r>
            <a:r>
              <a:rPr lang="en-US" altLang="ko-KR" b="0" i="0" dirty="0">
                <a:solidFill>
                  <a:srgbClr val="303030"/>
                </a:solidFill>
                <a:effectLst/>
                <a:latin typeface="Google Sans Flex"/>
              </a:rPr>
              <a:t> (</a:t>
            </a:r>
            <a:r>
              <a:rPr lang="ko-KR" altLang="en-US" b="0" i="0" dirty="0">
                <a:solidFill>
                  <a:srgbClr val="303030"/>
                </a:solidFill>
                <a:effectLst/>
                <a:latin typeface="Google Sans Flex"/>
              </a:rPr>
              <a:t>역방향 격리도</a:t>
            </a:r>
            <a:r>
              <a:rPr lang="en-US" altLang="ko-KR" b="0" i="0" dirty="0">
                <a:solidFill>
                  <a:srgbClr val="303030"/>
                </a:solidFill>
                <a:effectLst/>
                <a:latin typeface="Google Sans Flex"/>
              </a:rPr>
              <a:t>, Reverse Isolation) (b)</a:t>
            </a:r>
          </a:p>
          <a:p>
            <a:pPr lvl="1"/>
            <a:endParaRPr lang="en-US" altLang="ko-KR" dirty="0">
              <a:solidFill>
                <a:srgbClr val="303030"/>
              </a:solidFill>
              <a:latin typeface="Google Sans Flex"/>
            </a:endParaRPr>
          </a:p>
          <a:p>
            <a:pPr lvl="1"/>
            <a:endParaRPr lang="en-US" altLang="ko-KR" b="0" i="0" dirty="0">
              <a:solidFill>
                <a:srgbClr val="303030"/>
              </a:solidFill>
              <a:effectLst/>
              <a:latin typeface="Google Sans Flex"/>
            </a:endParaRPr>
          </a:p>
          <a:p>
            <a:pPr lvl="2"/>
            <a:r>
              <a:rPr lang="ko-KR" altLang="en-US" b="0" i="0" dirty="0">
                <a:solidFill>
                  <a:srgbClr val="303030"/>
                </a:solidFill>
                <a:effectLst/>
                <a:latin typeface="Google Sans Flex"/>
              </a:rPr>
              <a:t>물리적 의미</a:t>
            </a:r>
            <a:r>
              <a:rPr lang="en-US" altLang="ko-KR" b="0" i="0" dirty="0">
                <a:solidFill>
                  <a:srgbClr val="303030"/>
                </a:solidFill>
                <a:effectLst/>
                <a:latin typeface="Google Sans Flex"/>
              </a:rPr>
              <a:t>: </a:t>
            </a:r>
            <a:r>
              <a:rPr lang="ko-KR" altLang="en-US" b="0" i="0" dirty="0">
                <a:solidFill>
                  <a:srgbClr val="303030"/>
                </a:solidFill>
                <a:effectLst/>
                <a:latin typeface="Google Sans Flex"/>
              </a:rPr>
              <a:t>역방향 격리도 </a:t>
            </a:r>
            <a:r>
              <a:rPr lang="en-US" altLang="ko-KR" b="0" i="0" dirty="0">
                <a:solidFill>
                  <a:srgbClr val="303030"/>
                </a:solidFill>
                <a:effectLst/>
                <a:latin typeface="Google Sans Flex"/>
              </a:rPr>
              <a:t>(Reverse Isolation) — </a:t>
            </a:r>
            <a:r>
              <a:rPr lang="ko-KR" altLang="en-US" b="0" i="0" dirty="0">
                <a:solidFill>
                  <a:srgbClr val="303030"/>
                </a:solidFill>
                <a:effectLst/>
                <a:latin typeface="Google Sans Flex"/>
              </a:rPr>
              <a:t>출력 신호가 입력단으로 얼마나 </a:t>
            </a:r>
            <a:r>
              <a:rPr lang="ko-KR" altLang="en-US" b="0" i="0" dirty="0" err="1">
                <a:solidFill>
                  <a:srgbClr val="303030"/>
                </a:solidFill>
                <a:effectLst/>
                <a:latin typeface="Google Sans Flex"/>
              </a:rPr>
              <a:t>역누설되는지</a:t>
            </a:r>
            <a:r>
              <a:rPr lang="ko-KR" altLang="en-US" b="0" i="0" dirty="0">
                <a:solidFill>
                  <a:srgbClr val="303030"/>
                </a:solidFill>
                <a:effectLst/>
                <a:latin typeface="Google Sans Flex"/>
              </a:rPr>
              <a:t> 측정</a:t>
            </a:r>
            <a:endParaRPr lang="en-US" altLang="ko-KR" b="0" i="0" dirty="0">
              <a:solidFill>
                <a:srgbClr val="303030"/>
              </a:solidFill>
              <a:effectLst/>
              <a:latin typeface="Google Sans Flex"/>
            </a:endParaRP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33ADE7-72FF-4C22-A559-328569E76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102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3696442-3EF5-4587-BB5F-302F9C464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8362" y="2272623"/>
            <a:ext cx="1795276" cy="79857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6DED5FC-DD68-4690-B896-BEDAAE3EB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362" y="4224793"/>
            <a:ext cx="1795276" cy="798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99418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87CE66-F3E1-4B57-89CB-179202D5F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82AF51-2C26-4067-A0E2-4767A0519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ko-KR" i="1" dirty="0"/>
              <a:t>S</a:t>
            </a:r>
            <a:r>
              <a:rPr lang="en-US" altLang="ko-KR" baseline="-25000" dirty="0"/>
              <a:t>22</a:t>
            </a:r>
            <a:r>
              <a:rPr lang="en-US" altLang="ko-KR" dirty="0"/>
              <a:t> (</a:t>
            </a:r>
            <a:r>
              <a:rPr lang="ko-KR" altLang="en-US" dirty="0"/>
              <a:t>출력 반사 계수</a:t>
            </a:r>
            <a:r>
              <a:rPr lang="en-US" altLang="ko-KR" dirty="0"/>
              <a:t>, Output Reflection Coefficient) (c)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ko-KR" altLang="en-US" dirty="0"/>
              <a:t>물리적 의미</a:t>
            </a:r>
            <a:r>
              <a:rPr lang="en-US" altLang="ko-KR" dirty="0"/>
              <a:t>: </a:t>
            </a:r>
            <a:r>
              <a:rPr lang="ko-KR" altLang="en-US" dirty="0"/>
              <a:t>출력 임피던스 정합</a:t>
            </a:r>
            <a:r>
              <a:rPr lang="en-US" altLang="ko-KR" dirty="0"/>
              <a:t>(Output Matching)</a:t>
            </a:r>
            <a:r>
              <a:rPr lang="ko-KR" altLang="en-US" dirty="0"/>
              <a:t>의 정확도</a:t>
            </a:r>
            <a:r>
              <a:rPr lang="en-US" altLang="ko-KR" dirty="0"/>
              <a:t>.</a:t>
            </a:r>
          </a:p>
          <a:p>
            <a:pPr lvl="2"/>
            <a:endParaRPr lang="en-US" altLang="ko-KR" dirty="0"/>
          </a:p>
          <a:p>
            <a:pPr lvl="1"/>
            <a:r>
              <a:rPr lang="en-US" altLang="ko-KR" i="1" dirty="0"/>
              <a:t>S</a:t>
            </a:r>
            <a:r>
              <a:rPr lang="en-US" altLang="ko-KR" baseline="-25000" dirty="0"/>
              <a:t>21</a:t>
            </a:r>
            <a:r>
              <a:rPr lang="en-US" altLang="ko-KR" dirty="0"/>
              <a:t> (</a:t>
            </a:r>
            <a:r>
              <a:rPr lang="ko-KR" altLang="en-US" dirty="0"/>
              <a:t>순방향 전송 이득</a:t>
            </a:r>
            <a:r>
              <a:rPr lang="en-US" altLang="ko-KR" dirty="0"/>
              <a:t>, Forward Transmission / Gain) (d)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en-US" altLang="ko-KR" dirty="0"/>
              <a:t> </a:t>
            </a:r>
            <a:r>
              <a:rPr lang="ko-KR" altLang="en-US" dirty="0"/>
              <a:t>물리적 의미</a:t>
            </a:r>
            <a:r>
              <a:rPr lang="en-US" altLang="ko-KR" dirty="0"/>
              <a:t>: </a:t>
            </a:r>
            <a:r>
              <a:rPr lang="ko-KR" altLang="en-US" dirty="0"/>
              <a:t>회로의 순방향 전압</a:t>
            </a:r>
            <a:r>
              <a:rPr lang="en-US" altLang="ko-KR" dirty="0"/>
              <a:t>/</a:t>
            </a:r>
            <a:r>
              <a:rPr lang="ko-KR" altLang="en-US" dirty="0"/>
              <a:t>전력 이득</a:t>
            </a:r>
            <a:r>
              <a:rPr lang="en-US" altLang="ko-KR" dirty="0"/>
              <a:t>(Gain)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데시벨</a:t>
            </a:r>
            <a:r>
              <a:rPr lang="en-US" altLang="ko-KR" dirty="0"/>
              <a:t>(dB) </a:t>
            </a:r>
            <a:r>
              <a:rPr lang="ko-KR" altLang="en-US" dirty="0"/>
              <a:t>표기법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26D86A-9073-46E7-94C8-1BA18E87A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DE18-EC8C-400B-AB68-50F26210C620}" type="slidenum">
              <a:rPr lang="ko-KR" altLang="en-US" smtClean="0"/>
              <a:pPr/>
              <a:t>103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83A1992-E48B-4535-B5B8-6719E0F3A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517" y="1741062"/>
            <a:ext cx="1795276" cy="79857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BEB1E57-DBD5-40A3-A7A8-418D5C736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467" y="3949021"/>
            <a:ext cx="1795276" cy="79857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DFAE5DE-1470-4998-AE24-7D9BEC477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666" y="5583907"/>
            <a:ext cx="2679198" cy="32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855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229168</TotalTime>
  <Words>6019</Words>
  <Application>Microsoft Office PowerPoint</Application>
  <PresentationFormat>와이드스크린</PresentationFormat>
  <Paragraphs>862</Paragraphs>
  <Slides>103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103</vt:i4>
      </vt:variant>
    </vt:vector>
  </HeadingPairs>
  <TitlesOfParts>
    <vt:vector size="113" baseType="lpstr">
      <vt:lpstr>Google Sans Flex</vt:lpstr>
      <vt:lpstr>Google Sans Text</vt:lpstr>
      <vt:lpstr>맑은 고딕</vt:lpstr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2장: Basic Concepts in RF Design</vt:lpstr>
      <vt:lpstr>Units in RF Design</vt:lpstr>
      <vt:lpstr>파장(λ) 관점에서 RF가 전력을 다루는 이유</vt:lpstr>
      <vt:lpstr>절대 전력 단위 dBm과 Watt(W)의 정의 및 변환 공식</vt:lpstr>
      <vt:lpstr>PowerPoint 프레젠테이션</vt:lpstr>
      <vt:lpstr>PowerPoint 프레젠테이션</vt:lpstr>
      <vt:lpstr>예제 2.1</vt:lpstr>
      <vt:lpstr>예제 2.2</vt:lpstr>
      <vt:lpstr>2.1.2: Time Variance</vt:lpstr>
      <vt:lpstr>PowerPoint 프레젠테이션</vt:lpstr>
      <vt:lpstr>예제 2.3</vt:lpstr>
      <vt:lpstr>PowerPoint 프레젠테이션</vt:lpstr>
      <vt:lpstr>2.1.3: Nonlinearity </vt:lpstr>
      <vt:lpstr>PowerPoint 프레젠테이션</vt:lpstr>
      <vt:lpstr>PowerPoint 프레젠테이션</vt:lpstr>
      <vt:lpstr>2.2: Effect of Nonlinearity</vt:lpstr>
      <vt:lpstr>2.2.1: Harmonic Distortion</vt:lpstr>
      <vt:lpstr>예제 2.5</vt:lpstr>
      <vt:lpstr>PowerPoint 프레젠테이션</vt:lpstr>
      <vt:lpstr>예제 2.6</vt:lpstr>
      <vt:lpstr>2.2.2: Gain Compression</vt:lpstr>
      <vt:lpstr>PowerPoint 프레젠테이션</vt:lpstr>
      <vt:lpstr>PowerPoint 프레젠테이션</vt:lpstr>
      <vt:lpstr>PowerPoint 프레젠테이션</vt:lpstr>
      <vt:lpstr>예제 2.7</vt:lpstr>
      <vt:lpstr>PowerPoint 프레젠테이션</vt:lpstr>
      <vt:lpstr>2.2.3: Cross Modulation</vt:lpstr>
      <vt:lpstr>예제 2.8</vt:lpstr>
      <vt:lpstr>2.2.4: Intermodulation</vt:lpstr>
      <vt:lpstr>PowerPoint 프레젠테이션</vt:lpstr>
      <vt:lpstr>PowerPoint 프레젠테이션</vt:lpstr>
      <vt:lpstr>예제 2.9</vt:lpstr>
      <vt:lpstr>PowerPoint 프레젠테이션</vt:lpstr>
      <vt:lpstr>3차 교차점 (Third-Order Intercept Point, IP3)</vt:lpstr>
      <vt:lpstr>PowerPoint 프레젠테이션</vt:lpstr>
      <vt:lpstr>PowerPoint 프레젠테이션</vt:lpstr>
      <vt:lpstr>예제 2.11</vt:lpstr>
      <vt:lpstr>PowerPoint 프레젠테이션</vt:lpstr>
      <vt:lpstr>PowerPoint 프레젠테이션</vt:lpstr>
      <vt:lpstr>2.2.5: 종속 접속단의 비선형성</vt:lpstr>
      <vt:lpstr>2단 종속 시스템의 입출력 관계식 전개</vt:lpstr>
      <vt:lpstr>예제 2.12</vt:lpstr>
      <vt:lpstr>PowerPoint 프레젠테이션</vt:lpstr>
      <vt:lpstr>PowerPoint 프레젠테이션</vt:lpstr>
      <vt:lpstr>PowerPoint 프레젠테이션</vt:lpstr>
      <vt:lpstr>예제 2.13</vt:lpstr>
      <vt:lpstr>2.2.6 AM/PM Conversion (진폭-위상 변환)</vt:lpstr>
      <vt:lpstr>PowerPoint 프레젠테이션</vt:lpstr>
      <vt:lpstr>2.3.1 Noise as a Random Process</vt:lpstr>
      <vt:lpstr>미시적 물리 현상과 온도 효과</vt:lpstr>
      <vt:lpstr>잡음의 정량화: 평균 전력 (Average Power) 정의</vt:lpstr>
      <vt:lpstr>2.3.2 Noise Spectrum</vt:lpstr>
      <vt:lpstr>전력 스펙트럼 밀도 (Power Spectral Density, PSD) 및 측정 개념</vt:lpstr>
      <vt:lpstr>PowerPoint 프레젠테이션</vt:lpstr>
      <vt:lpstr>총 평균 전력 수식 및 단방향/양방향 스펙트럼</vt:lpstr>
      <vt:lpstr>예제 2.15</vt:lpstr>
      <vt:lpstr>PowerPoint 프레젠테이션</vt:lpstr>
      <vt:lpstr>PowerPoint 프레젠테이션</vt:lpstr>
      <vt:lpstr> 2.3.3 Effect of Transfer Function on Noise</vt:lpstr>
      <vt:lpstr> 2.3.4 Device Noise: 개요 및 저항의 열잡음 모델</vt:lpstr>
      <vt:lpstr>예제 2.16</vt:lpstr>
      <vt:lpstr>PowerPoint 프레젠테이션</vt:lpstr>
      <vt:lpstr>PowerPoint 프레젠테이션</vt:lpstr>
      <vt:lpstr>MOSFET 채널 열잡음 모델 (Channel Thermal Noise) </vt:lpstr>
      <vt:lpstr>게이트 저항 열잡음 및 고주파 유도 잡음</vt:lpstr>
      <vt:lpstr>PowerPoint 프레젠테이션</vt:lpstr>
      <vt:lpstr> MOSFET 플리커 잡음 (Flicker 1/f Noise)</vt:lpstr>
      <vt:lpstr>예제 2.17</vt:lpstr>
      <vt:lpstr>플리커 잡음 코너 주파수 (1/f Noise Corner Frequency, fc)</vt:lpstr>
      <vt:lpstr>2.3.5 Representation of Noise in Circuits: 입력 환산 잡음 (Input-Referred Noise)</vt:lpstr>
      <vt:lpstr>PowerPoint 프레젠테이션</vt:lpstr>
      <vt:lpstr>잡음 지수 (Noise Figure, NF)의 정밀 정의 및 유도</vt:lpstr>
      <vt:lpstr>예제 2.20: 병렬 저항 RP의 잡음 지수</vt:lpstr>
      <vt:lpstr>종속 접속단(Cascaded Stages)의 잡음 지수 및 Friis 공식 유도</vt:lpstr>
      <vt:lpstr>PowerPoint 프레젠테이션</vt:lpstr>
      <vt:lpstr>손실성 수동 회로(Lossy Circuits)의 잡음 지수 및 증명</vt:lpstr>
      <vt:lpstr>PowerPoint 프레젠테이션</vt:lpstr>
      <vt:lpstr>예제 2.24: BPF 손실과 LNA의 종속 접속 NF 계산 </vt:lpstr>
      <vt:lpstr>2.4: Sensitivity and Dynamic range (감도와 동적 영역)</vt:lpstr>
      <vt:lpstr>2.4.1 Sensitivity (감도)의 정의 및 수식 유도</vt:lpstr>
      <vt:lpstr>예제 2.25: GSM vs WLAN 수신기 감도 정량 계산</vt:lpstr>
      <vt:lpstr>2.4.2: Dynamic Range (동적 영역)의 두 가지 정의</vt:lpstr>
      <vt:lpstr>PowerPoint 프레젠테이션</vt:lpstr>
      <vt:lpstr>Spurious-Free Dynamic Range (SFDR) 유도 및 수식</vt:lpstr>
      <vt:lpstr>PowerPoint 프레젠테이션</vt:lpstr>
      <vt:lpstr>예제 2.26: 이득 압축 기반 DR vs SFDR 제약 조건 비교</vt:lpstr>
      <vt:lpstr>PowerPoint 프레젠테이션</vt:lpstr>
      <vt:lpstr>2.5: Passive Impedance Transformation:</vt:lpstr>
      <vt:lpstr>2.5.1: Quality Factor</vt:lpstr>
      <vt:lpstr>2.5.2 Series-to-Parallel Conversion (직-병렬 변환)</vt:lpstr>
      <vt:lpstr>2.5.3: Basic Matching Networks: L-Section 기법</vt:lpstr>
      <vt:lpstr>예제 2.27: 정밀 계산 vs 고-Q 근사 계산의 비교</vt:lpstr>
      <vt:lpstr>PowerPoint 프레젠테이션</vt:lpstr>
      <vt:lpstr>PowerPoint 프레젠테이션</vt:lpstr>
      <vt:lpstr>4가지 L-Section 토폴로지 및 전압/전류 변환 비</vt:lpstr>
      <vt:lpstr> 2.5.4 Loss in Matching Networks (매칭 네트워크의 손실) </vt:lpstr>
      <vt:lpstr>PowerPoint 프레젠테이션</vt:lpstr>
      <vt:lpstr>2.6 Scattering Parameters: 배경 및 도입 이유</vt:lpstr>
      <vt:lpstr>PowerPoint 프레젠테이션</vt:lpstr>
      <vt:lpstr>2포트 회로망에서의 입사파·반사파 정의 및 S-파라미터 행렬</vt:lpstr>
      <vt:lpstr>4가지 S-파라미터의 물리적 정의 및 도식적 해석</vt:lpstr>
      <vt:lpstr> </vt:lpstr>
      <vt:lpstr>PowerPoint 프레젠테이션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Daekeun Yoon</dc:creator>
  <cp:lastModifiedBy>박영걸</cp:lastModifiedBy>
  <cp:revision>1341</cp:revision>
  <dcterms:created xsi:type="dcterms:W3CDTF">2016-09-12T01:40:13Z</dcterms:created>
  <dcterms:modified xsi:type="dcterms:W3CDTF">2026-10-08T11:15:17Z</dcterms:modified>
</cp:coreProperties>
</file>