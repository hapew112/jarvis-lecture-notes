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71"/>
  </p:notesMasterIdLst>
  <p:sldIdLst>
    <p:sldId id="264" r:id="rId2"/>
    <p:sldId id="265" r:id="rId3"/>
    <p:sldId id="334" r:id="rId4"/>
    <p:sldId id="335" r:id="rId5"/>
    <p:sldId id="33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9" r:id="rId37"/>
    <p:sldId id="298" r:id="rId38"/>
    <p:sldId id="301" r:id="rId39"/>
    <p:sldId id="297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1" r:id="rId49"/>
    <p:sldId id="312" r:id="rId50"/>
    <p:sldId id="313" r:id="rId51"/>
    <p:sldId id="314" r:id="rId52"/>
    <p:sldId id="315" r:id="rId53"/>
    <p:sldId id="316" r:id="rId54"/>
    <p:sldId id="319" r:id="rId55"/>
    <p:sldId id="317" r:id="rId56"/>
    <p:sldId id="318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94665" autoAdjust="0"/>
  </p:normalViewPr>
  <p:slideViewPr>
    <p:cSldViewPr snapToGrid="0">
      <p:cViewPr>
        <p:scale>
          <a:sx n="76" d="100"/>
          <a:sy n="76" d="100"/>
        </p:scale>
        <p:origin x="42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3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49.3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93 167 0 0,'47'3'0'0'0,"-12"1"5"0"0,44 1 0 0 0,-34-3 39 0 0,141 1-37 0 0,3 0 50 0 0,289 11 29 0 0,-187-5 15 0 0,28 0-67 0 0,-277-10-24 0 0,206 0 33 0 0,93 10-32 0 0,134-5 53 0 0,-292-7-29 0 0,-7 0-17 0 0,65 14 5 0 0,118 0 18 0 0,250-41-41 0 0,-312 12 0 0 0,79-8 0 0 0,15-1 0 0 0,-93-3 0 0 0,-252 23 0 0 0,92-6 18 0 0,168 7 0 0 0,-249 6 10 0 0,81 6-46 0 0,-47 0-60 0 0,-30-2-4 0 0,-37-1 24 0 0,0-1 0 0 0,0-2 0 0 0,0 0 1 0 0,-1-2-1 0 0,33-5 0 0 0,-52 6 48 0 0,0 0 0 0 0,0 0 0 0 0,-1 0 0 0 0,1-1 0 0 0,-1 1 0 0 0,1-1 0 0 0,5-4 0 0 0,2-5-57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6.0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39 24 0 0,'1'0'6'0'0,"-1"-1"0"0"0,1 1 0 0 0,-1-1 0 0 0,1 1 1 0 0,-1-1-1 0 0,1 1 0 0 0,0-1 0 0 0,-1 1 0 0 0,1-1 1 0 0,0 1-1 0 0,-1 0 0 0 0,1-1 0 0 0,0 1 0 0 0,-1 0 1 0 0,1 0-1 0 0,0-1 0 0 0,0 1 0 0 0,-1 0 0 0 0,1 0 1 0 0,0 0-1 0 0,0 0 0 0 0,-1 0 0 0 0,1 0 0 0 0,0 0 1 0 0,0 0-1 0 0,-1 1 0 0 0,2-1 0 0 0,-1 1 0 0 0,1 0 0 0 0,-1 0 0 0 0,0-1 0 0 0,0 1-1 0 0,0 1 1 0 0,0-1 0 0 0,0 0 0 0 0,0 0 0 0 0,0 0 0 0 0,0 0 0 0 0,0 1 0 0 0,1 2-1 0 0,1 4 3 0 0,0 0 0 0 0,0 1 0 0 0,3 11 0 0 0,-6-19-7 0 0,18 91 48 0 0,13 52 19 0 0,-30-139-60 0 0,1 1 0 0 0,0-1-1 0 0,0 0 1 0 0,1 1 0 0 0,-1-1-1 0 0,5 6 1 0 0,-7-11-8 0 0,1 0 0 0 0,-1 1 1 0 0,0-1-1 0 0,0 0 0 0 0,0 0 1 0 0,0 0-1 0 0,1 1 0 0 0,-1-1 0 0 0,0 0 1 0 0,0 0-1 0 0,1 0 0 0 0,-1 0 1 0 0,0 0-1 0 0,0 0 0 0 0,1 0 0 0 0,-1 1 1 0 0,0-1-1 0 0,0 0 0 0 0,1 0 1 0 0,-1 0-1 0 0,0 0 0 0 0,0 0 0 0 0,1 0 1 0 0,-1 0-1 0 0,0 0 0 0 0,0 0 1 0 0,1 0-1 0 0,-1 0 0 0 0,0-1 0 0 0,1 1 1 0 0,-1 0-1 0 0,0 0 0 0 0,0 0 1 0 0,1 0-1 0 0,8-10 54 0 0,5-16 48 0 0,-13 24-100 0 0,22-55 205 0 0,23-85 0 0 0,-31 92-192 0 0,-13 43-10 0 0,0 0-1 0 0,0 1 0 0 0,1-1 1 0 0,0 0-1 0 0,0 1 1 0 0,0-1-1 0 0,1 1 1 0 0,0 0-1 0 0,1 0 1 0 0,-1 1-1 0 0,10-10 0 0 0,-14 15-13 0 0,1-1 0 0 0,-1 1 0 0 0,1 0-1 0 0,-1-1 1 0 0,1 1 0 0 0,0-1 0 0 0,-1 1-1 0 0,1 0 1 0 0,-1 0 0 0 0,1-1 0 0 0,0 1-1 0 0,-1 0 1 0 0,1 0 0 0 0,0 0 0 0 0,0-1-1 0 0,-1 1 1 0 0,1 0 0 0 0,0 0 0 0 0,-1 0-1 0 0,1 0 1 0 0,0 1 0 0 0,-1-1 0 0 0,1 0-1 0 0,0 0 1 0 0,-1 0 0 0 0,1 0 0 0 0,0 1-1 0 0,-1-1 1 0 0,1 0 0 0 0,0 1 0 0 0,0 0-1 0 0,2 3-150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6.6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217 0 24 0 0,'-1'1'2'0'0,"1"-1"0"0"0,0 0 0 0 0,0 1 0 0 0,-1-1 0 0 0,1 0 0 0 0,0 0 0 0 0,0 1 1 0 0,-1-1-1 0 0,1 0 0 0 0,0 0 0 0 0,-1 0 0 0 0,1 0 0 0 0,0 1 0 0 0,-1-1 0 0 0,1 0 1 0 0,0 0-1 0 0,-1 0 0 0 0,1 0 0 0 0,0 0 0 0 0,-1 0 0 0 0,1 0 0 0 0,0 0 1 0 0,-1 0-1 0 0,1 0 0 0 0,-1 0 0 0 0,1 0 0 0 0,0 0 0 0 0,-1 0 0 0 0,1 0 0 0 0,-4-1 6 0 0,1 1-1 0 0,-1 0 0 0 0,0 0 0 0 0,1 1 0 0 0,-1-1 0 0 0,1 1 0 0 0,0-1 0 0 0,-1 1 0 0 0,1 0 1 0 0,0 1-1 0 0,-1-1 0 0 0,1 0 0 0 0,0 1 0 0 0,0 0 0 0 0,0 0 0 0 0,0 0 0 0 0,-3 3 0 0 0,-2 1 7 0 0,-10 8 11 0 0,-26 26 0 0 0,35-30-18 0 0,0 0-1 0 0,1 1 1 0 0,1 0-1 0 0,0 0 1 0 0,-7 14-1 0 0,11-18-3 0 0,0 1-1 0 0,0-1 1 0 0,0 1-1 0 0,1 0 1 0 0,0 0-1 0 0,1 0 1 0 0,0 0-1 0 0,0 0 1 0 0,1 14-1 0 0,0-20-1 0 0,0 1 0 0 0,1-1-1 0 0,-1 1 1 0 0,1-1-1 0 0,-1 1 1 0 0,1-1-1 0 0,0 0 1 0 0,0 1-1 0 0,0-1 1 0 0,1 0 0 0 0,-1 0-1 0 0,0 1 1 0 0,1-1-1 0 0,-1 0 1 0 0,1-1-1 0 0,0 1 1 0 0,3 3-1 0 0,-2-3 2 0 0,1 0 0 0 0,-1 0 0 0 0,1 0 0 0 0,0 0 0 0 0,0-1 0 0 0,-1 1 0 0 0,1-1 0 0 0,0 0 0 0 0,0 0 0 0 0,6 0 0 0 0,-3 0 1 0 0,0-1 0 0 0,1 0-1 0 0,-1 0 1 0 0,0-1 0 0 0,1 0-1 0 0,-1 0 1 0 0,0-1 0 0 0,0 0-1 0 0,0 0 1 0 0,0 0 0 0 0,13-7-1 0 0,-17 7 0 0 0,1-1 0 0 0,-1 1 0 0 0,1-1 0 0 0,-1 1 0 0 0,0-1 0 0 0,0 0 0 0 0,0 0 0 0 0,-1 0 0 0 0,1-1 0 0 0,-1 1 0 0 0,1-1 0 0 0,-1 1 0 0 0,0-1 0 0 0,-1 0 0 0 0,1 0 0 0 0,-1 0 0 0 0,0 0 0 0 0,1 0 0 0 0,-2 0 0 0 0,1 0 0 0 0,0 0 0 0 0,-1 0 0 0 0,0-1 0 0 0,0 1 0 0 0,0 0 0 0 0,-1 0 0 0 0,1 0 0 0 0,-1 0 0 0 0,0-1 0 0 0,0 1 0 0 0,-3-6 0 0 0,1 2-2 0 0,0 0 0 0 0,-1 0 0 0 0,0 1 0 0 0,0-1 0 0 0,-1 1 0 0 0,0 0 0 0 0,0 0 0 0 0,-7-6 0 0 0,9 10 0 0 0,1 0 0 0 0,-1 0 0 0 0,0 1 0 0 0,-1 0 0 0 0,1 0 0 0 0,0 0 0 0 0,-1 0 0 0 0,1 0 0 0 0,-1 0 0 0 0,1 1 0 0 0,-1 0 0 0 0,0 0 0 0 0,1 0 0 0 0,-1 0 0 0 0,0 0 0 0 0,0 1 0 0 0,0 0 0 0 0,0 0 0 0 0,-7 0 0 0 0,9 1 1 0 0,-1 0-1 0 0,1 0 0 0 0,0 0 0 0 0,0 0 0 0 0,-1 0 0 0 0,1 0 0 0 0,0 0 0 0 0,0 1 0 0 0,0-1 0 0 0,1 1 0 0 0,-1 0 0 0 0,0-1 0 0 0,0 1 0 0 0,1 0 0 0 0,-1 0 0 0 0,1 0 1 0 0,0 0-1 0 0,-1 0 0 0 0,1 0 0 0 0,0 1 0 0 0,0-1 0 0 0,1 0 0 0 0,-1 1 0 0 0,0 2 0 0 0,-1 0-2 0 0,1 0 1 0 0,0 0-1 0 0,0 1 0 0 0,1-1 0 0 0,0 0 1 0 0,0 0-1 0 0,0 1 0 0 0,0-1 1 0 0,1 0-1 0 0,1 6 0 0 0,1-3-85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7.1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1 167 0 0,'4'18'72'0'0,"-1"9"-48"0"0,0 38-1 0 0,-4-46-9 0 0,2 0-1 0 0,0-1 1 0 0,2 1-1 0 0,0 0 1 0 0,5 17-1 0 0,-8-35-13 0 0,0 0 0 0 0,1-1 0 0 0,-1 1 0 0 0,0 0 0 0 0,0-1 0 0 0,1 1 0 0 0,-1 0 0 0 0,0-1 0 0 0,1 1 0 0 0,-1-1 0 0 0,1 1 0 0 0,-1-1 0 0 0,1 1 0 0 0,-1-1 0 0 0,1 1 0 0 0,-1-1 0 0 0,1 1 0 0 0,-1-1 0 0 0,1 0 0 0 0,0 1 0 0 0,-1-1 0 0 0,1 0 0 0 0,-1 0 0 0 0,1 1 0 0 0,0-1 0 0 0,0 0 0 0 0,1 0 0 0 0,-1 0 0 0 0,0 0 0 0 0,1 0 0 0 0,-1-1 0 0 0,1 1 0 0 0,-1 0 0 0 0,0-1 0 0 0,1 1 0 0 0,-1-1 0 0 0,0 1 0 0 0,3-3 0 0 0,2-1 0 0 0,1-1 0 0 0,-1 0 0 0 0,8-8 0 0 0,-13 12 0 0 0,4-5 0 0 0,0 0 0 0 0,-1 0 0 0 0,1 0 0 0 0,-1-1 0 0 0,0 0 0 0 0,4-11 0 0 0,14-45 0 0 0,-20 54 0 0 0,0 0 0 0 0,0 0 0 0 0,0-11 0 0 0,-2 16 0 0 0,0 0 0 0 0,0 1 0 0 0,0-1 0 0 0,0 0 0 0 0,-1 1 0 0 0,1-1 0 0 0,-1 0 0 0 0,0 1 0 0 0,0-1 0 0 0,-3-5 0 0 0,4 8 1 0 0,0 1-1 0 0,0 0 0 0 0,0 0 1 0 0,-1-1-1 0 0,1 1 0 0 0,0 0 1 0 0,0-1-1 0 0,0 1 0 0 0,0 0 0 0 0,-1 0 1 0 0,1-1-1 0 0,0 1 0 0 0,0 0 1 0 0,-1 0-1 0 0,1 0 0 0 0,0 0 1 0 0,0-1-1 0 0,-1 1 0 0 0,1 0 0 0 0,0 0 1 0 0,-1 0-1 0 0,1 0 0 0 0,0 0 1 0 0,0 0-1 0 0,-1 0 0 0 0,1-1 1 0 0,0 1-1 0 0,-1 0 0 0 0,0 0 0 0 0,-5 8 21 0 0,0 14 13 0 0,6-20-34 0 0,-3 11 0 0 0,1 0 0 0 0,1 1 0 0 0,0 0 0 0 0,1-1 0 0 0,1 1 0 0 0,3 24 0 0 0,-4-37-4 0 0,1 0 0 0 0,-1 1 0 0 0,0-1 0 0 0,0 0 0 0 0,1 0 0 0 0,-1 0 0 0 0,0 0 0 0 0,1 1 0 0 0,-1-1 0 0 0,1 0 0 0 0,0 0 0 0 0,-1 0 0 0 0,1 0 0 0 0,0 0 0 0 0,0 0 0 0 0,-1 0 0 0 0,1-1 0 0 0,0 1 0 0 0,0 0 0 0 0,0 0 0 0 0,0-1-1 0 0,0 1 1 0 0,0 0 0 0 0,0-1 0 0 0,0 1 0 0 0,1-1 0 0 0,-1 1 0 0 0,2-1 0 0 0,-1 0-7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7.5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19 111 0 0,'0'-2'4'0'0,"1"1"-1"0"0,0 0 0 0 0,-1 0 0 0 0,1 0 0 0 0,0 0 0 0 0,0 0 0 0 0,-1 0 0 0 0,1 1 0 0 0,0-1 0 0 0,0 0 0 0 0,0 0 0 0 0,0 1 0 0 0,0-1 0 0 0,0 0 0 0 0,0 1 0 0 0,1-1 0 0 0,-1 1 0 0 0,0-1 0 0 0,0 1 0 0 0,0 0 0 0 0,1-1 0 0 0,-1 1 0 0 0,0 0 0 0 0,3 0 0 0 0,3-1 6 0 0,0 1-1 0 0,1-1 0 0 0,-1 2 1 0 0,0-1-1 0 0,1 1 0 0 0,-1 0 0 0 0,0 0 1 0 0,0 1-1 0 0,1 0 0 0 0,-2 1 0 0 0,1-1 1 0 0,0 1-1 0 0,0 0 0 0 0,10 8 0 0 0,-15-10-8 0 0,1 1 0 0 0,0-1 0 0 0,0 0 0 0 0,0 1 0 0 0,0-1 0 0 0,0 0 0 0 0,0-1 0 0 0,3 1 0 0 0,-4 0 0 0 0,-1-1 0 0 0,0 0 0 0 0,1 0 0 0 0,-1 0 0 0 0,1 0 0 0 0,-1 0 0 0 0,1 0 0 0 0,-1 0 0 0 0,1-1 0 0 0,-1 1 0 0 0,0 0 0 0 0,1-1 0 0 0,-1 1 0 0 0,0-1 0 0 0,1 0 0 0 0,-1 1 0 0 0,0-1 0 0 0,2-2 0 0 0,-2 2 0 0 0,-3-1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7.7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6 223 0 0,'0'-1'2'0'0,"0"1"-1"0"0,1 0 0 0 0,-1-1 0 0 0,0 1 0 0 0,1-1 0 0 0,-1 1 0 0 0,0 0 0 0 0,1 0 0 0 0,-1-1 0 0 0,1 1 0 0 0,-1 0 0 0 0,0 0 0 0 0,1 0 0 0 0,-1-1 0 0 0,1 1 0 0 0,-1 0 0 0 0,1 0 0 0 0,-1 0 0 0 0,1 0 0 0 0,-1 0 0 0 0,1 0 0 0 0,-1 0 0 0 0,1 0 0 0 0,-1 0 0 0 0,1 0 0 0 0,-1 0 0 0 0,0 0 0 0 0,1 0 0 0 0,-1 0 0 0 0,1 1 0 0 0,0-1 5 0 0,0 1-1 0 0,0 0 0 0 0,0 0 1 0 0,0 0-1 0 0,-1-1 1 0 0,1 1-1 0 0,0 0 1 0 0,-1 0-1 0 0,1 0 1 0 0,-1 0-1 0 0,1 0 1 0 0,0 2-1 0 0,1 2 25 0 0,0 1-1 0 0,-1 0 1 0 0,2 9 0 0 0,7 97 52 0 0,5 31-90 0 0,-14-136 8 0 0,1 0 0 0 0,1 1 0 0 0,5 11 0 0 0,-6-14 0 0 0,1 0 0 0 0,-1 0 0 0 0,0 1 0 0 0,-1-1 0 0 0,1 1 0 0 0,-1-1 0 0 0,1 11 0 0 0,-1-11-10 0 0,-1-4 6 0 0,0-1 1 0 0,1 1 0 0 0,-1-1 0 0 0,0 1-1 0 0,0-1 1 0 0,0 1 0 0 0,0-1-1 0 0,0 0 1 0 0,0 1 0 0 0,0-1-1 0 0,0 1 1 0 0,0-1 0 0 0,0 1 0 0 0,0-1-1 0 0,0 1 1 0 0,0-1 0 0 0,0 1-1 0 0,0-1 1 0 0,-1 0 0 0 0,1 1-1 0 0,-4 2-76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5:58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96 42 199 0 0,'0'1'0'0'0,"-1"-1"0"0"0,1 0 0 0 0,0 0 0 0 0,-1 0 0 0 0,1 0 0 0 0,0 0 0 0 0,0 0 0 0 0,-1 1 0 0 0,1-1 0 0 0,0 0 0 0 0,-1 0 0 0 0,1 0 0 0 0,0 0 0 0 0,-1 0-1 0 0,1 0 1 0 0,0 0 0 0 0,0 0 0 0 0,-1 0 0 0 0,1-1 0 0 0,0 1 0 0 0,-1 0 0 0 0,1 0 0 0 0,0 0 0 0 0,0 0 0 0 0,-1 0 0 0 0,3-6 4 0 0,8-7 53 0 0,-3 9-48 0 0,-1 0 15 0 0,0 1-1 0 0,-1-1 1 0 0,9-2 0 0 0,-13 6-19 0 0,0-1 0 0 0,0 1 0 0 0,0-1 0 0 0,1 1 0 0 0,-1 0 0 0 0,0-1 0 0 0,0 1 0 0 0,0 0 0 0 0,0 0 0 0 0,1 0 0 0 0,-1 0 0 0 0,0 0 0 0 0,0 0 0 0 0,0 1 0 0 0,1-1 0 0 0,-1 0 0 0 0,0 0 0 0 0,0 1 0 0 0,0-1 0 0 0,0 1 0 0 0,0-1 0 0 0,0 1-1 0 0,0-1 1 0 0,2 3 0 0 0,-2-1-2 0 0,0 0 0 0 0,0 0 0 0 0,0 0 0 0 0,0 0 0 0 0,0 0 0 0 0,0 1 0 0 0,-1-1 0 0 0,1 0 0 0 0,-1 0 0 0 0,0 5-1 0 0,1-2 4 0 0,-1-1-1 0 0,0 0 0 0 0,0 1 1 0 0,-1-1-1 0 0,0 6 0 0 0,-2-2-1 0 0,0 0-1 0 0,-1-1 1 0 0,0 1-1 0 0,0-1 0 0 0,-7 10 1 0 0,-31 33 29 0 0,14-17-23 0 0,-37 37-10 0 0,64-69 0 0 0,0 0 0 0 0,0 0 0 0 0,0 0 0 0 0,0 0 0 0 0,0 0 0 0 0,1 0 0 0 0,-1 0 0 0 0,0 0 0 0 0,1 1 0 0 0,-1-1 0 0 0,1 0 0 0 0,-1 0 0 0 0,1 1 0 0 0,0-1 0 0 0,-1 0 0 0 0,1 1 0 0 0,0-1 0 0 0,0 2 0 0 0,0-2 0 0 0,1 0 0 0 0,-1-1 0 0 0,1 1 0 0 0,-1 0 0 0 0,1-1 0 0 0,-1 1 0 0 0,1 0 0 0 0,-1-1 0 0 0,1 1 0 0 0,0 0 0 0 0,-1-1 0 0 0,1 1 0 0 0,0-1 0 0 0,-1 0 0 0 0,1 1 0 0 0,0-1 0 0 0,0 1 0 0 0,-1-1 0 0 0,1 0 0 0 0,0 0 0 0 0,0 1 0 0 0,0-1 0 0 0,-1 0 0 0 0,1 0 0 0 0,0 0 0 0 0,0 0 0 0 0,1 0 0 0 0,6 0 3 0 0,-1 0-1 0 0,0-1 0 0 0,0 0 0 0 0,1 0 0 0 0,-1-1 1 0 0,7-2-1 0 0,-6 2 10 0 0,1-1 0 0 0,-1 2 0 0 0,11-2 0 0 0,33-2 52 0 0,-51 5-63 0 0,-1 0-1 0 0,1 0 0 0 0,-1 0 0 0 0,1 0 0 0 0,0 0 0 0 0,-1 0 1 0 0,1 0-1 0 0,0 0 0 0 0,-1 0 0 0 0,1 1 0 0 0,-1-1 0 0 0,1 0 1 0 0,0 0-1 0 0,-1 0 0 0 0,1 1 0 0 0,-1-1 0 0 0,1 0 0 0 0,-1 1 0 0 0,1-1 1 0 0,-1 0-1 0 0,1 1 0 0 0,-1-1 0 0 0,1 1 0 0 0,-1-1 0 0 0,1 1 1 0 0,-1-1-1 0 0,0 1 0 0 0,1-1 0 0 0,-1 1 0 0 0,0-1 0 0 0,1 1 1 0 0,-1 0-1 0 0,0-1 0 0 0,0 1 0 0 0,0-1 0 0 0,1 1 0 0 0,-1 0 1 0 0,0-1-1 0 0,0 2 0 0 0,0 0-3 0 0,0 1-1 0 0,0-1 1 0 0,0 0 0 0 0,0 1 0 0 0,0-1 0 0 0,-1 0 0 0 0,1 1-1 0 0,-1-1 1 0 0,0 3 0 0 0,-5 7-124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0.2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0 181 111 0 0,'2'2'0'0'0,"-2"-2"0"0"0,1 0 0 0 0,-1 0 0 0 0,0 1 0 0 0,1-1 0 0 0,-1 0 0 0 0,0 1 0 0 0,1-1 0 0 0,-1 0 0 0 0,0 1 0 0 0,0-1 0 0 0,1 0 0 0 0,-1 1 0 0 0,0-1 0 0 0,0 0 0 0 0,0 1 0 0 0,1-1 0 0 0,-1 1 0 0 0,0-1 0 0 0,0 1 0 0 0,0-1 0 0 0,0 0 0 0 0,0 1 0 0 0,0-1 0 0 0,0 1 0 0 0,0 0 0 0 0,0-1 3 0 0,0 1 0 0 0,0-1-1 0 0,0 1 1 0 0,0 0 0 0 0,0-1-1 0 0,0 1 1 0 0,0-1 0 0 0,0 1-1 0 0,0 0 1 0 0,0-1-1 0 0,1 1 1 0 0,-1-1 0 0 0,0 1-1 0 0,0-1 1 0 0,1 1 0 0 0,-1-1-1 0 0,0 1 1 0 0,1-1-1 0 0,-1 1 1 0 0,1-1 0 0 0,-1 1-1 0 0,0-1 1 0 0,1 1 0 0 0,-1-1-1 0 0,1 0 1 0 0,-1 1-1 0 0,1-1 1 0 0,1 1 0 0 0,19 0 102 0 0,-13-1-95 0 0,55-3 79 0 0,81-14-1 0 0,-37 3-61 0 0,-17 6-5 0 0,-41 5-9 0 0,1-2 0 0 0,89-22-1 0 0,58-16 19 0 0,1 17 2 0 0,-186 25-33 0 0,189-37 0 0 0,-169 32 0 0 0,-16 3-20 0 0,-1 0 0 0 0,20-8 0 0 0,-31 10-120 0 0,-10 4-28 0 0,-2-2 80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0.8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0 199 0 0,'-3'19'60'0'0,"5"9"-55"0"0,-1-12 13 0 0,0 0 0 0 0,1 0 0 0 0,7 25-1 0 0,-1-16-2 0 0,1 0 0 0 0,1-1 0 0 0,1 0 0 0 0,18 27 0 0 0,-25-46-6 0 0,0 1 0 0 0,0-1 1 0 0,0 0-1 0 0,0 0 0 0 0,1-1 0 0 0,0 1 0 0 0,7 4 0 0 0,-11-8-5 0 0,1 0 0 0 0,0 0 0 0 0,0 0 0 0 0,0 0-1 0 0,-1 0 1 0 0,1 0 0 0 0,0-1 0 0 0,0 1 0 0 0,0-1 0 0 0,0 1 0 0 0,0-1 0 0 0,0 0-1 0 0,0 0 1 0 0,0 0 0 0 0,0 0 0 0 0,0 0 0 0 0,0 0 0 0 0,0-1 0 0 0,0 1 0 0 0,0 0-1 0 0,0-1 1 0 0,0 0 0 0 0,0 0 0 0 0,0 1 0 0 0,0-1 0 0 0,0 0 0 0 0,1-2-1 0 0,3-2 21 0 0,0 0 0 0 0,0 0-1 0 0,-1-1 1 0 0,0 1-1 0 0,0-1 1 0 0,0-1 0 0 0,-1 1-1 0 0,0-1 1 0 0,5-10-1 0 0,-4 6 17 0 0,-1-1-1 0 0,0 1 0 0 0,-1 0 1 0 0,0-1-1 0 0,3-19 0 0 0,-6 17-23 0 0,1 0 0 0 0,-1-1 0 0 0,-4-25 0 0 0,-1 32-27 0 0,3 8-75 0 0,2 4-110 0 0,2 5-167 0 0,-2-3 187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1.1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0 199 0 0,'3'0'0'0'0,"-2"0"7"0"0,0 1-1 0 0,0-1 1 0 0,0 0-1 0 0,0 1 1 0 0,0-1-1 0 0,0 1 1 0 0,0-1-1 0 0,-1 1 1 0 0,1-1-1 0 0,0 1 0 0 0,0 0 1 0 0,-1-1-1 0 0,1 1 1 0 0,0 0-1 0 0,-1-1 1 0 0,1 1-1 0 0,0 0 1 0 0,-1 0-1 0 0,1 0 1 0 0,0 1-1 0 0,8 18 31 0 0,-9-19-38 0 0,4 11 18 0 0,-1 0-1 0 0,0 1 1 0 0,-1 0-1 0 0,-1-1 1 0 0,0 1-1 0 0,-1 13 1 0 0,3 21-9 0 0,-2-14-8 0 0,-2-33 0 0 0,1-1 0 0 0,-1 0 0 0 0,1 0 0 0 0,0 0 0 0 0,0 0 0 0 0,-1 0 0 0 0,1 0 0 0 0,0 0 0 0 0,0 0 0 0 0,0 0 0 0 0,0 0 0 0 0,0-2 0 0 0,0-1 0 0 0,-10-50-144 0 0,7 38 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1.3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13 143 0 0,'-1'0'7'0'0,"-6"-10"146"0"0,6 8-69 0 0,7 8-48 0 0,0 0-36 0 0,-1-2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1.7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1 199 0 0,'3'2'0'0'0,"-1"1"0"0"0,0-1 0 0 0,0 1-1 0 0,0 0 1 0 0,-1 0 0 0 0,1 0 0 0 0,-1 0-1 0 0,1 0 1 0 0,-1 0 0 0 0,0 0-1 0 0,1 6 1 0 0,0 2 14 0 0,-1 0 0 0 0,0 14 0 0 0,-1-15 16 0 0,0 1 0 0 0,4 15-1 0 0,-4-25-29 0 0,0 0 0 0 0,0 0 0 0 0,0 0 0 0 0,0 0 0 0 0,1-1 0 0 0,-1 1 0 0 0,0 0 0 0 0,1 0 0 0 0,-1 0-1 0 0,0 0 1 0 0,1 0 0 0 0,0 0 0 0 0,-1 0 0 0 0,1-1 0 0 0,-1 1 0 0 0,1 0 0 0 0,0 0 0 0 0,-1-1 0 0 0,1 1-1 0 0,0 0 1 0 0,0-1 0 0 0,0 1 0 0 0,0-1 0 0 0,-1 1 0 0 0,1-1 0 0 0,0 0 0 0 0,0 1 0 0 0,0-1 0 0 0,0 0-1 0 0,0 0 1 0 0,0 1 0 0 0,0-1 0 0 0,0 0 0 0 0,0 0 0 0 0,0 0 0 0 0,0 0 0 0 0,0 0 0 0 0,0 0 0 0 0,0-1-1 0 0,0 1 1 0 0,0 0 0 0 0,0 0 0 0 0,0-1 0 0 0,0 1 0 0 0,1-1 0 0 0,3-1 8 0 0,-1-1 0 0 0,1 0 1 0 0,0 1-1 0 0,-1-2 0 0 0,0 1 1 0 0,8-7-1 0 0,6-10 6 0 0,-12 12 15 0 0,1 0 1 0 0,10-8 0 0 0,-16 14-27 0 0,1 1-1 0 0,1-1 1 0 0,-1 1-1 0 0,0 0 1 0 0,0-1-1 0 0,1 1 1 0 0,-1 0-1 0 0,0 0 1 0 0,1 1-1 0 0,-1-1 1 0 0,1 0-1 0 0,-1 1 1 0 0,6-1-1 0 0,-7 1-2 0 0,1 1 0 0 0,0-1 0 0 0,-1 1 0 0 0,1-1 0 0 0,-1 1 0 0 0,1-1 0 0 0,-1 1 0 0 0,0 0 0 0 0,1 0 0 0 0,-1 0 0 0 0,1 0 0 0 0,-1 0 0 0 0,0 0 0 0 0,0 0 0 0 0,0 0 0 0 0,0 0 0 0 0,0 1 0 0 0,2 1 0 0 0,13 26 0 0 0,-10-16 0 0 0,-3-7 0 0 0,0-1 0 0 0,0 1 0 0 0,-1 0 0 0 0,2 10 0 0 0,3-4-17 0 0,-7-12 10 0 0,1 1 0 0 0,-1-1 0 0 0,0 1 0 0 0,0-1 0 0 0,1 0 0 0 0,-1 1 0 0 0,1-1 0 0 0,-1 0 0 0 0,0 0 0 0 0,1 1 0 0 0,-1-1 0 0 0,1 0 0 0 0,-1 0 0 0 0,0 0 0 0 0,1 1 0 0 0,-1-1 0 0 0,1 0 0 0 0,-1 0 0 0 0,1 0 0 0 0,-1 0 0 0 0,1 0 0 0 0,-1 0 0 0 0,1 0 0 0 0,-1 0 0 0 0,1 0 0 0 0,-1 0 0 0 0,1 0 0 0 0,0 0 0 0 0,0-2-53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3.0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57 255 0 0,'5'-6'20'0'0,"1"1"-1"0"0,0-1 0 0 0,0 1 0 0 0,1 0 0 0 0,0 0 0 0 0,0 1 1 0 0,0 0-1 0 0,0 0 0 0 0,0 0 0 0 0,15-3 0 0 0,-21 6-14 0 0,0 1 1 0 0,0 0-1 0 0,1 0 0 0 0,-1 0 1 0 0,0 0-1 0 0,0 0 0 0 0,0 0 0 0 0,1 0 1 0 0,-1 0-1 0 0,0 0 0 0 0,0 0 1 0 0,0 1-1 0 0,1-1 0 0 0,-1 1 0 0 0,0-1 1 0 0,0 1-1 0 0,0-1 0 0 0,0 1 1 0 0,0 0-1 0 0,1 0 0 0 0,0 1 4 0 0,0-1 0 0 0,-1 1 0 0 0,0 0 0 0 0,1 0 0 0 0,-1 0 0 0 0,0 0 0 0 0,0 0 0 0 0,0 0 0 0 0,0 0 0 0 0,1 3-1 0 0,0 3 12 0 0,0 1 0 0 0,-1-1 0 0 0,0 1 0 0 0,0 15 0 0 0,-2-12-7 0 0,0-1-1 0 0,-1 1 1 0 0,0 0-1 0 0,-1-1 1 0 0,0 1-1 0 0,0-1 1 0 0,-2 0-1 0 0,1 0 1 0 0,-1-1-1 0 0,-1 1 1 0 0,0-1-1 0 0,-1 0 1 0 0,1-1-1 0 0,-2 1 1 0 0,-10 10-1 0 0,9-11-10 0 0,-1-1 0 0 0,0 0 0 0 0,0 0 0 0 0,0-1-1 0 0,-16 8 1 0 0,63-18 243 0 0,-17 1-245 0 0,39-3 0 0 0,-54 5-10 0 0,11 0-114 0 0,-16 0 120 0 0,1 0 0 0 0,-1 0 0 0 0,0 0 0 0 0,1 0 0 0 0,-1 1-1 0 0,0-1 1 0 0,1 0 0 0 0,-1 0 0 0 0,0 0 0 0 0,1 0 0 0 0,-1 0 0 0 0,0 0 0 0 0,1 1 0 0 0,-1-1 0 0 0,0 0 0 0 0,1 0 0 0 0,-1 0 0 0 0,0 1 0 0 0,0-1 0 0 0,1 0 0 0 0,-1 1 0 0 0,0-1 0 0 0,0 0 0 0 0,1 0 0 0 0,-1 1 0 0 0,0-1 0 0 0,0 0 0 0 0,0 1 0 0 0,0-1 0 0 0,0 1 0 0 0,1-1-1 0 0,0 4-148 0 0,-1-4 145 0 0,0 0-1 0 0,0 0 1 0 0,0 0 0 0 0,1 0 0 0 0,-1 0-1 0 0,0 1 1 0 0,0-1 0 0 0,0 0-1 0 0,0 0 1 0 0,0 0 0 0 0,0 0-1 0 0,0 0 1 0 0,0 0 0 0 0,0 0 0 0 0,0 0-1 0 0,0 0 1 0 0,0 0 0 0 0,0 1-1 0 0,0-1 1 0 0,0 0 0 0 0,1 0-1 0 0,-1 0 1 0 0,0 0 0 0 0,0 0 0 0 0,0 0-1 0 0,0 0 1 0 0,0 0 0 0 0,0 1-1 0 0,0-1 1 0 0,0 0 0 0 0,0 0-1 0 0,-1 0 1 0 0,1 0 0 0 0,0 0 0 0 0,0 0-1 0 0,0 0 1 0 0,0 0 0 0 0,0 1-1 0 0,0-1 1 0 0,0 0 0 0 0,0 0-1 0 0,0 0 1 0 0,0 0 0 0 0,0 0 0 0 0,0 0-1 0 0,0 0 1 0 0,0 0 0 0 0,0 0-1 0 0,-1 0 1 0 0,1 0 0 0 0,0 0-1 0 0,0 1 1 0 0,0-1 0 0 0,0 0-1 0 0,0 0 1 0 0,0 0 0 0 0,0 0 0 0 0,0 0-1 0 0,-1 0 1 0 0,1 0 0 0 0,0 0-1 0 0,0 0 1 0 0,0 0 0 0 0,0 0-1 0 0,0 0 1 0 0,-1-1-67 0 0,1 0 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3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35 223 0 0,'-8'-16'64'0'0,"7"15"-59"0"0,1 1 0 0 0,0-1 0 0 0,0 1 0 0 0,0-1 0 0 0,0 1 0 0 0,-1-1 0 0 0,1 1 0 0 0,0-1-1 0 0,0 0 1 0 0,0 1 0 0 0,0-1 0 0 0,0 1 0 0 0,0-1 0 0 0,1 1 0 0 0,-1-1 0 0 0,0 1-1 0 0,0-1 1 0 0,0 0 0 0 0,1 0 0 0 0,0-4 33 0 0,-1 4-38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4.6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64 24 0 0,'3'-2'-1'0'0,"0"0"1"0"0,1 0 0 0 0,-1 0 0 0 0,0 1 0 0 0,1-1 0 0 0,-1 1 0 0 0,1 0 0 0 0,6-1 0 0 0,10-4 1 0 0,-12 3 36 0 0,0 0 1 0 0,16-4 0 0 0,-15 6-20 0 0,-1 0 0 0 0,0 0 0 0 0,1 1-1 0 0,-1 0 1 0 0,10 1 0 0 0,-6 1 2 0 0,1 1 1 0 0,-1 0 0 0 0,0 1-1 0 0,0 0 1 0 0,23 11-1 0 0,-13-5-5 0 0,0-1 0 0 0,1-1-1 0 0,0-1 1 0 0,38 7-1 0 0,99 4 92 0 0,-99-12-93 0 0,312 11-13 0 0,-42-14 26 0 0,106-5 12 0 0,-37-4 9 0 0,-189 7-30 0 0,67 4-4 0 0,153-5 28 0 0,-167-10-29 0 0,89-8-14 0 0,-174 2 2 0 0,136-19 0 0 0,-312 35 0 0 0,80-17 0 0 0,-75 14 0 0 0,1 1 0 0 0,-1-2 0 0 0,0 1 0 0 0,0-1 0 0 0,0 0 0 0 0,-1-1 0 0 0,11-7 0 0 0,-18 12 0 0 0,1 0 0 0 0,-1-1-1 0 0,0 1 1 0 0,1 0 0 0 0,-1-1-1 0 0,1 1 1 0 0,-1-1-1 0 0,0 1 1 0 0,1 0 0 0 0,-1-1-1 0 0,0 1 1 0 0,0-1 0 0 0,1 1-1 0 0,-1-1 1 0 0,0 1 0 0 0,0-1-1 0 0,0 1 1 0 0,1-2-1 0 0,-1 2-1 0 0,0-1 0 0 0,-1 1-1 0 0,1 0 1 0 0,0 0-1 0 0,0-1 1 0 0,0 1 0 0 0,0 0-1 0 0,0 0 1 0 0,-1-1 0 0 0,1 1-1 0 0,0 0 1 0 0,0 0-1 0 0,0 0 1 0 0,-1-1 0 0 0,1 1-1 0 0,0 0 1 0 0,0 0-1 0 0,-1 0 1 0 0,1 0 0 0 0,0 0-1 0 0,0-1 1 0 0,-1 1 0 0 0,1 0-1 0 0,-1 0 1 0 0,-1 0-25 0 0,0-1 1 0 0,1 1 0 0 0,-1 0-1 0 0,0 0 1 0 0,0 0 0 0 0,0 0-1 0 0,0 0 1 0 0,-4 1-1 0 0,-1 0-45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04.8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19 111 0 0,'3'2'0'0'0,"-1"-2"0"0"0,0-2 0 0 0,-2 4 0 0 0,1-4 0 0 0,1 0 0 0 0,-2 1 64 0 0,0-1-64 0 0,0-1 0 0 0,2 1 0 0 0,-2 1 0 0 0,-4-6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6.7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0 206 24 0 0,'11'-5'3'0'0,"0"0"1"0"0,-1 0 0 0 0,0-1 0 0 0,13-9 0 0 0,24-14 51 0 0,12-1-10 0 0,-3 1-42 0 0,0 2 0 0 0,67-21-1 0 0,-103 42-2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7.0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0 130 111 0 0,'23'-14'64'0'0,"0"0"-40"0"0,-1 2 0 0 0,2 0 0 0 0,0 2 0 0 0,0 1 0 0 0,0 0 0 0 0,1 2 0 0 0,49-7 0 0 0,43-1-24 0 0,-22 4 0 0 0,-75 9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7.6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 1 79 0 0,'-6'68'107'0'0,"0"-16"-24"0"0,-2 50-50 0 0,-2 56 9 0 0,10-127-42 0 0,1 0 0 0 0,2 0 0 0 0,6 35-1 0 0,-8-63 1 0 0,0 1 0 0 0,-1-1 0 0 0,1 0 0 0 0,0 1 0 0 0,0-1 0 0 0,0 0 0 0 0,0 0 0 0 0,0 0 0 0 0,1 0 0 0 0,-1 0 0 0 0,1 0 0 0 0,3 5 0 0 0,-4-8 0 0 0,-1 0 0 0 0,0 0 0 0 0,1 0 0 0 0,-1 0 0 0 0,1 0 0 0 0,-1 0 0 0 0,0 0 0 0 0,1 0 0 0 0,-1 0 0 0 0,0 0 0 0 0,1 0 0 0 0,-1 0 0 0 0,1 0 0 0 0,-1 0 0 0 0,0 0 0 0 0,1 0 0 0 0,-1 0 0 0 0,0-1 0 0 0,1 1 0 0 0,-1 0 0 0 0,0 0 0 0 0,1 0 0 0 0,-1 0 0 0 0,0-1 0 0 0,0 1 0 0 0,1 0 0 0 0,-1 0 0 0 0,0-1 0 0 0,0 1 0 0 0,1 0 0 0 0,-1-1 0 0 0,0 1 0 0 0,0 0 0 0 0,0-1 0 0 0,1 1 0 0 0,-1 0 0 0 0,0-1 0 0 0,0 1 0 0 0,0 0 0 0 0,0-1 0 0 0,3-5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8.0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0 158 24 0 0,'1'0'2'0'0,"-1"0"1"0"0,0-1 0 0 0,1 1 0 0 0,-1 0-1 0 0,0 0 1 0 0,1-1 0 0 0,-1 1 0 0 0,0 0-1 0 0,0 0 1 0 0,1-1 0 0 0,-1 1 0 0 0,0 0-1 0 0,0-1 1 0 0,0 1 0 0 0,1 0 0 0 0,-1-1 0 0 0,0 1-1 0 0,0 0 1 0 0,0-1 0 0 0,0 1 0 0 0,0-1-1 0 0,0 1 1 0 0,0 0 0 0 0,0-1 0 0 0,0 1-1 0 0,0-1 1 0 0,0 1 0 0 0,0-1 0 0 0,0-14 78 0 0,0 12-87 0 0,0-5 27 0 0,1 1-1 0 0,0-1 0 0 0,0 1 0 0 0,0-1 0 0 0,1 1 1 0 0,0 0-1 0 0,0-1 0 0 0,1 1 0 0 0,4-7 0 0 0,-6 10-17 0 0,1 1 0 0 0,0 0 0 0 0,0 0-1 0 0,0 0 1 0 0,1 0 0 0 0,-1 1 0 0 0,1-1-1 0 0,-1 1 1 0 0,1-1 0 0 0,0 1 0 0 0,0 0 0 0 0,0 0-1 0 0,0 0 1 0 0,0 0 0 0 0,1 1 0 0 0,-1-1-1 0 0,1 1 1 0 0,-1 0 0 0 0,1 0 0 0 0,5-1-1 0 0,0 1 2 0 0,-1 1 0 0 0,0-1 0 0 0,1 1 0 0 0,-1 1 0 0 0,0 0 0 0 0,1 0 0 0 0,-1 1 0 0 0,0-1 0 0 0,0 2 0 0 0,0-1 0 0 0,0 1 0 0 0,-1 1 0 0 0,1-1 0 0 0,-1 1 0 0 0,11 8 0 0 0,-13-9-3 0 0,5 3 4 0 0,-1 1 1 0 0,-1 0 0 0 0,1 0-1 0 0,-1 0 1 0 0,10 13-1 0 0,-16-18-4 0 0,-1 0 0 0 0,1 0 0 0 0,-1 1 0 0 0,0-1 0 0 0,0 0 0 0 0,0 1 0 0 0,0-1 0 0 0,0 1 0 0 0,0-1 0 0 0,-1 1 0 0 0,1-1 0 0 0,-1 1 0 0 0,0-1 0 0 0,0 1 0 0 0,0-1 0 0 0,0 1 0 0 0,0 0 0 0 0,0-1 0 0 0,-1 1 0 0 0,1-1 0 0 0,-1 1 0 0 0,0-1 0 0 0,0 1 0 0 0,0-1 0 0 0,0 0 0 0 0,0 1 0 0 0,0-1 0 0 0,-1 0 0 0 0,-1 3 0 0 0,-2 1-1 0 0,1-1 0 0 0,-1 0 0 0 0,0 0 0 0 0,-1 0 0 0 0,1 0 0 0 0,-13 7 0 0 0,-40 18 0 0 0,37-19 0 0 0,11-6 0 0 0,-1 0 0 0 0,-12 3 0 0 0,20-7 0 0 0,-1 0 0 0 0,1 0 0 0 0,0-1 0 0 0,-1 1 0 0 0,1-1 0 0 0,0 0 0 0 0,-1 0 0 0 0,1 0 0 0 0,-1 0 0 0 0,1 0 0 0 0,-6-2 0 0 0,8 1-3 0 0,1 1 0 0 0,-1 0 0 0 0,1 0 0 0 0,-1-1-1 0 0,1 1 1 0 0,-1 0 0 0 0,1-1 0 0 0,-1 1-1 0 0,1 0 1 0 0,-1-1 0 0 0,1 1 0 0 0,-1-1-1 0 0,1 1 1 0 0,0-1 0 0 0,-1 1 0 0 0,1-1-1 0 0,0 1 1 0 0,-1-1 0 0 0,1 1 0 0 0,0-1-1 0 0,0 1 1 0 0,0-1 0 0 0,0 0 0 0 0,-1 1-1 0 0,1-1 1 0 0,0 1 0 0 0,0-1 0 0 0,0 0-1 0 0,0 0 1 0 0,5-17-110 0 0,-2 11 59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8.7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101 51 111 0 0,'-1'1'8'0'0,"0"1"0"0"0,-1-1 0 0 0,1 1 0 0 0,-1-1 0 0 0,1 0 0 0 0,-1 0-1 0 0,1 1 1 0 0,-1-1 0 0 0,0 0 0 0 0,-3 1 0 0 0,-9 7 33 0 0,7-3-38 0 0,1 0-1 0 0,0 1 1 0 0,1-1-1 0 0,-1 1 1 0 0,1 0-1 0 0,1 1 1 0 0,-1-1-1 0 0,1 1 1 0 0,1 0-1 0 0,-1 0 1 0 0,1 0-1 0 0,-2 9 0 0 0,4-12 0 0 0,0 1 0 0 0,1 0-1 0 0,-1-1 1 0 0,1 1-1 0 0,0 0 1 0 0,0 0 0 0 0,1-1-1 0 0,0 1 1 0 0,0 0-1 0 0,0-1 1 0 0,0 1 0 0 0,1-1-1 0 0,0 1 1 0 0,0-1-1 0 0,1 0 1 0 0,0 0 0 0 0,0 0-1 0 0,0 0 1 0 0,4 4-1 0 0,-3-4-1 0 0,1 0 0 0 0,1 0 0 0 0,-1 0-1 0 0,1-1 1 0 0,-1 0 0 0 0,1 0 0 0 0,0 0-1 0 0,1-1 1 0 0,-1 0 0 0 0,0 0-1 0 0,1-1 1 0 0,0 0 0 0 0,0 0 0 0 0,10 1-1 0 0,-12-2 5 0 0,0 0-1 0 0,0 0 0 0 0,0-1 0 0 0,0 0 1 0 0,0 0-1 0 0,0-1 0 0 0,0 1 0 0 0,0-1 1 0 0,0 0-1 0 0,0-1 0 0 0,0 1 0 0 0,0-1 1 0 0,0 0-1 0 0,-1 0 0 0 0,1 0 0 0 0,-1-1 1 0 0,1 1-1 0 0,-1-1 0 0 0,0 0 0 0 0,6-6 0 0 0,-3 0 6 0 0,1 0 0 0 0,-2 0 0 0 0,1 0-1 0 0,-2-1 1 0 0,1 0 0 0 0,-1 0-1 0 0,-1-1 1 0 0,1 0 0 0 0,-2 1-1 0 0,0-1 1 0 0,0 0 0 0 0,1-13 0 0 0,-3 16-9 0 0,0 0 1 0 0,-1 1 0 0 0,0-1 0 0 0,-1 1 0 0 0,1-1-1 0 0,-1 1 1 0 0,-1-1 0 0 0,1 1 0 0 0,-1-1-1 0 0,-1 1 1 0 0,1 0 0 0 0,-1 0 0 0 0,-1 0 0 0 0,1 0-1 0 0,-1 1 1 0 0,0 0 0 0 0,-1-1 0 0 0,-9-10-1 0 0,12 15 3 0 0,0 0-1 0 0,-1 0 0 0 0,1 0 1 0 0,0 0-1 0 0,-1 0 0 0 0,1 0 0 0 0,-1 1 1 0 0,1-1-1 0 0,-1 1 0 0 0,0 0 1 0 0,0 0-1 0 0,0 0 0 0 0,-4-1 0 0 0,5 2 1 0 0,-1 0-1 0 0,0 0 0 0 0,0 1 1 0 0,0-1-1 0 0,0 1 0 0 0,0-1 0 0 0,1 1 1 0 0,-1 0-1 0 0,0 0 0 0 0,0 0 1 0 0,1 0-1 0 0,-1 1 0 0 0,-4 2 0 0 0,1 0-2 0 0,0 1 0 0 0,0-1 0 0 0,1 1 0 0 0,0 0 0 0 0,0 0 0 0 0,0 1 0 0 0,0-1 0 0 0,1 1 0 0 0,0 0 0 0 0,-5 10 0 0 0,7-12 0 0 0,0 0 0 0 0,1 0 0 0 0,-1 0 0 0 0,1 1 0 0 0,0-1 0 0 0,0 0 0 0 0,0 1 0 0 0,1-1 0 0 0,0 0 0 0 0,-1 1 0 0 0,2-1 0 0 0,-1 1 0 0 0,0-1 0 0 0,1 0 0 0 0,0 1 0 0 0,0-1 0 0 0,0 0 0 0 0,3 7 0 0 0,-2-8-5 0 0,-1-1 0 0 0,1 0-1 0 0,0 0 1 0 0,-1 0 0 0 0,1 0-1 0 0,0 0 1 0 0,0-1-1 0 0,0 1 1 0 0,1 0 0 0 0,-1-1-1 0 0,0 0 1 0 0,1 1 0 0 0,2 0-1 0 0,-4-1 1 0 0,12 5-11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9.1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51 24 0 0,'0'-1'0'0'0,"0"1"1"0"0,0-1 0 0 0,0 1 0 0 0,0-1-1 0 0,0 0 1 0 0,0 1 0 0 0,0-1 0 0 0,0 0 0 0 0,0 1-1 0 0,-1-1 1 0 0,1 1 0 0 0,0-1 0 0 0,0 1 0 0 0,-1-1-1 0 0,1 1 1 0 0,0-1 0 0 0,-1 0 0 0 0,1 1-1 0 0,0 0 1 0 0,-1-1 0 0 0,0 0 0 0 0,-2 31 403 0 0,1-21-403 0 0,1-1 0 0 0,1 1 0 0 0,-1 0 0 0 0,1 0 0 0 0,1 0 0 0 0,0 0 0 0 0,0-1 0 0 0,1 1 0 0 0,3 12 0 0 0,-4-19-1 0 0,-1-1 0 0 0,1 1 0 0 0,-1-1 0 0 0,1 1 0 0 0,0-1 0 0 0,0 1 0 0 0,0-1 0 0 0,-1 0 0 0 0,1 1 0 0 0,1-1 0 0 0,-1 0 0 0 0,0 0 0 0 0,0 0 0 0 0,0 0 0 0 0,0 0 0 0 0,1 0 0 0 0,-1 0 0 0 0,1 0 0 0 0,-1-1 0 0 0,0 1 0 0 0,4 1 0 0 0,-3-2 0 0 0,0 0 0 0 0,0 0 0 0 0,0 0 0 0 0,0-1 0 0 0,0 1 0 0 0,0 0 0 0 0,-1-1 0 0 0,1 1 0 0 0,0-1 0 0 0,0 0 0 0 0,0 1 0 0 0,0-1 0 0 0,-1 0 0 0 0,1 0 0 0 0,2-2 0 0 0,4-3 0 0 0,0-1 0 0 0,-1 0 0 0 0,1 0 0 0 0,-1-1 0 0 0,8-11 0 0 0,70-102 0 0 0,-82 112 0 0 0,-3 8 0 0 0,0 4 0 0 0,-1 12 0 0 0,-1-1 0 0 0,-5 24 0 0 0,-1 10 0 0 0,6-34 0 0 0,1 0 0 0 0,1 0 0 0 0,2 22 0 0 0,-2-33 0 0 0,1 1 0 0 0,-1-1 0 0 0,1 1 0 0 0,0-1 0 0 0,0 0 0 0 0,1 1 0 0 0,-1-1 0 0 0,1 0 0 0 0,-1 0 0 0 0,1 0 0 0 0,0 0 0 0 0,0 0 0 0 0,0 0 0 0 0,1-1 0 0 0,-1 1 0 0 0,0 0 0 0 0,1-1 0 0 0,0 0 0 0 0,5 4 0 0 0,-4-4-5 0 0,0 0 0 0 0,1 1 0 0 0,-1-1 0 0 0,1-1 0 0 0,0 1 0 0 0,-1-1-1 0 0,1 1 1 0 0,0-1 0 0 0,0-1 0 0 0,0 1 0 0 0,0-1 0 0 0,0 0-1 0 0,0 0 1 0 0,7-1 0 0 0,1-2-62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9.4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24 0 0,'-1'0'5'0'0,"1"1"0"0"0,0-1 0 0 0,-1 0 1 0 0,1 0-1 0 0,0 1 0 0 0,0-1 0 0 0,0 0 1 0 0,-1 1-1 0 0,1-1 0 0 0,0 0 0 0 0,0 1 1 0 0,0-1-1 0 0,0 0 0 0 0,-1 1 1 0 0,1-1-1 0 0,0 0 0 0 0,0 1 0 0 0,0-1 1 0 0,0 0-1 0 0,0 1 0 0 0,0-1 0 0 0,0 1 1 0 0,0-1-1 0 0,0 0 0 0 0,0 1 1 0 0,0-1-1 0 0,0 0 0 0 0,1 1 0 0 0,-1-1 1 0 0,0 0-1 0 0,0 1 0 0 0,0-1 0 0 0,1 1 1 0 0,-1 0 0 0 0,1 0 0 0 0,0 0 1 0 0,1 0-1 0 0,-1 0 0 0 0,0 0 1 0 0,0-1-1 0 0,0 1 0 0 0,0 0 1 0 0,3 0-1 0 0,31 11 59 0 0,-1-7-20 0 0,0-1 1 0 0,0-1-1 0 0,47-3 0 0 0,-44 0-16 0 0,0 4-12 0 0,-30-2-35 0 0,0-1 1 0 0,-1-1-1 0 0,1 1 0 0 0,0-1 0 0 0,8-1 0 0 0,-10 0-82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49.6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 1 24 0 0,'-4'25'96'0'0,"1"1"1"0"0,0 34-1 0 0,1 4 36 0 0,-20 98 11 0 0,-2 24 12 0 0,23-141-155 0 0,1-41 0 0 0,0 0 0 0 0,1 0 0 0 0,0 0 0 0 0,0-1 0 0 0,0 1 0 0 0,0 0 0 0 0,0 0 0 0 0,1-1 0 0 0,1 5 0 0 0,-2-7-4 0 0,0 0-1 0 0,0 0 0 0 0,0-1 0 0 0,0 1 0 0 0,0 0 0 0 0,1-1 0 0 0,-1 1 0 0 0,0-1 0 0 0,0 1 1 0 0,0-1-1 0 0,0 0 0 0 0,1 0 0 0 0,-1 1 0 0 0,0-1 0 0 0,0 0 0 0 0,1 0 0 0 0,1 0 0 0 0,-1 0-7 0 0,0 0 0 0 0,1 0-1 0 0,-1-1 1 0 0,1 1-1 0 0,-1 0 1 0 0,0-1-1 0 0,1 1 1 0 0,2-2-1 0 0,2-3-67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0.9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18 24 0 0,'21'-5'64'0'0,"-11"2"-48"0"0,1 0 0 0 0,-1 1 0 0 0,1 0 0 0 0,16-1-1 0 0,-24 3-15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1.1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 12 223 0 0,'0'0'2'0'0,"0"-1"0"0"0,0 1 0 0 0,0-1-1 0 0,0 1 1 0 0,0-1 0 0 0,0 1-1 0 0,0 0 1 0 0,0-1 0 0 0,0 1-1 0 0,0-1 1 0 0,0 1 0 0 0,-1 0 0 0 0,1-1-1 0 0,0 1 1 0 0,0-1 0 0 0,0 1-1 0 0,-1 0 1 0 0,1-1 0 0 0,0 1-1 0 0,-1 0 1 0 0,1-1 0 0 0,0 1 0 0 0,-1 0-1 0 0,1 0 1 0 0,0-1 0 0 0,-1 1-1 0 0,1 0 1 0 0,0 0 0 0 0,-1 0-1 0 0,1-1 1 0 0,-1 1 0 0 0,1 0 0 0 0,-1 0-1 0 0,1 0 1 0 0,0 0 0 0 0,-1 0-1 0 0,1 0 1 0 0,-1 0 0 0 0,0 0-1 0 0,0 0 3 0 0,1 0-1 0 0,-1 0 0 0 0,0 0 0 0 0,0 1 0 0 0,0-1 0 0 0,1 0 0 0 0,-1 0 0 0 0,0 1 0 0 0,1-1 0 0 0,-1 0 0 0 0,0 1 1 0 0,1-1-1 0 0,-1 1 0 0 0,0-1 0 0 0,1 1 0 0 0,-1-1 0 0 0,1 1 0 0 0,-1 0 0 0 0,1-1 0 0 0,-1 1 0 0 0,0 1 0 0 0,-6 16 14 0 0,2 2 0 0 0,0-1 0 0 0,0 0 0 0 0,2 1 0 0 0,1 0 0 0 0,0 0 0 0 0,2 25 0 0 0,0-32-17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1.3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47 111 0 0,'-4'11'0'0'0,"3"-10"0"0"0,1 1 0 0 0,-1 0 0 0 0,0 0 0 0 0,1-1 0 0 0,0 1 0 0 0,-1 0 0 0 0,1 0 0 0 0,0 0 0 0 0,0 2 0 0 0,0-2 5 0 0,1-1 0 0 0,-1 0 0 0 0,1 0 0 0 0,0 0 0 0 0,-1 0 0 0 0,1 0 0 0 0,0 0-1 0 0,0 0 1 0 0,0 0 0 0 0,0 0 0 0 0,0 0 0 0 0,0 0 0 0 0,0 0 0 0 0,0-1-1 0 0,0 1 1 0 0,2 1 0 0 0,-1-2 2 0 0,-1 0-1 0 0,1 0 1 0 0,0 0-1 0 0,-1 0 1 0 0,1 0 0 0 0,0 0-1 0 0,-1 0 1 0 0,1 0-1 0 0,-1-1 1 0 0,1 1 0 0 0,0-1-1 0 0,-1 1 1 0 0,1-1-1 0 0,1-1 1 0 0,3 0 5 0 0,-1 0 1 0 0,0-1 0 0 0,0 0-1 0 0,0 0 1 0 0,0 0-1 0 0,0-1 1 0 0,-1 1 0 0 0,0-1-1 0 0,1 0 1 0 0,6-9-1 0 0,-11 12-12 0 0,1 0 0 0 0,0 0 0 0 0,-1 0 0 0 0,1 0 0 0 0,-1 0 0 0 0,0 0 0 0 0,1 0 0 0 0,-1 0 0 0 0,0 0 0 0 0,0 0 0 0 0,1 0 0 0 0,-1-1 0 0 0,0 1 0 0 0,0 0 0 0 0,0 0 0 0 0,0 0 0 0 0,0 0 0 0 0,-1 0 0 0 0,1 0 0 0 0,0 0 0 0 0,-1 0 0 0 0,1 0 0 0 0,0 0 0 0 0,-1 0 0 0 0,1 0 0 0 0,-1 0 0 0 0,1 0 0 0 0,-1 0 0 0 0,0 0 0 0 0,1 0 0 0 0,-1 0 0 0 0,0 1 0 0 0,0-1 0 0 0,-1-1 0 0 0,0 1 0 0 0,1 0 0 0 0,-1 0 0 0 0,0 0 0 0 0,0 0 0 0 0,0 0 0 0 0,0 0 0 0 0,0 0 0 0 0,0 1 0 0 0,0-1 0 0 0,0 1 0 0 0,0-1 0 0 0,0 1 0 0 0,0 0 0 0 0,0 0 0 0 0,0 0 0 0 0,0 0 0 0 0,-3 1 0 0 0,1 0 0 0 0,0 0 0 0 0,0 0 0 0 0,0 1 0 0 0,0 0 0 0 0,0 0 0 0 0,0 0 0 0 0,1 0 0 0 0,-5 4 0 0 0,-7 6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3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76 24 0 0,'0'1'0'0'0,"1"0"0"0"0,1-2 9 0 0,-1 1 0 0 0,0-1 1 0 0,1 1-1 0 0,-1-1 1 0 0,0 1-1 0 0,0-1 1 0 0,1 0-1 0 0,-1 1 1 0 0,0-1-1 0 0,0 0 1 0 0,0 0-1 0 0,1-1 1 0 0,3-2 26 0 0,11-4-15 0 0,1 1 0 0 0,0 0-1 0 0,0 1 1 0 0,1 1 0 0 0,21-3-1 0 0,-29 5-4 0 0,36-4-10 0 0,91-4 0 0 0,-116 10-6 0 0,7 4 0 0 0,-19-2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3.7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62 55 0 0,'1'0'10'0'0,"1"0"-1"0"0,-1 0 0 0 0,1 0 0 0 0,-1 0 0 0 0,0-1 0 0 0,1 1 0 0 0,-1 0 0 0 0,0-1 0 0 0,1 0 0 0 0,-1 1 0 0 0,0-1 0 0 0,0 1 0 0 0,2-2 0 0 0,1 0 14 0 0,18-9 16 0 0,1 1 0 0 0,33-10 0 0 0,-42 16-22 0 0,0 1 0 0 0,0 1 0 0 0,1 0 0 0 0,-1 1 0 0 0,25 0-1 0 0,-25 3-16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4.2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135 1 143 0 0,'-5'3'0'0'0,"-2"4"11"0"0,-20 33 117 0 0,17-18-98 0 0,1-1 1 0 0,1 1-1 0 0,-6 32 0 0 0,-9 70 15 0 0,8-37-30 0 0,0 19 12 0 0,14-91-38 0 0,1 0-1 0 0,0 0 1 0 0,1 0 0 0 0,0 0-1 0 0,5 17 1 0 0,-4-29-76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4.6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 24 0 0,'1'0'9'0'0,"-1"1"0"0"0,1-1 1 0 0,-1 0-1 0 0,1 0 1 0 0,0 0-1 0 0,-1 0 0 0 0,1 0 1 0 0,0 1-1 0 0,-1-1 1 0 0,1 0-1 0 0,0 0 1 0 0,-1-1-1 0 0,1 1 0 0 0,0 0 1 0 0,-1 0-1 0 0,1 0 1 0 0,0-1-1 0 0,2 1-24 0 0,3 0 49 0 0,0-1 0 0 0,0 0 0 0 0,10-3 0 0 0,13-1 22 0 0,12 1-20 0 0,0 2 1 0 0,-1 2-1 0 0,1 1 0 0 0,66 12 0 0 0,-95-10-36 0 0,-1 0 0 0 0,0 1 0 0 0,0 0 0 0 0,0 0 0 0 0,18 12 0 0 0,-24-13 0 0 0,1 0 0 0 0,-1 1 0 0 0,-1 0 0 0 0,1 0 0 0 0,0 0 0 0 0,-1 0 0 0 0,0 1 0 0 0,0 0 0 0 0,0-1 0 0 0,-1 2 0 0 0,0-1 0 0 0,5 9 0 0 0,-7-11 2 0 0,0-1-1 0 0,-1 1 0 0 0,1-1 0 0 0,0 1 0 0 0,-1-1 0 0 0,0 1 0 0 0,0 0 0 0 0,1-1 0 0 0,-1 1 0 0 0,-1-1 0 0 0,1 1 0 0 0,0-1 0 0 0,-1 1 0 0 0,1-1 0 0 0,-1 1 0 0 0,0-1 0 0 0,0 1 0 0 0,0-1 0 0 0,0 1 0 0 0,0-1 0 0 0,-1 0 0 0 0,1 0 0 0 0,-1 0 0 0 0,1 0 0 0 0,-1 0 0 0 0,0 0 0 0 0,1 0 0 0 0,-1 0 0 0 0,0-1 0 0 0,-3 3 0 0 0,-5 2 5 0 0,0 0-1 0 0,-1 0 0 0 0,0-1 1 0 0,0 0-1 0 0,-12 3 0 0 0,4-2-5 0 0,-1-2 0 0 0,1 0 0 0 0,-1-2 0 0 0,-24 1 0 0 0,13-1 0 0 0,6 1-47 0 0,0-2 0 0 0,-47-4 0 0 0,67 2 28 0 0,8-2-63 0 0,4 2 12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5.0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20 255 0 0,'2'-3'-1'0'0,"-1"2"2"0"0,0 1 0 0 0,0-1 0 0 0,-1 0 0 0 0,1 0 0 0 0,0 0 0 0 0,-1 1 0 0 0,1-1 0 0 0,-1 0 0 0 0,1 0-1 0 0,-1 0 1 0 0,1 0 0 0 0,-1 0 0 0 0,0 0 0 0 0,1 0 0 0 0,-1 0 0 0 0,0-2 0 0 0,-2 30 109 0 0,-9 47 1 0 0,1-9-115 0 0,6-35 4 0 0,-8 113 0 0 0,13-137-11 0 0,3-10-14 0 0,1-11-11 0 0,4-31-28 0 0,-5 27 64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5.2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97 24 0 0,'0'-20'49'0'0,"1"9"10"0"0,-1 1 1 0 0,-1-1 0 0 0,0 0 0 0 0,0 1 0 0 0,-3-11-1 0 0,4 19-59 0 0,3 2-10 0 0,-1 1-44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16:55.5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127 1 24 0 0,'0'3'1'0'0,"1"1"1"0"0,-1-1-1 0 0,0 1 1 0 0,0-1 0 0 0,0 1-1 0 0,0-1 1 0 0,-1 1-1 0 0,0-1 1 0 0,1 1 0 0 0,-1-1-1 0 0,0 1 1 0 0,-3 4 0 0 0,-2 6 15 0 0,-15 22 0 0 0,5-10-9 0 0,-36 64-8 0 0,28-51 0 0 0,34-46 33 0 0,20-13 52 0 0,123-87 11 0 0,-124 90-68 0 0,2 1 0 0 0,0 1 0 0 0,47-15 0 0 0,-73 28-26 0 0,0 1 0 0 0,0 0 0 0 0,0 0 1 0 0,0 0-1 0 0,10 0 0 0 0,-14 1-2 0 0,0 0 0 0 0,0 0 0 0 0,1 0 0 0 0,-1 1 0 0 0,0-1 0 0 0,0 0 0 0 0,0 1-1 0 0,0-1 1 0 0,0 1 0 0 0,1-1 0 0 0,-1 1 0 0 0,0-1 0 0 0,0 1 0 0 0,0 0 0 0 0,-1-1 0 0 0,1 1 0 0 0,0 0 0 0 0,0 0 0 0 0,0 0-1 0 0,0 0 1 0 0,-1 0 0 0 0,1 0 0 0 0,0 0 0 0 0,-1 0 0 0 0,1 0 0 0 0,-1 0 0 0 0,1 0 0 0 0,-1 0 0 0 0,0 1 0 0 0,1 0-1 0 0,1 10 8 0 0,-1 1 0 0 0,0-1-1 0 0,-1 1 1 0 0,0-1-1 0 0,-1 1 1 0 0,-1-1-1 0 0,-2 13 1 0 0,-2 16 4 0 0,-2-1-11 0 0,6-35 0 0 0,1 1 0 0 0,-1-1 0 0 0,1 0 0 0 0,0 0 0 0 0,1 0 0 0 0,-1 1 0 0 0,1-1 0 0 0,0 0 0 0 0,0 1 0 0 0,1-1 0 0 0,-1 0 0 0 0,1 1 0 0 0,2 5 0 0 0,-2-10-4 0 0,-1 0-1 0 0,1 0 0 0 0,-1 0 1 0 0,1 0-1 0 0,0 0 0 0 0,0 0 0 0 0,-1 0 1 0 0,1 0-1 0 0,0 0 0 0 0,0-1 0 0 0,0 1 1 0 0,0 0-1 0 0,0-1 0 0 0,0 1 0 0 0,0 0 1 0 0,0-1-1 0 0,2 1 0 0 0,1 1-62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1:01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1 253 55 0 0,'33'-11'0'0'0,"-20"6"0"0"0,-1 1 0 0 0,24-5 0 0 0,218-47 0 0 0,-14-32 0 0 0,-169 58 0 0 0,-44 20 19 0 0,1 1-1 0 0,0 1 0 0 0,1 1 0 0 0,47-4 0 0 0,-33 8 18 0 0,0 2-1 0 0,64 7 1 0 0,199 16 38 0 0,-59-5-74 0 0,-60-1 0 0 0,375 34 0 0 0,-103-34 64 0 0,-290-14-64 0 0,143-6 0 0 0,-260-1 0 0 0,307-18 0 0 0,-6-2 0 0 0,-350 24 1 0 0,20-1 1 0 0,33 0-1 0 0,-50 2-2 0 0,0 0-1 0 0,0 1 0 0 0,0 0 0 0 0,-1 0 0 0 0,1 0 1 0 0,0 1-1 0 0,0 0 0 0 0,-1 0 0 0 0,1 0 0 0 0,9 6 0 0 0,-7-2-78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1:02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0 143 0 0,'3'3'0'0'0,"1"-1"0"0"0,0 1 0 0 0,-1-1 0 0 0,1 0 0 0 0,0 0 0 0 0,0-1 0 0 0,0 1 0 0 0,0-1 0 0 0,0 0 0 0 0,1 0 0 0 0,4 1 0 0 0,43 1 0 0 0,334 4 32 0 0,3-1 0 0 0,30 16 11 0 0,-147-3-22 0 0,214 14-21 0 0,-337-22 0 0 0,997 47 0 0 0,-925-50 0 0 0,768 65 64 0 0,-623-45-27 0 0,-60-5-10 0 0,-23-7 26 0 0,4 1 18 0 0,186 10 8 0 0,-247-14-119 0 0,34 0 13 0 0,240 1 27 0 0,-232-8 0 0 0,44 2 0 0 0,78 6 0 0 0,-14-2 0 0 0,-168-7 0 0 0,26 1 0 0 0,-102 2 9 0 0,160 7 36 0 0,138 9-34 0 0,-31-2-12 0 0,159 3 1 0 0,-343-16 35 0 0,100 3-6 0 0,216 0-29 0 0,-269-7 0 0 0,11-1 0 0 0,530 18 0 0 0,-471-18 0 0 0,-109-2 0 0 0,276 2 0 0 0,-124-2 0 0 0,179 6 0 0 0,-189-6 0 0 0,-57-2 0 0 0,312 1 0 0 0,-3 0 0 0 0,-134 3 0 0 0,399 7 0 0 0,-670-7 0 0 0,227 8 0 0 0,428 9 0 0 0,-472-14 0 0 0,-10-6 0 0 0,60 2 0 0 0,-87 2 0 0 0,-50-1 0 0 0,56-2 0 0 0,-30-1 0 0 0,-167 2 0 0 0,305 10 0 0 0,75 12-272 0 0,-479-21 236 0 0,98-8 0 0 0,-139 1 36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1:03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 5 223 0 0,'-7'-2'0'0'0,"2"1"0"0"0,2 1 0 0 0,1-2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1:05.1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6 367 0 0,'51'-5'0'0'0,"-27"9"20"0"0,35 11-1 0 0,6 1 6 0 0,171 16 103 0 0,352-14-64 0 0,-381-16-39 0 0,75-4 14 0 0,232-19 15 0 0,-304 14-43 0 0,201 2-1 0 0,-60 12 43 0 0,-32 6-53 0 0,-48 0 0 0 0,38-1 0 0 0,1 1 0 0 0,306 27 0 0 0,59 10 0 0 0,292-38 54 0 0,-1-18 74 0 0,-402-5-54 0 0,-205-15-74 0 0,-5-25 0 0 0,-254 30-194 0 0,-86 17 144 0 0,1-1-1 0 0,-1 0 0 0 0,0-1 0 0 0,21-12 0 0 0,-20 8-69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1:05.2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 7 775 0 0,'-6'-3'0'0'0,"1"-1"0"0"0,3 4 0 0 0,2 2 64 0 0,2-2-64 0 0,-4 0 0 0 0,-3 0 0 0 0,1 0 0 0 0,-5 0-88 0 0,1 7 24 0 0,-2-4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2:02.0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12 55 0 0,'0'0'0'0'0,"0"0"0"0"0,0 0 0 0 0,0 0 0 0 0,0 0 0 0 0,0 0 0 0 0,0 0 0 0 0,0 0 0 0 0,0 0 0 0 0,0 0 0 0 0,0-1 0 0 0,0 1 0 0 0,0 0 0 0 0,0 0 0 0 0,1 0 0 0 0,-1 0 0 0 0,0 0 0 0 0,0 0 0 0 0,0 0 0 0 0,0 0 0 0 0,0 0 0 0 0,0 0 0 0 0,0 0 0 0 0,0-1 0 0 0,0 1 0 0 0,0 0 0 0 0,0 0 0 0 0,0 0 0 0 0,0 0 0 0 0,0 0 0 0 0,0 0 0 0 0,0 0 0 0 0,0 0 0 0 0,0 0 0 0 0,0 0 0 0 0,0-1 0 0 0,0 1 0 0 0,0 0 0 0 0,0 0 0 0 0,0 0 0 0 0,0 0 0 0 0,0 0 0 0 0,-1 0 0 0 0,1 0 0 0 0,0 0 0 0 0,0 0 0 0 0,0 0 0 0 0,0 0 0 0 0,0 0 0 0 0,0-1 0 0 0,0 1 0 0 0,0 0 0 0 0,0 0 0 0 0,0 0 0 0 0,0 0 0 0 0,-1 0 0 0 0,-3-4 0 0 0,1 1 83 0 0,1 8 16 0 0,1 10-78 0 0,0 0 0 0 0,4 29 0 0 0,-1-13-10 0 0,15 289-11 0 0,6 218 0 0 0,-34-145 92 0 0,0-133 8 0 0,6-71-100 0 0,8-160 0 0 0,-3-23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2:02.7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34 24 0 0,'3'-23'79'0'0,"2"13"-25"0"0,-5 10-54 0 0,0 0 1 0 0,0 0-1 0 0,0 0 0 0 0,0 0 1 0 0,0 0-1 0 0,0 0 1 0 0,0 0-1 0 0,0 0 0 0 0,1 0 1 0 0,-1 0-1 0 0,0 0 0 0 0,0 0 1 0 0,0 0-1 0 0,0 0 0 0 0,0 0 1 0 0,0 0-1 0 0,0 0 1 0 0,0 0-1 0 0,1 0 0 0 0,-1 0 1 0 0,0 0-1 0 0,0 0 0 0 0,0 0 1 0 0,0 0-1 0 0,0 0 0 0 0,0 0 1 0 0,0 0-1 0 0,0 0 1 0 0,0 1-1 0 0,0-1 0 0 0,0 0 1 0 0,0 0-1 0 0,1 0 0 0 0,-1 0 1 0 0,0 0-1 0 0,0 0 1 0 0,0 0-1 0 0,0 0 0 0 0,0 0 1 0 0,0 1-1 0 0,0-1 0 0 0,0 0 1 0 0,0 0-1 0 0,0 0 0 0 0,0 0 1 0 0,0 0-1 0 0,3 22 19 0 0,-2-16 9 0 0,24 180-2 0 0,19 149 76 0 0,-44-329-102 0 0,73 558 74 0 0,-65-515-74 0 0,-3 1 0 0 0,-2 63 0 0 0,-4-43 4 0 0,-5 125 32 0 0,-17-3-12 0 0,17-160-24 0 0,3-12 0 0 0,-1 0 0 0 0,-1 0 0 0 0,-12 32 0 0 0,17-51 0 0 0,0-1 0 0 0,-1 1 0 0 0,1-1 0 0 0,0 1 0 0 0,0-1 0 0 0,0 0 0 0 0,0 1 0 0 0,0-1 0 0 0,-1 1 0 0 0,1-1 0 0 0,0 1 0 0 0,0-1 0 0 0,-1 0 0 0 0,1 1 0 0 0,0-1 0 0 0,-1 0 0 0 0,1 1 0 0 0,0-1 0 0 0,-1 0 0 0 0,1 1 0 0 0,0-1 0 0 0,-1 0 0 0 0,1 0 0 0 0,-1 0 0 0 0,1 1 0 0 0,-1-1 0 0 0,1 0 0 0 0,0 0 0 0 0,-1 0 0 0 0,1 0 0 0 0,-1 0 0 0 0,1 0 0 0 0,-1 0 0 0 0,1 0 0 0 0,-2 0 0 0 0,1-1 0 0 0,0 1 0 0 0,0-1 0 0 0,0 0 0 0 0,0 0 0 0 0,0 0 0 0 0,0 0 0 0 0,0-1 0 0 0,0 1 0 0 0,1 0 0 0 0,-2-1 0 0 0,-5-8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2:11.8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80 1842 24 0 0,'0'21'66'0'0,"-1"-13"-28"0"0,1 0 0 0 0,0 1 0 0 0,1-1 0 0 0,2 12-1 0 0,-3-15 4 0 0,-4-6 62 0 0,-3-10 13 0 0,-2-17-27 0 0,5 15-59 0 0,0-2 0 0 0,0 1 1 0 0,-1-19-1 0 0,-20-185 63 0 0,6 63-48 0 0,17 118 7 0 0,2 0 0 0 0,9-73 0 0 0,-1 39-16 0 0,6-56-36 0 0,-9 82 11 0 0,1 0 0 0 0,2 0-1 0 0,2 1 1 0 0,3 1 0 0 0,30-73-1 0 0,-34 95-10 0 0,60-122 0 0 0,-62 130 0 0 0,1 1 0 0 0,1 0 0 0 0,0 0 0 0 0,0 0 0 0 0,1 1 0 0 0,1 1 0 0 0,0-1 0 0 0,0 2 0 0 0,1 0 0 0 0,0 0 0 0 0,24-12 0 0 0,24-10 0 0 0,-45 22 0 0 0,0 0 0 0 0,0 1 0 0 0,1 1 0 0 0,0 1 0 0 0,0 0 0 0 0,1 1 0 0 0,17-2 0 0 0,-1 3 6 0 0,-13 2 4 0 0,-1 0 0 0 0,0-1-1 0 0,0-1 1 0 0,0-1 0 0 0,25-10-1 0 0,-43 14-9 0 0,1 1 0 0 0,-1-1 0 0 0,1 0 0 0 0,0 1 0 0 0,-1-1 0 0 0,1 1 0 0 0,0 0 0 0 0,-1-1 0 0 0,1 1 0 0 0,0 0 0 0 0,0 0 0 0 0,-1 0 0 0 0,1 0 0 0 0,0 1 0 0 0,-1-1 0 0 0,1 0 0 0 0,0 1 0 0 0,0-1 0 0 0,-1 1 0 0 0,1-1 0 0 0,-1 1 0 0 0,1 0 0 0 0,-1 0 0 0 0,1 0 0 0 0,-1 0 0 0 0,2 1 0 0 0,1 2 0 0 0,-1 0 0 0 0,0-1 0 0 0,0 2 0 0 0,0-1 0 0 0,0 0 0 0 0,-1 0 0 0 0,0 1 0 0 0,2 5 0 0 0,9 25 0 0 0,-2 1 0 0 0,-2 0 0 0 0,5 40 0 0 0,-12-67 0 0 0,4 26 5 0 0,-2-8 7 0 0,1 1 0 0 0,2-1 0 0 0,0 0 0 0 0,16 36-1 0 0,-9-36-11 0 0,1-2 0 0 0,1 0 0 0 0,1-1 0 0 0,1 0 0 0 0,30 30 0 0 0,-15-16 0 0 0,-2 1 0 0 0,25 43 0 0 0,3 4 0 0 0,-51-75 0 0 0,-1 1-1 0 0,-1 0 1 0 0,1 0 0 0 0,-2 1-1 0 0,0-1 1 0 0,4 16-1 0 0,14 82 29 0 0,-17-77 11 0 0,-3-19-39 0 0,0 0 0 0 0,2 0 0 0 0,0 0 0 0 0,0-1 0 0 0,1 0 0 0 0,10 17 0 0 0,0-2 0 0 0,8 13 0 0 0,-17-30 0 0 0,0 1 0 0 0,6 15 0 0 0,-4-8 0 0 0,-2-3 0 0 0,7 23 0 0 0,-10-28 0 0 0,0 1 0 0 0,0-1 0 0 0,1 0 0 0 0,0-1 0 0 0,9 14 0 0 0,7 2 0 0 0,41 38 0 0 0,-46-48 0 0 0,-5-5 0 0 0,0-2 0 0 0,1 0 0 0 0,0 0 0 0 0,0-1 0 0 0,1 0 0 0 0,0-1 0 0 0,0-1 0 0 0,17 6 0 0 0,-18-8 0 0 0,0 0 0 0 0,0-1 0 0 0,1-1 0 0 0,-1 0 0 0 0,1-1 0 0 0,0 0 0 0 0,-1 0 0 0 0,1-2 0 0 0,23-3 0 0 0,-23 2 0 0 0,-6 1 0 0 0,0 0 0 0 0,1 0 0 0 0,-1-1 0 0 0,0 0 0 0 0,0-1 0 0 0,-1 1 0 0 0,1-1 0 0 0,9-6 0 0 0,25-22 0 0 0,21-15 0 0 0,-54 41 0 0 0,-1-1 0 0 0,1 0 0 0 0,-1 0 0 0 0,-1-1 0 0 0,1 0 0 0 0,-1 0 0 0 0,9-13 0 0 0,0-6 0 0 0,14-29 0 0 0,4-10 0 0 0,30-59 0 0 0,-18 30 0 0 0,-30 65 0 0 0,-2-2 0 0 0,-1 1 0 0 0,12-48 0 0 0,-22 67 0 0 0,0 0 0 0 0,-1-17 0 0 0,4-17 0 0 0,6 3 16 0 0,20-51 0 0 0,-16 53 0 0 0,13-55 0 0 0,-9-10-16 0 0,0 45 0 0 0,-13 38 0 0 0,2 2 0 0 0,0-1 0 0 0,1 1 0 0 0,1 0 0 0 0,17-24 0 0 0,-10 15 0 0 0,16-37 0 0 0,29-96 0 0 0,-56 148 0 0 0,-3 7 0 0 0,0 1 0 0 0,0-1 0 0 0,-1 0 0 0 0,2-10 0 0 0,5-16 0 0 0,-6 24 0 0 0,-1-1 0 0 0,2-15 0 0 0,-3 20 0 0 0,0 0 0 0 0,1 0 0 0 0,-1 1 0 0 0,1-1 0 0 0,4-9 0 0 0,5-11 0 0 0,-6 12 0 0 0,-4 12 0 0 0,-1 0 0 0 0,1 0 0 0 0,-1 0 0 0 0,1 1 0 0 0,-1-1 0 0 0,1 0 0 0 0,-1 0 0 0 0,0 0 0 0 0,0 0 0 0 0,1 0 0 0 0,-1 1 0 0 0,0-1 0 0 0,0 0 0 0 0,0 0 0 0 0,0 0 0 0 0,0 0 0 0 0,0 0 0 0 0,0 0 0 0 0,0-1 0 0 0,-1 1-2 0 0,1 0 0 0 0,-1 1 0 0 0,1-1 0 0 0,0 0 0 0 0,0 0-1 0 0,0 0 1 0 0,0 0 0 0 0,-1 0 0 0 0,1 0 0 0 0,0 0 0 0 0,0 0-1 0 0,1 0 1 0 0,-1 0 0 0 0,0 0 0 0 0,0 0 0 0 0,0 0 0 0 0,1 1-1 0 0,-1-1 1 0 0,0 0 0 0 0,1 0 0 0 0,0-1 0 0 0,2-8-15 0 0,5-62-275 0 0,-7 60-6 0 0,-2 9 184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15.4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102 134 143 0 0,'-15'-13'8'0'0,"-1"-1"-1"0"0,-15-20 1 0 0,21 22 45 0 0,-13-23-1 0 0,19 28-52 0 0,2 4 0 0 0,4 4 0 0 0,13 6 0 0 0,19 3 0 0 0,0-1 0 0 0,64 7 0 0 0,74-5 0 0 0,-101-7 0 0 0,485 51 118 0 0,-88 0-108 0 0,-463-55-10 0 0,468 26-2 0 0,2-28 3 0 0,-69-2 11 0 0,414 5 46 0 0,-1-21-63 0 0,-198-2 47 0 0,205-10 44 0 0,-659 22-96 0 0,1265-52 84 0 0,-948 49-74 0 0,-235 6 0 0 0,-28-1 0 0 0,119-2 0 0 0,-14 1 0 0 0,43 0 0 0 0,-156 6 15 0 0,259 4 34 0 0,-231 2-51 0 0,29 1 15 0 0,252 17 40 0 0,-279-6-53 0 0,-14-1 0 0 0,-124-10 0 0 0,193 9 0 0 0,33 10 0 0 0,245 18 0 0 0,-573-41-3 0 0,23 2-72 0 0,0 0 0 0 0,0 2 0 0 0,48 13-1 0 0,-69-16-28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17.0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1 554 199 0 0,'5'-4'0'0'0,"1"1"0"0"0,0 0 0 0 0,0 1 0 0 0,0-1 0 0 0,0 1 0 0 0,0 0 0 0 0,0 0 0 0 0,13-1 0 0 0,57-2 0 0 0,-56 4 0 0 0,162-3 0 0 0,129-9 0 0 0,-210 3 32 0 0,107 3 0 0 0,-126 9-32 0 0,7 2 0 0 0,103-11 0 0 0,167-14 0 0 0,48 12 64 0 0,-93 6-64 0 0,-14 1 0 0 0,-292 1 0 0 0,245-6 0 0 0,146 6 0 0 0,-41-17 0 0 0,-189 12 0 0 0,31-9 0 0 0,19-1 54 0 0,-168 14-47 0 0,339-19 7 0 0,85-5 39 0 0,-202 15-42 0 0,17 0 45 0 0,-26 2-59 0 0,96 2 41 0 0,-77 2-12 0 0,271-8-26 0 0,-327 8 0 0 0,485-3 0 0 0,-4 19 39 0 0,-164 1-14 0 0,-206-4-25 0 0,4 1 0 0 0,-116-5 0 0 0,125-1 0 0 0,484-12 0 0 0,-234-10 0 0 0,-280 8 0 0 0,452-7 0 0 0,-474 10 0 0 0,249-2 0 0 0,130 5 0 0 0,-211-13 0 0 0,25 0 0 0 0,253-12 0 0 0,-463 11 0 0 0,68-2 0 0 0,33 5 0 0 0,527-14 0 0 0,-623 22 0 0 0,71-1 0 0 0,45 3 0 0 0,-60 1 0 0 0,-45-2 0 0 0,42 1 0 0 0,42-2 0 0 0,-88 4 0 0 0,-69 1 0 0 0,287-6 0 0 0,-5-3 0 0 0,-248 8 0 0 0,241 2 0 0 0,-203 0 0 0 0,4 1 0 0 0,120 3 0 0 0,-253-3 0 0 0,362 5 0 0 0,-317-4 0 0 0,135-3 0 0 0,103 10 0 0 0,-209-3 14 0 0,38 3-210 0 0,-255-7 114 0 0,0-1 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17.1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28 575 0 0,'16'-15'0'0'0,"-22"9"0"0"0,1 3 0 0 0,2 1 0 0 0,1 0 0 0 0,-1 4 0 0 0,0-2 0 0 0,-4-2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48.4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99 232 55 0 0,'-5'6'6'0'0,"-1"0"0"0"0,1 1 0 0 0,1 0 0 0 0,-1 0 0 0 0,1 0 0 0 0,0 0 0 0 0,1 1 0 0 0,-5 14 0 0 0,0 7 33 0 0,-4 33 1 0 0,5-27-29 0 0,-3 21 5 0 0,-6 98 0 0 0,15-125-10 0 0,1 1-1 0 0,2-1 0 0 0,1 0 1 0 0,1 0-1 0 0,10 33 0 0 0,-13-58-5 0 0,0-1 0 0 0,0 1 0 0 0,0-1 0 0 0,1 1-1 0 0,0-1 1 0 0,-1 0 0 0 0,1 0 0 0 0,1 0 0 0 0,-1 0-1 0 0,0 0 1 0 0,1 0 0 0 0,4 4 0 0 0,-5-6 1 0 0,0 1-1 0 0,1-1 1 0 0,-1 0 0 0 0,1 1 0 0 0,-1-1-1 0 0,1 0 1 0 0,0-1 0 0 0,-1 1-1 0 0,1 0 1 0 0,0-1 0 0 0,-1 1 0 0 0,1-1-1 0 0,0 0 1 0 0,0 0 0 0 0,-1 0 0 0 0,1 0-1 0 0,4-2 1 0 0,19-4 12 0 0,-1-2-1 0 0,0 0 1 0 0,36-19-1 0 0,-17 8-9 0 0,3-1 5 0 0,-1-2 0 0 0,-1-2 0 0 0,71-51 0 0 0,-97 60-4 0 0,1-1-1 0 0,-2-1 0 0 0,0 0 0 0 0,-1-1 0 0 0,-1-2 1 0 0,-1 1-1 0 0,-1-2 0 0 0,0 0 0 0 0,17-37 0 0 0,-23 38 7 0 0,0-1-1 0 0,-1 1 0 0 0,-1-2 0 0 0,-1 1 0 0 0,-1-1 0 0 0,2-41 0 0 0,-6 47-3 0 0,0 0 0 0 0,-1 1 0 0 0,-1-1 0 0 0,0 0 0 0 0,-1 1-1 0 0,-1-1 1 0 0,-1 1 0 0 0,0 0 0 0 0,0 1 0 0 0,-11-20-1 0 0,12 27-4 0 0,-1 0 0 0 0,1 1 0 0 0,-1 0 0 0 0,0 0 0 0 0,0 0 0 0 0,-1 1 0 0 0,1 0 0 0 0,-1 0 0 0 0,0 0 0 0 0,-9-5-1 0 0,6 5 4 0 0,-1 1-1 0 0,1 0 0 0 0,-1 0 0 0 0,0 1 0 0 0,0 0 0 0 0,-19-3 0 0 0,3 4 3 0 0,0 1-1 0 0,0 1 0 0 0,0 1 1 0 0,0 2-1 0 0,-35 7 0 0 0,25-3-5 0 0,1 1 0 0 0,-57 22 0 0 0,80-26 0 0 0,0 2 0 0 0,1-1 0 0 0,-1 2 0 0 0,1-1 0 0 0,0 2 0 0 0,1-1 0 0 0,0 1 0 0 0,0 1 0 0 0,0 0 0 0 0,-15 20 0 0 0,22-25-2 0 0,1 1-1 0 0,-1-1 0 0 0,1 1 0 0 0,-3 8 0 0 0,0 2-71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49.5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44 79 0 0,'-21'18'-2'0'0,"15"-14"5"0"0,1 0 1 0 0,0 1-1 0 0,-7 8 0 0 0,3-3 2 0 0,1 1 1 0 0,0 0-1 0 0,1 1 0 0 0,1-1 1 0 0,0 1-1 0 0,0 1 0 0 0,1-1 1 0 0,1 1-1 0 0,-6 22 0 0 0,9-27-2 0 0,0 0 0 0 0,0 1 0 0 0,1-1 0 0 0,0 0 0 0 0,1 0 0 0 0,-1 0 0 0 0,1 0 0 0 0,1 0 0 0 0,0 0 0 0 0,0 0 0 0 0,0 0 0 0 0,1-1 0 0 0,0 1 0 0 0,1-1 0 0 0,0 0 0 0 0,0 0 0 0 0,8 10 0 0 0,-8-11-2 0 0,1 0 0 0 0,0-1 0 0 0,0 0 0 0 0,1 0 0 0 0,-1 0 0 0 0,1-1 0 0 0,0 0 0 0 0,0 0 0 0 0,1 0 0 0 0,-1-1 0 0 0,1 0 0 0 0,7 2 0 0 0,-10-3-1 0 0,1-1 0 0 0,0 0 0 0 0,0 0 0 0 0,0-1-1 0 0,0 0 1 0 0,0 1 0 0 0,0-2 0 0 0,0 1 0 0 0,1 0 0 0 0,-2-1 0 0 0,1 0-1 0 0,0 0 1 0 0,0-1 0 0 0,0 1 0 0 0,0-1 0 0 0,-1 0 0 0 0,1-1 0 0 0,5-2-1 0 0,-3-1 5 0 0,0 0 0 0 0,0 0 0 0 0,0 0 0 0 0,-1-1-1 0 0,0 0 1 0 0,0 0 0 0 0,-1 0 0 0 0,0-1 0 0 0,0 0-1 0 0,-1 0 1 0 0,0 0 0 0 0,0-1 0 0 0,4-12-1 0 0,-2-3 15 0 0,0 1 0 0 0,-1-1 0 0 0,3-46-1 0 0,-7 62-8 0 0,-1 0-1 0 0,0 0 0 0 0,-1 0 1 0 0,0 0-1 0 0,0 0 0 0 0,-1 0 0 0 0,0 0 1 0 0,0 0-1 0 0,-1 1 0 0 0,0-1 0 0 0,0 1 1 0 0,-6-10-1 0 0,6 13 0 0 0,0-1 1 0 0,0 1-1 0 0,-1 0 0 0 0,1 0 0 0 0,-1 1 1 0 0,0-1-1 0 0,0 1 0 0 0,0 0 1 0 0,-1 0-1 0 0,1 0 0 0 0,-1 0 1 0 0,1 1-1 0 0,-1 0 0 0 0,0 0 0 0 0,0 0 1 0 0,0 0-1 0 0,0 1 0 0 0,-1 0 1 0 0,-9-1-1 0 0,7 2-5 0 0,0 0 1 0 0,0 1-1 0 0,-1 0 0 0 0,1 0 1 0 0,0 1-1 0 0,0 0 0 0 0,0 0 1 0 0,0 1-1 0 0,-13 6 1 0 0,11-3 1 0 0,-1-1 1 0 0,1 2 0 0 0,1-1 0 0 0,-1 2 0 0 0,1-1 0 0 0,-10 11-1 0 0,10-9-3 0 0,1 1-1 0 0,1 0 0 0 0,-1 1 0 0 0,2 0 0 0 0,-1 0 0 0 0,-8 21 0 0 0,13-26-7 0 0,0 0 0 0 0,0 0 0 0 0,0 1 0 0 0,1-1 0 0 0,0 0 0 0 0,0 1 0 0 0,1-1 0 0 0,-1 0 0 0 0,1 1 0 0 0,1-1 0 0 0,-1 1 0 0 0,1-1 0 0 0,1 0 0 0 0,-1 1 0 0 0,3 6 0 0 0,3 0-58 0 0,1-4 48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49.8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 60 24 0 0,'-1'-20'-17'0'0,"0"15"84"0"0,1-1-1 0 0,0 1 1 0 0,0-1 0 0 0,0 1 0 0 0,2-8-1 0 0,-13 68 118 0 0,-5 104-1 0 0,9-71-142 0 0,-5 44-9 0 0,10 195 0 0 0,8-256-65 0 0,18 84 0 0 0,-10-105-87 0 0,-7-29 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0.7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1 111 0 0,'-1'1'6'0'0,"0"-1"0"0"0,0 1-1 0 0,1 0 1 0 0,-1 0 0 0 0,0 0-1 0 0,1 0 1 0 0,-1 0 0 0 0,1 0-1 0 0,-1 0 1 0 0,1 0 0 0 0,-1 0-1 0 0,1 0 1 0 0,0 0 0 0 0,0 0-1 0 0,-1 0 1 0 0,1 1-1 0 0,-5 22 91 0 0,3 2-88 0 0,1 0 0 0 0,3 47 0 0 0,13 53 39 0 0,-1-12-54 0 0,-9-60 7 0 0,2 0 0 0 0,23 87 0 0 0,-28-133-17 0 0,0-4-70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1.2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 33 24 0 0,'-6'4'161'0'0,"16"-7"-136"0"0,37-8 31 0 0,-17 3 17 0 0,33-4-1 0 0,-55 11-66 0 0,1 0 0 0 0,0 1 0 0 0,-1 0-1 0 0,1 0 1 0 0,0 1 0 0 0,0 0 0 0 0,-1 1 0 0 0,13 3-1 0 0,-16-3-1 0 0,-1 1-1 0 0,1-1 0 0 0,-1 1 1 0 0,0-1-1 0 0,0 1 0 0 0,0 1 1 0 0,0-1-1 0 0,0 0 0 0 0,-1 1 1 0 0,0 0-1 0 0,1 0 0 0 0,-1 0 1 0 0,-1 0-1 0 0,1 0 0 0 0,-1 1 1 0 0,1-1-1 0 0,-1 1 0 0 0,-1 0 0 0 0,1 0 1 0 0,2 9-1 0 0,-2-3-4 0 0,0 0 1 0 0,-1 0-1 0 0,0 0 1 0 0,0 0-1 0 0,-1 0 0 0 0,-1 0 1 0 0,0 0-1 0 0,-3 17 0 0 0,2-21 7 0 0,-1 0-1 0 0,1-1 1 0 0,-1 1-1 0 0,-1-1 0 0 0,1 1 1 0 0,-1-1-1 0 0,0 0 1 0 0,-7 8-1 0 0,-3 1 3 0 0,-27 24-1 0 0,31-32-7 0 0,0 0 0 0 0,-12 6 0 0 0,-4 2 0 0 0,98-4-64 0 0,-65-10 64 0 0,0 1 0 0 0,0 0 0 0 0,-1 0 0 0 0,1 0 0 0 0,0 1 0 0 0,-1 1 0 0 0,0-1 0 0 0,0 1 0 0 0,0 0 0 0 0,0 0 0 0 0,5 5 0 0 0,-8-6 0 0 0,-1-1 0 0 0,1 1 0 0 0,-1-1 0 0 0,0 1 0 0 0,0 0 0 0 0,0 0 0 0 0,0 0 0 0 0,-1 0 0 0 0,1 0 0 0 0,-1 1 0 0 0,0-1 0 0 0,0 0 0 0 0,0 1 0 0 0,0-1 0 0 0,-1 0 0 0 0,1 1 0 0 0,-1-1 0 0 0,0 1 0 0 0,0-1 0 0 0,0 1 0 0 0,-1-1 0 0 0,1 1 0 0 0,-1-1 0 0 0,-1 5 0 0 0,-7 20 0 0 0,-1 1 0 0 0,-1-2 0 0 0,-2 0 0 0 0,-30 49 0 0 0,34-63 0 0 0,-1 1 0 0 0,-1-2 0 0 0,1 1 0 0 0,-2-1 0 0 0,0-1 0 0 0,0 0 0 0 0,-1-1 0 0 0,0 0 0 0 0,-1-1 0 0 0,-23 11 0 0 0,28-16-6 0 0,0 0-1 0 0,0-1 0 0 0,0-1 1 0 0,0 1-1 0 0,-1-2 0 0 0,1 1 1 0 0,-1-1-1 0 0,0 0 0 0 0,1-1 1 0 0,-1-1-1 0 0,0 1 0 0 0,1-1 1 0 0,-1-1-1 0 0,-14-3 0 0 0,7-3-93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2.0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4 125 24 0 0,'-1'5'26'0'0,"0"-1"0"0"0,0 1 0 0 0,1 0 0 0 0,-1 0 0 0 0,1 0 1 0 0,1 0-1 0 0,-1 0 0 0 0,2 5 0 0 0,-1 0-11 0 0,3 37 76 0 0,18 87-1 0 0,-21-129-90 0 0,1-1 0 0 0,0 1 0 0 0,0-1 0 0 0,0 1 0 0 0,3 4 0 0 0,-5-9 0 0 0,0 1 0 0 0,1 0 0 0 0,-1-1 0 0 0,0 1 0 0 0,1 0 0 0 0,-1-1 0 0 0,1 1 0 0 0,-1-1 0 0 0,1 1 0 0 0,-1-1 0 0 0,1 1 0 0 0,-1-1 0 0 0,1 1 0 0 0,0-1 0 0 0,-1 0 0 0 0,1 1 0 0 0,0-1 0 0 0,-1 0 0 0 0,1 1 0 0 0,0-1 0 0 0,-1 0 0 0 0,1 0 0 0 0,0 0 0 0 0,0 1 0 0 0,-1-1 0 0 0,1 0 0 0 0,0 0 0 0 0,0 0 0 0 0,-1 0 0 0 0,1 0 0 0 0,0-1 0 0 0,-1 1 0 0 0,1 0 0 0 0,0 0 0 0 0,0 0 0 0 0,-1-1 0 0 0,1 1 0 0 0,0 0 0 0 0,-1-1 0 0 0,2 0 0 0 0,8-7 26 0 0,1-2-1 0 0,-1 1 0 0 0,-1-1 0 0 0,12-16 0 0 0,30-50 64 0 0,-36 52-58 0 0,-3 4-19 0 0,20-28 83 0 0,31-67 0 0 0,-61 111-93 0 0,3-8 19 0 0,1 0 0 0 0,11-17-1 0 0,-14 29-20 0 0,-2 6 0 0 0,-1 6 0 0 0,-3 108 64 0 0,3-120-64 0 0,0 5 2 0 0,1 27 33 0 0,-1-30-34 0 0,1-1 0 0 0,-1 0 0 0 0,0 0 1 0 0,0 0-1 0 0,1 0 0 0 0,-1 0 0 0 0,0 1 0 0 0,1-1 1 0 0,-1 0-1 0 0,1 0 0 0 0,-1 0 0 0 0,1 0 0 0 0,0 0 1 0 0,0 0-1 0 0,-1 0 0 0 0,1 0 0 0 0,0-1 0 0 0,0 1 1 0 0,0 0-1 0 0,0 0 0 0 0,0-1 0 0 0,1 2 0 0 0,-1-2 0 0 0,0 0-1 0 0,1 0 0 0 0,-1 0 0 0 0,0 0 0 0 0,0 0 0 0 0,1 0 0 0 0,-1 0 0 0 0,0-1 0 0 0,0 1 0 0 0,0 0 0 0 0,1-1 0 0 0,-1 1 0 0 0,0-1 0 0 0,0 1 0 0 0,0-1 0 0 0,1 0 0 0 0,18-13-9 0 0,-19 13 7 0 0,29-24-12 0 0,1 1 1 0 0,1 2 0 0 0,67-35-1 0 0,-88 51 14 0 0,-7 4 0 0 0,1-1 0 0 0,-1 1 0 0 0,1 0 0 0 0,0 0 0 0 0,-1 1 0 0 0,1-1 0 0 0,0 1 0 0 0,0 0 0 0 0,0 1 0 0 0,0-1 0 0 0,6 1 0 0 0,-10 0 0 0 0,-1 0 0 0 0,1 0 0 0 0,-1 1 0 0 0,1-1 0 0 0,0 0 0 0 0,-1 1 0 0 0,1-1 0 0 0,-1 0 0 0 0,1 1 0 0 0,-1-1 0 0 0,1 1 0 0 0,-1-1 0 0 0,0 1 0 0 0,1-1 0 0 0,-1 1 0 0 0,1-1 0 0 0,-1 1 0 0 0,0-1 0 0 0,0 1 0 0 0,1 0 0 0 0,-1-1 0 0 0,0 1 0 0 0,0 0 0 0 0,0-1 0 0 0,0 1 0 0 0,1-1 0 0 0,-1 1 0 0 0,0 0 0 0 0,0-1 0 0 0,0 1 0 0 0,-1 0 0 0 0,1-1 0 0 0,0 1 0 0 0,0 0 0 0 0,0-1 0 0 0,0 1 0 0 0,-1-1 0 0 0,1 1 0 0 0,0 0 0 0 0,-1 0 0 0 0,-13 30 0 0 0,12-26 0 0 0,-14 24-20 0 0,-37 47-1 0 0,-7 15-30 0 0,54-81 15 0 0,4-7 17 0 0,0 0 1 0 0,0 0-1 0 0,0 0 1 0 0,1 0-1 0 0,-1 0 0 0 0,1 0 1 0 0,0 0-1 0 0,0 0 0 0 0,0 5 1 0 0,1-8 14 0 0,0 0 0 0 0,0 0 0 0 0,0 0 0 0 0,0 0 0 0 0,0 0 0 0 0,0 0 0 0 0,0 0 0 0 0,0 0 0 0 0,0 1 0 0 0,1-1 0 0 0,-1 0 0 0 0,0 0 1 0 0,0 0-1 0 0,0 0 0 0 0,0 0 0 0 0,0 0 0 0 0,0 0 0 0 0,0 0 0 0 0,1 0 0 0 0,-1 0 0 0 0,0 0 0 0 0,0 0 0 0 0,0 0 0 0 0,0 0 0 0 0,0 0 0 0 0,0 0 0 0 0,1 0 0 0 0,-1 0 0 0 0,0 0 0 0 0,0 0 0 0 0,0 0 1 0 0,0 0-1 0 0,0 0 0 0 0,0 0 0 0 0,0 0 0 0 0,1 0 0 0 0,-1 0 0 0 0,0 0 0 0 0,0-1 0 0 0,0 1 0 0 0,0 0 0 0 0,0 0 0 0 0,0 0 0 0 0,0 0 0 0 0,0 0 0 0 0,0 0 0 0 0,0 0 0 0 0,0 0 0 0 0,1-1 0 0 0,5-3-100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2.3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76 24 0 0,'0'0'3'0'0,"0"0"0"0"0,-1 1 0 0 0,1-1 0 0 0,0 0 0 0 0,0 0 0 0 0,-1 0 0 0 0,1 0 0 0 0,0 0 0 0 0,0 1 0 0 0,-1-1 0 0 0,1 0 0 0 0,0 0 1 0 0,0 1-1 0 0,-1-1 0 0 0,1 0 0 0 0,0 0 0 0 0,0 1 0 0 0,0-1 0 0 0,0 0 0 0 0,-1 0 0 0 0,1 1 0 0 0,0-1 0 0 0,0 0 0 0 0,0 1 1 0 0,0-1-1 0 0,0 0 0 0 0,0 1 0 0 0,0-1 0 0 0,0 0 0 0 0,0 1 0 0 0,0-1 0 0 0,0 1 3 0 0,0-1 0 0 0,-1 0 0 0 0,1 1 1 0 0,0-1-1 0 0,0 0 0 0 0,-1 1 0 0 0,1-1 0 0 0,0 0 0 0 0,0 1 0 0 0,-1-1 0 0 0,1 0 0 0 0,0 0 0 0 0,-1 1 0 0 0,1-1 0 0 0,0 0 1 0 0,-1 0-1 0 0,1 0 0 0 0,0 0 0 0 0,-1 0 0 0 0,1 1 0 0 0,-1-1 0 0 0,0 0 0 0 0,-1 1 84 0 0,11 1-51 0 0,1-2-17 0 0,-1-1-1 0 0,0 0 0 0 0,0 0 0 0 0,0-1 0 0 0,0 0 0 0 0,0 0 0 0 0,12-6 1 0 0,-1 2 6 0 0,13-4-33 0 0,24-9 32 0 0,1 3-1 0 0,65-8 0 0 0,-123 24-26 0 0,0 0 0 0 0,0 0 0 0 0,0 0-1 0 0,0 0 1 0 0,0 0 0 0 0,0 0-1 0 0,0 0 1 0 0,0 0 0 0 0,0 0-1 0 0,0 0 1 0 0,0 0 0 0 0,0 0 0 0 0,-1 0-1 0 0,1 1 1 0 0,0-1 0 0 0,0 0-1 0 0,0 0 1 0 0,0 0 0 0 0,0 0-1 0 0,0 0 1 0 0,0 0 0 0 0,0 0-1 0 0,0 0 1 0 0,0 0 0 0 0,0 0 0 0 0,0 0-1 0 0,0 1 1 0 0,1-1 0 0 0,-1 0-1 0 0,0 0 1 0 0,0 0 0 0 0,0 0-1 0 0,0 0 1 0 0,0 0 0 0 0,0 0-1 0 0,0 0 1 0 0,0 0 0 0 0,0 0 0 0 0,0 0-1 0 0,0 0 1 0 0,0 0 0 0 0,0 1-1 0 0,0-1 1 0 0,0 0 0 0 0,0 0-1 0 0,0 0 1 0 0,1 0 0 0 0,-1 0 0 0 0,0 0-1 0 0,0 0 1 0 0,0 0 0 0 0,0 0-1 0 0,0 0 1 0 0,0 0 0 0 0,0 0-1 0 0,0 0 1 0 0,0 0 0 0 0,0 0-1 0 0,0 0 1 0 0,1 0 0 0 0,-1 0 0 0 0,0 0-1 0 0,0 0 1 0 0,0 0 0 0 0,0 0-1 0 0,0 0 1 0 0,0 0 0 0 0,0 0-1 0 0,0-1 1 0 0,-7 10-39 0 0,-15 8-38 0 0,2-4 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2.5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46 255 0 0,'17'3'14'0'0,"-14"-2"-8"0"0,-1-1-1 0 0,1 1 1 0 0,0-1 0 0 0,0 1-1 0 0,0-1 1 0 0,6-1 0 0 0,8-2 57 0 0,-1-1 0 0 0,1-1 0 0 0,21-9 0 0 0,14-5 34 0 0,-48 17-131 0 0,1 1 0 0 0,-1 0 1 0 0,0 1-1 0 0,9-1 0 0 0,-9 1-56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3.5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1 147 24 0 0,'1'3'6'0'0,"-1"1"0"0"0,1-1 0 0 0,-1 1 1 0 0,0-1-1 0 0,0 7 0 0 0,0 2 34 0 0,1-2-22 0 0,0-1 1 0 0,1 1 0 0 0,0-1-1 0 0,6 17 1 0 0,-6-21-11 0 0,0 0 0 0 0,0-1 1 0 0,1 1-1 0 0,0 0 0 0 0,-1-1 0 0 0,2 0 1 0 0,-1 1-1 0 0,0-1 0 0 0,1 0 1 0 0,5 3-1 0 0,-8-6-8 0 0,1 0 1 0 0,-1 0-1 0 0,1 0 1 0 0,-1 0-1 0 0,1 0 1 0 0,0-1-1 0 0,0 1 1 0 0,-1-1-1 0 0,1 1 0 0 0,0-1 1 0 0,0 0-1 0 0,-1 0 1 0 0,1 0-1 0 0,0 0 1 0 0,0 0-1 0 0,0 0 1 0 0,-1 0-1 0 0,1 0 1 0 0,0-1-1 0 0,0 1 1 0 0,0-1-1 0 0,-1 1 1 0 0,1-1-1 0 0,0 0 1 0 0,-1 0-1 0 0,3-1 0 0 0,4-3 10 0 0,0 0-1 0 0,-1-1 1 0 0,13-12-1 0 0,-10 9 15 0 0,14-13 11 0 0,30-36-1 0 0,-44 46-14 0 0,-1 0 0 0 0,0 0 0 0 0,-1-1 0 0 0,-1-1 0 0 0,8-18-1 0 0,-7 12-7 0 0,-5 14-3 0 0,0-1 0 0 0,0 0 0 0 0,-1 0 1 0 0,0 0-1 0 0,0 0 0 0 0,1-14 0 0 0,-3 21-8 0 0,0 0-1 0 0,0 0 0 0 0,0 0 0 0 0,0 0 0 0 0,0 0 0 0 0,0 0 1 0 0,0 0-1 0 0,1 0 0 0 0,-1 0 0 0 0,0 0 0 0 0,0-1 0 0 0,0 1 0 0 0,0 0 1 0 0,0 0-1 0 0,0 0 0 0 0,0 0 0 0 0,0 0 0 0 0,0 0 0 0 0,0 0 0 0 0,0 0 1 0 0,0 0-1 0 0,0 0 0 0 0,0 0 0 0 0,0 0 0 0 0,0 0 0 0 0,0 0 1 0 0,0 0-1 0 0,0-1 0 0 0,0 1 0 0 0,-1 0 0 0 0,1 0 0 0 0,0 0 0 0 0,0 0 1 0 0,0 0-1 0 0,0 0 0 0 0,0 0 0 0 0,0 0 0 0 0,0 0 0 0 0,0 0 0 0 0,0 0 1 0 0,0 0-1 0 0,0 0 0 0 0,0 0 0 0 0,0 0 0 0 0,0 0 0 0 0,0 0 1 0 0,0 0-1 0 0,0 0 0 0 0,0 0 0 0 0,0 0 0 0 0,-1 0 0 0 0,1 0 0 0 0,0 0 1 0 0,0 0-1 0 0,0 0 0 0 0,0 0 0 0 0,0 0 0 0 0,0 0 0 0 0,0 0 0 0 0,0 0 1 0 0,0 0-1 0 0,0 0 0 0 0,0 0 0 0 0,0 0 0 0 0,0 0 0 0 0,0 0 0 0 0,-4 5 22 0 0,-2 9 10 0 0,-6 34-32 0 0,2 1 0 0 0,-4 62 0 0 0,12-76 0 0 0,1 0 0 0 0,2 1 0 0 0,2-1 0 0 0,1 0 0 0 0,1 0 0 0 0,2-1 0 0 0,2 0 0 0 0,1 0 0 0 0,17 38 0 0 0,-24-66-1 0 0,1 3-21 0 0,-1 1 0 0 0,4 14 0 0 0,-6-21 17 0 0,-1-1 0 0 0,1 1 1 0 0,-1-1-1 0 0,0 1 0 0 0,0 0 1 0 0,0-1-1 0 0,0 1 0 0 0,-1 0 0 0 0,1-1 1 0 0,-1 1-1 0 0,1-1 0 0 0,-1 1 0 0 0,0 0 1 0 0,-2 2-1 0 0,-8 16-115 0 0,7-14 106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3.7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25 55 0 0,'4'2'6'0'0,"-1"-1"0"0"0,1 1 0 0 0,-1-1 0 0 0,1 1 0 0 0,0-1 0 0 0,0 0 0 0 0,0-1 0 0 0,5 2 0 0 0,36-1 73 0 0,-28 0-68 0 0,34-3 96 0 0,101-14 0 0 0,-40 2-1 0 0,-81 10-118 0 0,-24 1-48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4.8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70 24 0 0,'0'1'0'0'0,"0"8"13"0"0,22 146 117 0 0,-19-120-124 0 0,0 2 14 0 0,2 1-1 0 0,11 42 0 0 0,-9-64-19 0 0,-7-15 0 0 0,1-1 0 0 0,-1 1 0 0 0,0-1 0 0 0,1 0 0 0 0,-1 1 0 0 0,0-1 0 0 0,1 0 0 0 0,-1 1 0 0 0,1-1 0 0 0,-1 0 0 0 0,0 0 0 0 0,1 0 0 0 0,-1 1 0 0 0,1-1 0 0 0,-1 0 0 0 0,1 0 0 0 0,-1 0 0 0 0,1 0 0 0 0,0 0 0 0 0,0 0 0 0 0,1 0 0 0 0,-1-1 0 0 0,0 1 0 0 0,0-1 0 0 0,0 0 0 0 0,0 1 0 0 0,1-1 0 0 0,-1 0 0 0 0,0 0 0 0 0,0 0 0 0 0,0 1 0 0 0,0-1 0 0 0,0 0 0 0 0,-1 0 0 0 0,1-1 0 0 0,0 1 0 0 0,0 0 0 0 0,0-2 0 0 0,17-28 51 0 0,-3-1 0 0 0,0-1 0 0 0,15-53 0 0 0,-18 51 1 0 0,1-1 0 0 0,1 2-1 0 0,21-36 1 0 0,-30 62-42 0 0,0 0-1 0 0,1 0 1 0 0,0 1-1 0 0,0 0 1 0 0,0 0-1 0 0,9-7 1 0 0,-13 12-9 0 0,-1 1 1 0 0,1 0-1 0 0,0 0 1 0 0,0-1-1 0 0,-1 1 1 0 0,1 1-1 0 0,0-1 1 0 0,0 0-1 0 0,0 0 1 0 0,0 1-1 0 0,0-1 1 0 0,0 1-1 0 0,0-1 1 0 0,0 1-1 0 0,0 0 1 0 0,0 0-1 0 0,0 0 1 0 0,1 0-1 0 0,-1 0 1 0 0,0 1-1 0 0,0-1 1 0 0,0 1-1 0 0,0-1 1 0 0,0 1-1 0 0,0 0 1 0 0,0-1-1 0 0,-1 1 1 0 0,1 0-1 0 0,0 0 1 0 0,0 1-1 0 0,-1-1 1 0 0,1 0-1 0 0,2 3 0 0 0,2 3-1 0 0,0-1 0 0 0,-1 1 0 0 0,0 0 0 0 0,0 1 0 0 0,-1-1 0 0 0,0 1 0 0 0,0 0 0 0 0,-1 0 0 0 0,3 9 0 0 0,13 29 0 0 0,13 26 0 0 0,-32-72 0 0 0,0 0 0 0 0,0 1 0 0 0,0-1 0 0 0,0 0 0 0 0,1 1 0 0 0,-1-1 0 0 0,0 0 0 0 0,0 1 0 0 0,0-1 0 0 0,1 0 0 0 0,-1 1 0 0 0,0-1 0 0 0,0 0 0 0 0,1 0 0 0 0,-1 1 0 0 0,0-1 0 0 0,1 0 0 0 0,-1 0 0 0 0,0 1 0 0 0,1-1 0 0 0,-1 0 0 0 0,0 0 0 0 0,1 0 0 0 0,-1 0 0 0 0,0 0 0 0 0,1 0 0 0 0,-1 0 0 0 0,1 0 0 0 0,-1 0 0 0 0,0 0 0 0 0,1 0 0 0 0,-1 0 0 0 0,1 0 0 0 0,-1 0 0 0 0,0 0 0 0 0,1 0 0 0 0,-1 0 0 0 0,0 0 0 0 0,1 0 0 0 0,-1 0 0 0 0,0-1 0 0 0,1 1 0 0 0,-1 0 0 0 0,0 0 0 0 0,1 0 0 0 0,-1-1 0 0 0,0 1 0 0 0,1 0 0 0 0,-1-1 0 0 0,0 1 0 0 0,0 0 0 0 0,1 0 0 0 0,-1-1 0 0 0,16-23 0 0 0,-12 16 0 0 0,54-75 0 0 0,-57 82 0 0 0,0-1 0 0 0,0 0 0 0 0,1 0 0 0 0,-1 1 0 0 0,1-1 0 0 0,-1 1 0 0 0,1-1 0 0 0,1-1 0 0 0,-2 3 0 0 0,-1 0 0 0 0,0 0 0 0 0,0 0 0 0 0,1 0 0 0 0,-1 0 0 0 0,0 0 0 0 0,0 0 0 0 0,1 0 0 0 0,-1 0 0 0 0,0 0 0 0 0,0-1 0 0 0,0 1 0 0 0,1 1 0 0 0,-1-1 0 0 0,0 0 0 0 0,0 0 0 0 0,1 0 0 0 0,-1 0 0 0 0,0 0 0 0 0,0 0 0 0 0,1 0 0 0 0,-1 0 0 0 0,0 0 0 0 0,0 0 0 0 0,0 0 0 0 0,1 1 0 0 0,-1-1 0 0 0,5 11 0 0 0,-2 8-10 0 0,-1 1-1 0 0,-1-1 0 0 0,-1 0 0 0 0,-3 21 0 0 0,1-4 1 0 0,1-8 3 0 0,0-7-37 0 0,1 0 0 0 0,0-1 0 0 0,5 33-1 0 0,-5-53 44 0 0,0 0-1 0 0,0 0 0 0 0,0 0 0 0 0,0 0 1 0 0,0 0-1 0 0,0 0 0 0 0,0 0 0 0 0,0 0 0 0 0,0 0 1 0 0,0 1-1 0 0,0-1 0 0 0,0 0 0 0 0,0 0 0 0 0,0 0 1 0 0,0 0-1 0 0,0 0 0 0 0,0 0 0 0 0,0 0 0 0 0,0 0 1 0 0,0 0-1 0 0,0 1 0 0 0,0-1 0 0 0,0 0 1 0 0,0 0-1 0 0,1 0 0 0 0,-1 0 0 0 0,0 0 0 0 0,0 0 1 0 0,0 0-1 0 0,0 0 0 0 0,0 0 0 0 0,0 0 0 0 0,0 0 1 0 0,0 0-1 0 0,0 0 0 0 0,0 0 0 0 0,0 1 0 0 0,1-1 1 0 0,-1 0-1 0 0,0 0 0 0 0,0 0 0 0 0,0 0 1 0 0,0 0-1 0 0,0 0 0 0 0,0 0 0 0 0,0 0 0 0 0,0 0 1 0 0,0 0-1 0 0,1 0 0 0 0,-1 0 0 0 0,3-5-67 0 0,0 0 53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3:55.5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55 0 0,'7'5'120'0'0,"-6"-5"-104"0"0,0 0-1 0 0,-1 1 0 0 0,1-1 1 0 0,0 0-1 0 0,-1 1 0 0 0,1-1 0 0 0,0 1 1 0 0,-1-1-1 0 0,1 1 0 0 0,-1-1 0 0 0,1 1 1 0 0,-1 0-1 0 0,1-1 0 0 0,-1 1 1 0 0,1 0-1 0 0,-1-1 0 0 0,0 1 0 0 0,1 0 1 0 0,-1-1-1 0 0,0 1 0 0 0,1 1 0 0 0,8 32 73 0 0,-2-1 0 0 0,6 61 0 0 0,-4-20-24 0 0,0-14-51 0 0,-3-13 13 0 0,16 62-1 0 0,-21-106-25 0 0,0 0 0 0 0,0 0 0 0 0,0 0 0 0 0,1 0 0 0 0,-1 0 0 0 0,1 0 0 0 0,0 0 0 0 0,0 0 0 0 0,0 0 0 0 0,3 3 0 0 0,-4-6 0 0 0,0 1 0 0 0,0 0 0 0 0,0-1 0 0 0,0 1 0 0 0,0-1 0 0 0,0 1 0 0 0,0-1 0 0 0,0 1 0 0 0,0-1 0 0 0,0 0 0 0 0,1 1 0 0 0,-1-1 0 0 0,0 0 0 0 0,0 0 0 0 0,0 0 0 0 0,0 0 0 0 0,1 0 0 0 0,-1 0 0 0 0,0 0 0 0 0,0 0 0 0 0,0-1 0 0 0,0 1 0 0 0,0 0 0 0 0,0-1 0 0 0,1 1 0 0 0,-1-1 0 0 0,0 1 0 0 0,0-1 0 0 0,0 1 0 0 0,0-1 0 0 0,-1 0 0 0 0,1 0 0 0 0,2-1 0 0 0,7-8 17 0 0,0 0 0 0 0,0-1 0 0 0,-1-1 0 0 0,-1 0 0 0 0,0 0 0 0 0,9-17 0 0 0,-7 11 11 0 0,1 0 0 0 0,15-17 0 0 0,-23 31-22 0 0,6-6 22 0 0,-1 0 0 0 0,2 1 0 0 0,17-15-1 0 0,-27 24-26 0 0,0-1-1 0 0,0 1 0 0 0,1 0 1 0 0,-1 0-1 0 0,0 0 0 0 0,0 0 0 0 0,0 0 1 0 0,1 0-1 0 0,-1 0 0 0 0,0-1 0 0 0,0 1 1 0 0,0 0-1 0 0,1 0 0 0 0,-1 0 0 0 0,0 0 1 0 0,0 0-1 0 0,0 0 0 0 0,1 0 0 0 0,-1 0 1 0 0,0 0-1 0 0,0 0 0 0 0,0 0 1 0 0,1 0-1 0 0,-1 0 0 0 0,0 0 0 0 0,0 1 1 0 0,0-1-1 0 0,1 0 0 0 0,-1 0 0 0 0,0 0 1 0 0,0 0-1 0 0,0 0 0 0 0,0 0 0 0 0,1 0 1 0 0,-1 0-1 0 0,0 1 0 0 0,0-1 0 0 0,3 10 22 0 0,-3 12 10 0 0,-14 44 1 0 0,9-48-17 0 0,1 1 0 0 0,1-1 0 0 0,0 1 0 0 0,2-1 0 0 0,0 28-1 0 0,1-44-19 0 0,1 0 0 0 0,-1 0 0 0 0,0 0 0 0 0,1 0 0 0 0,-1 0 0 0 0,1 0 0 0 0,0 0 0 0 0,-1 0 0 0 0,1 0 0 0 0,0 0 0 0 0,0 0 0 0 0,0-1 0 0 0,1 1 0 0 0,-1 0 0 0 0,0-1 0 0 0,2 3 0 0 0,-2-4 2 0 0,0 1 0 0 0,0-1 0 0 0,0 1 0 0 0,1-1 0 0 0,-1 0-1 0 0,0 1 1 0 0,0-1 0 0 0,0 0 0 0 0,0 0 0 0 0,0 0-1 0 0,0 0 1 0 0,1 0 0 0 0,-1 0 0 0 0,0 0 0 0 0,0 0-1 0 0,0 0 1 0 0,0-1 0 0 0,0 1 0 0 0,1 0 0 0 0,-1-1-1 0 0,0 1 1 0 0,0-1 0 0 0,0 1 0 0 0,0-1 0 0 0,0 1-1 0 0,0-1 1 0 0,0 0 0 0 0,-1 1 0 0 0,1-1 0 0 0,1-1-1 0 0,5-4 3 0 0,-1-1 0 0 0,0 0 0 0 0,0 0 0 0 0,0-1 0 0 0,8-14 0 0 0,9-14 0 0 0,1 8 6 0 0,50-48-1 0 0,35-15 81 0 0,-62 52-32 0 0,-36 30-19 0 0,0-1 0 0 0,0 0 0 0 0,-1 0 0 0 0,-1-1-1 0 0,1 0 1 0 0,8-17 0 0 0,-17 26-44 0 0,0 0 1 0 0,0 0-1 0 0,0 0 0 0 0,-1 0 1 0 0,1 0-1 0 0,-1-1 0 0 0,0 1 1 0 0,0 0-1 0 0,1 0 0 0 0,-1-1 0 0 0,-1 1 1 0 0,1 0-1 0 0,0-1 0 0 0,-1 1 1 0 0,1 0-1 0 0,-1 0 0 0 0,1 0 1 0 0,-1 0-1 0 0,0-1 0 0 0,0 1 1 0 0,0 0-1 0 0,-2-2 0 0 0,-2-4-538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1:29.2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1544 1008 223 0 0,'-46'12'0'0'0,"31"-8"0"0"0,0 0 0 0 0,-19 3 0 0 0,-59 0 8 0 0,1-3 0 0 0,-1-5 0 0 0,-125-16 0 0 0,79-4 8 0 0,-210-60 0 0 0,171 22-18 0 0,151 47 24 0 0,0 0-1 0 0,1-2 0 0 0,1 0 0 0 0,-32-25 0 0 0,48 32-3 0 0,0-1-1 0 0,0 0 0 0 0,1 0 1 0 0,0 0-1 0 0,1-1 0 0 0,-1 0 0 0 0,2-1 1 0 0,0 0-1 0 0,0 0 0 0 0,0 0 0 0 0,1-1 1 0 0,1 1-1 0 0,0-1 0 0 0,0 0 0 0 0,1 0 1 0 0,1-1-1 0 0,0 1 0 0 0,0-1 1 0 0,1-11-1 0 0,1 3-6 0 0,0 0 0 0 0,2-1 1 0 0,0 1-1 0 0,2 0 0 0 0,0 1 1 0 0,1-1-1 0 0,13-32 0 0 0,-11 36-4 0 0,1 1 0 0 0,0 0 0 0 0,1 1-1 0 0,1 0 1 0 0,0 1 0 0 0,0-1 0 0 0,2 2 0 0 0,-1 0 0 0 0,23-18-1 0 0,-14 16-6 0 0,1 0 0 0 0,0 1 0 0 0,1 2 0 0 0,0 0 0 0 0,45-15 0 0 0,122-21 0 0 0,-86 24 0 0 0,-31 4 0 0 0,2 4 0 0 0,104-9 0 0 0,72 21 0 0 0,-105 4 0 0 0,74 9 0 0 0,-172-4 0 0 0,0 3 0 0 0,72 22 0 0 0,-84-20 0 0 0,-1 3 0 0 0,0 0 0 0 0,50 30 0 0 0,-68-33 0 0 0,1 0 0 0 0,-2 1 0 0 0,0 0 0 0 0,0 2 0 0 0,-1 0 0 0 0,-1 0 0 0 0,0 1 0 0 0,15 24 0 0 0,-7-3 0 0 0,-2 1 0 0 0,18 46 0 0 0,22 84 0 0 0,-27-71 0 0 0,-26-81 0 0 0,-1 1 0 0 0,-1-1 0 0 0,-1 1 0 0 0,0 0 0 0 0,0 21 0 0 0,-3-28 0 0 0,0 0 0 0 0,-1 0 0 0 0,0 0 0 0 0,0 0 0 0 0,-1 0 0 0 0,-1 0 0 0 0,1-1 0 0 0,-1 1 0 0 0,-1-1 0 0 0,1 0 0 0 0,-6 8 0 0 0,-7 9 0 0 0,-1-1 0 0 0,-1 0 0 0 0,-41 40 0 0 0,21-29 0 0 0,-60 43 0 0 0,72-60 0 0 0,1-2 0 0 0,-2-1 0 0 0,0-1 0 0 0,-1-2 0 0 0,0 0 0 0 0,-1-2 0 0 0,0-1 0 0 0,-37 6 0 0 0,-258 28-127 0 0,250-35 105 0 0,-27-2-172 0 0,-176-11 1 0 0,241 3 153 0 0,-44-3-64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1:3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1 127 223 0 0,'3'-2'0'0'0,"0"1"0"0"0,1-1 0 0 0,-1 1 0 0 0,0 0 0 0 0,1 0 0 0 0,-1 0 0 0 0,1 0 0 0 0,0 0 0 0 0,4 1 0 0 0,5-2 0 0 0,40-6 0 0 0,1 3 0 0 0,78 2 0 0 0,11-1 0 0 0,46-25 0 0 0,-123 17 0 0 0,72-5 0 0 0,10 10 17 0 0,157-12 30 0 0,-234 12-15 0 0,102 5-1 0 0,69 17-30 0 0,-233-14-1 0 0,192 7-2 0 0,37 4 58 0 0,-106 2-45 0 0,225 21-12 0 0,-98-3 1 0 0,13 0 0 0 0,44-5 0 0 0,153 2 0 0 0,-172-17 0 0 0,34 0 0 0 0,59-2 0 0 0,-56-1 0 0 0,-46-1 0 0 0,76 2 0 0 0,-143-4 21 0 0,147-2 22 0 0,-316-7-43 0 0,324-9 0 0 0,-43-9 0 0 0,-314 19 0 0 0,248-5 0 0 0,-43 3 0 0 0,-118-9 0 0 0,-41 4 0 0 0,-52 7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20.1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1 337 223 0 0,'0'-10'0'0'0,"0"-5"0"0"0,3-25 0 0 0,-2 35 0 0 0,0-1 0 0 0,0 1 0 0 0,1 0 0 0 0,-1 0 0 0 0,1 0 0 0 0,1 0 0 0 0,-1 0 0 0 0,5-6 0 0 0,14-18 0 0 0,0 1 0 0 0,44-43 0 0 0,-54 61 0 0 0,0 0 0 0 0,1 0 0 0 0,0 1 0 0 0,1 1 0 0 0,0 0 0 0 0,0 0 0 0 0,0 2 0 0 0,30-11 0 0 0,-36 15 3 0 0,0 1-1 0 0,0 0 0 0 0,0 0 0 0 0,1 1 0 0 0,-1-1 1 0 0,0 2-1 0 0,0-1 0 0 0,14 3 0 0 0,1 3 17 0 0,32 12 0 0 0,-13-4-2 0 0,164 49 38 0 0,106 22-9 0 0,217 14 34 0 0,253-31-16 0 0,-490-48-57 0 0,942 47 50 0 0,-937-63-57 0 0,36 0 0 0 0,324 7 54 0 0,533-18 20 0 0,-1095 8-69 0 0,264 2 50 0 0,-212-8-43 0 0,150 0-12 0 0,-84 9 0 0 0,191-1 0 0 0,244 7 57 0 0,-462-6-50 0 0,-36-3-18 0 0,-18 0-26 0 0,138 17 0 0 0,-128 1-143 0 0,-79-12 61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20.8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1 138 343 0 0,'1'-8'0'0'0,"5"-13"0"0"0,-6 20 0 0 0,1 0 0 0 0,-1 0 0 0 0,1 1 0 0 0,-1-1 0 0 0,1 0 0 0 0,-1 0 0 0 0,1 1 0 0 0,-1-1 0 0 0,1 0 0 0 0,0 1 0 0 0,0-1 0 0 0,-1 0 0 0 0,1 1 0 0 0,0-1 0 0 0,0 1 0 0 0,-1-1 0 0 0,1 1 0 0 0,0 0 0 0 0,2-1 0 0 0,22-6 0 0 0,3 0 0 0 0,0 1 0 0 0,33-4 0 0 0,666-14 0 0 0,89 3 66 0 0,-1 1-4 0 0,362 65 2 0 0,-77 27-64 0 0,-336-39 0 0 0,-507-26 0 0 0,18 1 0 0 0,-186-3 0 0 0,148 5 0 0 0,200-4 0 0 0,-128-13-2 0 0,-21-1 15 0 0,-144 9 14 0 0,160-21-1 0 0,-280 17-26 0 0,92-14 0 0 0,-130 17-60 0 0,-4-3 48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1.6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0 569 311 0 0,'14'-36'54'0'0,"-14"35"-48"0"0,1 0 1 0 0,0 0-1 0 0,-1 0 1 0 0,1 0-1 0 0,0 0 1 0 0,0 0-1 0 0,0 0 1 0 0,0 0-1 0 0,0 0 1 0 0,0 0-1 0 0,2 0 1 0 0,5-6 12 0 0,25-28 52 0 0,0 3 0 0 0,2 0 0 0 0,2 3 0 0 0,0 1 0 0 0,2 1 0 0 0,1 3 0 0 0,1 1 0 0 0,74-30 0 0 0,147-23-60 0 0,-85 28-12 0 0,-74 11 4 0 0,-68 22-28 0 0,1 3-1 0 0,51-12 1 0 0,43 10-206 0 0,-84 11-97 0 0,-39 2 184 0 0,-1 0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3.8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1 175 24 0 0,'1'2'0'0'0,"0"-1"10"0"0,-1 0 1 0 0,1 0 0 0 0,-1 0-1 0 0,1 0 1 0 0,-1 0 0 0 0,0 0-1 0 0,1 0 1 0 0,-1 0 0 0 0,0 0 0 0 0,0 0-1 0 0,1 0 1 0 0,-1 0 0 0 0,0 1-1 0 0,2 8-5 0 0,1-4 16 0 0,-1-2-6 0 0,0 0-1 0 0,1 0 1 0 0,-1 0 0 0 0,1-1-1 0 0,6 7 1 0 0,-7-8-14 0 0,0-1 0 0 0,-1 0 0 0 0,1 0 0 0 0,0 0 1 0 0,0 0-1 0 0,0 0 0 0 0,0-1 0 0 0,-1 1 0 0 0,1-1 0 0 0,0 1 0 0 0,0-1 0 0 0,1 0 1 0 0,-1 1-1 0 0,0-1 0 0 0,0 0 0 0 0,4-1 0 0 0,-2 1 6 0 0,1-1 1 0 0,-1 0-1 0 0,0-1 0 0 0,1 1 0 0 0,-1-1 1 0 0,0 1-1 0 0,0-1 0 0 0,0-1 0 0 0,0 1 1 0 0,0 0-1 0 0,0-1 0 0 0,-1 0 1 0 0,1 0-1 0 0,-1 0 0 0 0,0 0 0 0 0,0-1 1 0 0,3-3-1 0 0,2-5 16 0 0,0 0 0 0 0,0 0 0 0 0,-1-1 0 0 0,5-14-1 0 0,-7 15-12 0 0,-1 1 0 0 0,5-23 0 0 0,-8 29-6 0 0,0 0 0 0 0,0 0 0 0 0,-1 0 0 0 0,1 1 0 0 0,-1-1 1 0 0,-1 0-1 0 0,1 0 0 0 0,-1 0 0 0 0,0 0 0 0 0,-1-5 0 0 0,2 9-2 0 0,-1 1 0 0 0,1-1 0 0 0,0 1 0 0 0,0-1 1 0 0,-1 0-1 0 0,1 1 0 0 0,0-1 0 0 0,-1 1 0 0 0,1-1 0 0 0,0 1 0 0 0,-1-1 0 0 0,1 1 0 0 0,-1-1 0 0 0,1 1 0 0 0,-1 0 0 0 0,1-1 0 0 0,-1 1 0 0 0,1-1 1 0 0,-1 1-1 0 0,1 0 0 0 0,-1 0 0 0 0,0-1 0 0 0,1 1 0 0 0,-1 0 0 0 0,0 0 0 0 0,1 0 0 0 0,-2 0 0 0 0,2 0-2 0 0,-1 0 0 0 0,1 0 0 0 0,-1 0 0 0 0,1 0-1 0 0,-1 1 1 0 0,1-1 0 0 0,-1 0 0 0 0,1 0 0 0 0,-1 1 0 0 0,1-1-1 0 0,-1 0 1 0 0,1 1 0 0 0,0-1 0 0 0,-1 1 0 0 0,1-1 0 0 0,-1 0 0 0 0,1 1-1 0 0,0-1 1 0 0,-1 1 0 0 0,1-1 0 0 0,0 1 0 0 0,0-1 0 0 0,0 1 0 0 0,-1-1-1 0 0,1 1 1 0 0,0 0 0 0 0,0-1 0 0 0,0 1 0 0 0,0-1 0 0 0,0 2-1 0 0,-1 20 1 0 0,0 0 0 0 0,2-1 0 0 0,3 25 0 0 0,1 3 0 0 0,0 32 0 0 0,4 116 0 0 0,-10-134-14 0 0,0-61-11 0 0,0 1 0 0 0,0 0 1 0 0,0 0-1 0 0,0-1 0 0 0,-1 1 0 0 0,1-1 0 0 0,-1 1 1 0 0,0-1-1 0 0,1 0 0 0 0,-1 1 0 0 0,-3 2 1 0 0,3-4 15 0 0,-6 7-71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4.0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 0 0,'0'2'0'0'0,"0"-1"10"0"0,1 0 0 0 0,0 0 0 0 0,0 0-1 0 0,0 0 1 0 0,0-1 0 0 0,0 1-1 0 0,1 0 1 0 0,-1-1 0 0 0,0 1-1 0 0,0-1 1 0 0,0 0 0 0 0,1 1-1 0 0,-1-1 1 0 0,0 0 0 0 0,1 0-1 0 0,1 1 1 0 0,-1-1 22 0 0,10 1 17 0 0,-1 0 1 0 0,1 0-1 0 0,23-2 1 0 0,-20 0 16 0 0,27 1 0 0 0,-38 1-68 0 0,0-1-1 0 0,0 0 0 0 0,0 0 1 0 0,7-1-1 0 0,-6 0-64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4.5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 51 24 0 0,'-2'1'10'0'0,"-1"0"1"0"0,1 0-1 0 0,-1 1 1 0 0,1-1-1 0 0,0 1 1 0 0,-1-1-1 0 0,1 1 1 0 0,0 0 0 0 0,0-1-1 0 0,0 1 1 0 0,1 0-1 0 0,-1 1 1 0 0,-2 2-1 0 0,2-3-14 0 0,-2 3 8 0 0,0 0 0 0 0,1-1-1 0 0,0 1 1 0 0,0 1-1 0 0,0-1 1 0 0,0 0-1 0 0,1 1 1 0 0,-3 8-1 0 0,4-11-1 0 0,1 0 0 0 0,-1 0 0 0 0,1 0-1 0 0,0 0 1 0 0,0 0 0 0 0,0 0-1 0 0,0 0 1 0 0,0 0 0 0 0,1 0-1 0 0,-1 0 1 0 0,1 0 0 0 0,0 0-1 0 0,0 0 1 0 0,0 0 0 0 0,0 0-1 0 0,1-1 1 0 0,-1 1 0 0 0,4 4-1 0 0,0 0-1 0 0,1 1 0 0 0,1-1 0 0 0,0 0 0 0 0,-1 0 0 0 0,2-1 0 0 0,10 8 0 0 0,-13-11 0 0 0,-1 0 0 0 0,1-1 0 0 0,0 0 0 0 0,0 0 0 0 0,0 0 0 0 0,0 0 0 0 0,0-1 0 0 0,0 0 0 0 0,0 0 0 0 0,0 0 0 0 0,0 0 0 0 0,1-1 0 0 0,6 0 0 0 0,-9-1 0 0 0,0 0 0 0 0,0 0 0 0 0,0 0 0 0 0,0 0-1 0 0,0 0 1 0 0,0 0 0 0 0,0-1 0 0 0,-1 0-1 0 0,1 1 1 0 0,3-4 0 0 0,25-24 10 0 0,-28 27-7 0 0,2-5 7 0 0,0 0 0 0 0,0 0 0 0 0,-1 0 0 0 0,0 0 1 0 0,0-1-1 0 0,-1 0 0 0 0,0 1 0 0 0,0-1 0 0 0,-1-1 0 0 0,0 1 0 0 0,0 0 0 0 0,-1 0 0 0 0,0-1 0 0 0,0 1 0 0 0,-1-1 0 0 0,0 1 0 0 0,-3-16 0 0 0,2 21-8 0 0,1-1 0 0 0,-2 0 0 0 0,1 1 0 0 0,0-1 0 0 0,-1 1 0 0 0,1 0 0 0 0,-1-1 0 0 0,0 1-1 0 0,0 0 1 0 0,0 0 0 0 0,-1 0 0 0 0,1 0 0 0 0,-1 1 0 0 0,0-1 0 0 0,1 1 0 0 0,-5-3-1 0 0,5 3 1 0 0,-1 1-1 0 0,1 0 1 0 0,-1 0-1 0 0,1 0 1 0 0,-1 0-1 0 0,0 0 1 0 0,0 0-1 0 0,1 0 1 0 0,-1 1-1 0 0,0 0 0 0 0,0-1 1 0 0,0 1-1 0 0,1 0 1 0 0,-1 1-1 0 0,0-1 1 0 0,0 0-1 0 0,0 1 1 0 0,1-1-1 0 0,-1 1 1 0 0,0 0-1 0 0,-4 2 0 0 0,2 0 0 0 0,0 0-1 0 0,1 0 1 0 0,-1 0-1 0 0,0 1 1 0 0,1-1-1 0 0,0 1 0 0 0,0 1 1 0 0,0-1-1 0 0,1 0 1 0 0,-1 1-1 0 0,1 0 0 0 0,-5 8 1 0 0,7-10-3 0 0,0-1-1 0 0,0 0 1 0 0,0 1 0 0 0,0-1 0 0 0,0 1 0 0 0,0 0 0 0 0,1-1-1 0 0,-1 1 1 0 0,1-1 0 0 0,0 1 0 0 0,-1 0 0 0 0,1-1-1 0 0,1 1 1 0 0,-1 0 0 0 0,0-1 0 0 0,1 1 0 0 0,-1 0 0 0 0,1-1-1 0 0,0 1 1 0 0,0-1 0 0 0,0 1 0 0 0,0-1 0 0 0,0 0 0 0 0,0 1-1 0 0,1-1 1 0 0,-1 0 0 0 0,1 0 0 0 0,0 0 0 0 0,2 3-1 0 0,4 2-9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4.9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12 100 24 0 0,'-9'33'143'0'0,"9"-26"-130"0"0,-1 5 10 0 0,0 0 0 0 0,0 0 0 0 0,2 0 0 0 0,-1 0 0 0 0,4 13 0 0 0,-4-23-22 0 0,1 1 1 0 0,0-1 0 0 0,0 1-1 0 0,-1-1 1 0 0,2 1 0 0 0,-1-1-1 0 0,0 0 1 0 0,0 1 0 0 0,1-1-1 0 0,-1 0 1 0 0,1 0 0 0 0,0 0-1 0 0,0 0 1 0 0,-1 0 0 0 0,1 0-1 0 0,0-1 1 0 0,1 1 0 0 0,-1-1-1 0 0,0 1 1 0 0,0-1 0 0 0,1 0-1 0 0,-1 0 1 0 0,1 0 0 0 0,-1 0-1 0 0,1 0 1 0 0,-1-1 0 0 0,1 1-1 0 0,-1-1 1 0 0,4 1-1 0 0,-3-1 1 0 0,0 0 0 0 0,-1 0-1 0 0,1 0 1 0 0,0 0-1 0 0,-1-1 1 0 0,1 1 0 0 0,0-1-1 0 0,-1 1 1 0 0,1-1-1 0 0,-1 0 1 0 0,1 0-1 0 0,-1 0 1 0 0,1-1 0 0 0,-1 1-1 0 0,0-1 1 0 0,0 1-1 0 0,4-4 1 0 0,1-2 15 0 0,-1 0 0 0 0,-1 0 0 0 0,10-15 0 0 0,3-4 22 0 0,-12 19-31 0 0,-2 0 0 0 0,1 0 0 0 0,-1-1-1 0 0,0 1 1 0 0,0-1 0 0 0,-1 0 0 0 0,4-10-1 0 0,-6 12-2 0 0,0 1-1 0 0,0-1 1 0 0,0 0 0 0 0,-1 0-1 0 0,0 0 1 0 0,0 1 0 0 0,0-1-1 0 0,-1 0 1 0 0,1 0 0 0 0,-1 0-1 0 0,-3-8 1 0 0,3 12-4 0 0,0-1 0 0 0,0 1 0 0 0,0 0 0 0 0,0 0 0 0 0,0 0 0 0 0,-1 0 0 0 0,1 0 1 0 0,-1 0-1 0 0,1 0 0 0 0,-1 0 0 0 0,0 0 0 0 0,0 1 0 0 0,1-1 0 0 0,-1 1 0 0 0,0-1 0 0 0,-1 1 0 0 0,1 0 0 0 0,0 0 1 0 0,0 0-1 0 0,0 0 0 0 0,-1 0 0 0 0,1 0 0 0 0,0 0 0 0 0,-1 1 0 0 0,-3-1 0 0 0,2 1 2 0 0,0 0 0 0 0,1 0-1 0 0,-1 0 1 0 0,0 1 0 0 0,1-1 0 0 0,-1 1-1 0 0,0 0 1 0 0,1 0 0 0 0,-1 0-1 0 0,1 0 1 0 0,0 1 0 0 0,-1 0 0 0 0,1-1-1 0 0,0 1 1 0 0,0 0 0 0 0,-4 4-1 0 0,0 0 0 0 0,0 1-1 0 0,0 0 0 0 0,1 1 0 0 0,0 0 0 0 0,0 0 1 0 0,-8 16-1 0 0,12-19-8 0 0,0-1 0 0 0,0 1 0 0 0,0 0 1 0 0,1 0-1 0 0,-1 0 0 0 0,1 0 0 0 0,0 0 1 0 0,1 1-1 0 0,-1-1 0 0 0,1 0 0 0 0,0 0 0 0 0,0 1 1 0 0,1-1-1 0 0,1 7 0 0 0,0-3-100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7.0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 56 167 0 0,'1'0'0'0'0,"0"1"5"0"0,-1 0 0 0 0,0 0-1 0 0,0-1 1 0 0,0 1-1 0 0,1 0 1 0 0,-1 0 0 0 0,0 0-1 0 0,0-1 1 0 0,0 1-1 0 0,0 0 1 0 0,0 0 0 0 0,0-1-1 0 0,-1 1 1 0 0,1 0-1 0 0,0 0 1 0 0,0-1 0 0 0,-1 2-1 0 0,-5 16 43 0 0,3-11-44 0 0,0 1-1 0 0,1 0 0 0 0,0 0 1 0 0,0 0-1 0 0,1 0 1 0 0,-1 9-1 0 0,2-17 0 0 0,0 0-1 0 0,0 1 1 0 0,0-1-1 0 0,0 0 1 0 0,0 1-1 0 0,0-1 1 0 0,0 0-1 0 0,0 0 1 0 0,0 1-1 0 0,0-1 1 0 0,0 0-1 0 0,0 1 1 0 0,1-1-1 0 0,-1 0 1 0 0,0 0-1 0 0,0 1 1 0 0,0-1 0 0 0,0 0-1 0 0,1 0 1 0 0,-1 0-1 0 0,0 1 1 0 0,0-1-1 0 0,0 0 1 0 0,1 0-1 0 0,-1 0 1 0 0,0 1-1 0 0,0-1 1 0 0,1 0-1 0 0,-1 0 1 0 0,0 0-1 0 0,0 0 1 0 0,1 0-1 0 0,11-1 7 0 0,9-9-13 0 0,-13 5 12 0 0,-1-1-1 0 0,0-1 1 0 0,0 1-1 0 0,0-1 1 0 0,-1 0-1 0 0,0-1 1 0 0,9-14-1 0 0,-8 11 13 0 0,1 0 0 0 0,0 0 0 0 0,12-10 0 0 0,-17 18-9 0 0,1 0 0 0 0,-1 0-1 0 0,1 0 1 0 0,-1 1-1 0 0,1 0 1 0 0,0-1 0 0 0,0 1-1 0 0,0 1 1 0 0,7-3-1 0 0,-9 4-6 0 0,-1-1 0 0 0,1 1-1 0 0,-1 0 1 0 0,0 0 0 0 0,1 0-1 0 0,-1 0 1 0 0,0 0 0 0 0,1 1-1 0 0,-1-1 1 0 0,0 0 0 0 0,1 1-1 0 0,-1-1 1 0 0,0 1 0 0 0,1-1-1 0 0,-1 1 1 0 0,0-1 0 0 0,0 1-1 0 0,0 0 1 0 0,0 0 0 0 0,1 0-1 0 0,-1 0 1 0 0,0 0 0 0 0,0 0-1 0 0,-1 0 1 0 0,1 0 0 0 0,0 0-1 0 0,0 0 1 0 0,0 0 0 0 0,-1 0-1 0 0,1 1 1 0 0,-1-1 0 0 0,1 0-1 0 0,-1 0 1 0 0,1 1 0 0 0,-1 1-1 0 0,1 3 3 0 0,0 0 0 0 0,0 0 0 0 0,-1 0 0 0 0,0-1 0 0 0,-1 1 0 0 0,1 0-1 0 0,-1 0 1 0 0,0 0 0 0 0,0 0 0 0 0,-1-1 0 0 0,-2 6 0 0 0,0 6 0 0 0,4-17-5 0 0,0 0 0 0 0,-1 0 0 0 0,1 1 0 0 0,0-1 0 0 0,0 0 0 0 0,0 1 0 0 0,0-1 0 0 0,0 0 0 0 0,0 0 0 0 0,0 1 0 0 0,0-1 0 0 0,0 0 0 0 0,0 1 0 0 0,0-1 0 0 0,0 0 0 0 0,0 0 0 0 0,0 1 0 0 0,0-1 0 0 0,0 0 0 0 0,0 1 0 0 0,0-1 0 0 0,0 0 0 0 0,0 0 0 0 0,0 1 0 0 0,0-1 0 0 0,0 0 0 0 0,1 0 0 0 0,-1 1 0 0 0,0-1 0 0 0,0 0 0 0 0,1 1 0 0 0,7-5 0 0 0,7-13 0 0 0,-7 6-12 0 0,-4 4 19 0 0,1 1-1 0 0,-1 0 0 0 0,1 0 1 0 0,1 0-1 0 0,8-8 0 0 0,-13 13-5 0 0,0 0 0 0 0,0 1 0 0 0,1-1 0 0 0,-1 0 0 0 0,0 0 0 0 0,1 1 1 0 0,-1-1-1 0 0,0 1 0 0 0,1-1 0 0 0,-1 1 0 0 0,1 0 0 0 0,-1-1 0 0 0,1 1 0 0 0,-1 0 0 0 0,1 0 0 0 0,-1 0 0 0 0,1 0 0 0 0,-1 0 0 0 0,1 1 0 0 0,-1-1 0 0 0,1 0 1 0 0,-1 1-1 0 0,1-1 0 0 0,-1 1 0 0 0,0-1 0 0 0,1 1 0 0 0,-1 0 0 0 0,0-1 0 0 0,1 1 0 0 0,-1 0 0 0 0,0 0 0 0 0,0 0 0 0 0,0 0 0 0 0,0 0 0 0 0,1 1 0 0 0,0 1-1 0 0,0-1 0 0 0,-1 0 0 0 0,1 0 0 0 0,-1 1 0 0 0,1-1 0 0 0,-1 1 0 0 0,0-1 0 0 0,0 1 0 0 0,0-1 0 0 0,0 1 0 0 0,-1 0 0 0 0,2 4 0 0 0,-1 36 4 0 0,-1-29 3 0 0,-1 3 16 0 0,1-12-17 0 0,-1 0 0 0 0,1 1 0 0 0,1-1 0 0 0,0 8 0 0 0,6 8-108 0 0,-7-21 99 0 0,0 1 1 0 0,0-1 0 0 0,0 0-1 0 0,1 0 1 0 0,-1 0-1 0 0,0 1 1 0 0,0-1-1 0 0,0 0 1 0 0,0 0 0 0 0,1 0-1 0 0,-1 0 1 0 0,0 1-1 0 0,0-1 1 0 0,0 0-1 0 0,1 0 1 0 0,-1 0 0 0 0,0 0-1 0 0,0 0 1 0 0,0 0-1 0 0,1 0 1 0 0,-1 0 0 0 0,0 0-1 0 0,0 0 1 0 0,1 0-1 0 0,-1 0 1 0 0,0 1-1 0 0,0-2 1 0 0,0 1 0 0 0,1 0-1 0 0,-1 0 1 0 0,1 0-1 0 0,0-1 0 0 0,-1 1-1 0 0,1-1 1 0 0,0 1 0 0 0,-1-1 0 0 0,1 1 0 0 0,-1-1 0 0 0,1 0 0 0 0,0 0 0 0 0,-1 1-1 0 0,0-1 1 0 0,1 0 0 0 0,0-1 0 0 0,8-21-130 0 0,-4 9 31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6:37.4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0 185 167 0 0,'1'17'78'0'0,"0"0"0"0"0,2-1 0 0 0,6 28 0 0 0,21 51 129 0 0,-25-78-166 0 0,0-3-24 0 0,1 0 0 0 0,0 0 0 0 0,1 0 0 0 0,0-1 0 0 0,14 20 0 0 0,-17-28-10 0 0,1 1 1 0 0,-1-1 0 0 0,1 0-1 0 0,0 0 1 0 0,1-1 0 0 0,-1 1-1 0 0,1-1 1 0 0,0 0 0 0 0,0-1-1 0 0,0 0 1 0 0,0 1 0 0 0,1-2-1 0 0,0 1 1 0 0,8 1-1 0 0,-14-4-1 0 0,1 0 0 0 0,-1 0-1 0 0,1 0 1 0 0,-1 0 0 0 0,1-1-1 0 0,-1 1 1 0 0,1-1-1 0 0,-1 1 1 0 0,1-1 0 0 0,-1 1-1 0 0,1-1 1 0 0,-1 0-1 0 0,0 0 1 0 0,1 1 0 0 0,-1-1-1 0 0,0 0 1 0 0,0 0-1 0 0,2-3 1 0 0,19-22 175 0 0,-4-1-128 0 0,-3 0 0 0 0,0-1 0 0 0,-1-1 0 0 0,-2 0 0 0 0,-1-1 0 0 0,8-37-1 0 0,-7 15-356 0 0,-3-1-1 0 0,4-99 0 0 0,-13 130 145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17.6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0,'7'0'129'0'0,"-1"2"1"0"0,0-1 0 0 0,13 4 0 0 0,8 3-7 0 0,9 1-118 0 0,1 2-1 0 0,35 15 1 0 0,5 2-6 0 0,31 3-3 0 0,-93-28 13 0 0,1 0 1 0 0,0-2 0 0 0,0 1-1 0 0,-1-2 1 0 0,18-1 0 0 0,-31 0-9 0 0,-1 1 0 0 0,1-1-1 0 0,0 1 1 0 0,-1-1 0 0 0,1 0 0 0 0,-1 1 0 0 0,1-1 0 0 0,-1 0 0 0 0,1 0 0 0 0,-1 0 0 0 0,1 0-1 0 0,-1-1 1 0 0,0 1 0 0 0,2-2 0 0 0,13-20-4 0 0,-13 17 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18.3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67 232 24 0 0,'0'0'0'0'0,"-1"0"0"0"0,1 0 0 0 0,0 0 0 0 0,-1 1 0 0 0,1-1 0 0 0,0 0 0 0 0,-1 0 0 0 0,1 0 0 0 0,0 1 0 0 0,0-1 0 0 0,-1 0 0 0 0,1 0 0 0 0,0 1 0 0 0,-1-1 0 0 0,1 0 0 0 0,0 0 0 0 0,0 1 1 0 0,0-1-1 0 0,-1 0 0 0 0,1 1 0 0 0,0-1 0 0 0,0 0 0 0 0,0 1 0 0 0,0-1 0 0 0,0 1 0 0 0,-3 12 36 0 0,2-8-7 0 0,-15 55 3 0 0,-23 109 24 0 0,38-164-47 0 0,1 0-1 0 0,0 1 1 0 0,0-1-1 0 0,0 0 1 0 0,0 1 0 0 0,1-1-1 0 0,0 0 1 0 0,0 1-1 0 0,0-1 1 0 0,1 0 0 0 0,0 0-1 0 0,4 8 1 0 0,-5-11-6 0 0,0 0-1 0 0,0 1 1 0 0,1-1 0 0 0,-1 0 0 0 0,1 0-1 0 0,0 0 1 0 0,-1 0 0 0 0,1-1 0 0 0,0 1-1 0 0,0 0 1 0 0,0-1 0 0 0,0 1 0 0 0,1-1 0 0 0,-1 0-1 0 0,0 1 1 0 0,1-1 0 0 0,-1 0 0 0 0,0-1-1 0 0,1 1 1 0 0,-1 0 0 0 0,1-1 0 0 0,0 1 0 0 0,-1-1-1 0 0,1 0 1 0 0,-1 0 0 0 0,1 0 0 0 0,-1 0-1 0 0,4-1 1 0 0,-1 0 3 0 0,-1 0 0 0 0,0-1-1 0 0,0 0 1 0 0,0 0 0 0 0,0 0 0 0 0,0 0 0 0 0,0-1-1 0 0,0 1 1 0 0,-1-1 0 0 0,4-3 0 0 0,33-36 37 0 0,-36 38-33 0 0,57-76 100 0 0,-28 33-84 0 0,-22 32-21 0 0,0-1 0 0 0,-1 1-1 0 0,-1-2 1 0 0,-1 1-1 0 0,0-1 1 0 0,10-35-1 0 0,-16 44-2 0 0,0 0 0 0 0,0 0 0 0 0,-1-1 0 0 0,-1 1-1 0 0,1 0 1 0 0,-1-1 0 0 0,-1 1 0 0 0,1 0-1 0 0,-1 0 1 0 0,-1-1 0 0 0,0 1 0 0 0,0 0 0 0 0,0 0-1 0 0,-1 0 1 0 0,0 1 0 0 0,-1-1 0 0 0,-7-12-1 0 0,5 11 3 0 0,-1 0 0 0 0,0 1 0 0 0,0-1 0 0 0,-1 1 0 0 0,1 1 0 0 0,-2-1 0 0 0,-12-8 0 0 0,18 14-2 0 0,-1 0-1 0 0,1 0 0 0 0,0 1 0 0 0,-1-1 1 0 0,1 1-1 0 0,-1-1 0 0 0,1 1 0 0 0,-1 0 1 0 0,0 1-1 0 0,0-1 0 0 0,1 0 0 0 0,-1 1 0 0 0,0 0 1 0 0,0 0-1 0 0,1 0 0 0 0,-1 1 0 0 0,0-1 1 0 0,0 1-1 0 0,1 0 0 0 0,-1 0 0 0 0,0 0 1 0 0,1 0-1 0 0,-1 1 0 0 0,1-1 0 0 0,-4 3 0 0 0,-1 2-1 0 0,1 0 0 0 0,-1 0 0 0 0,1 0 0 0 0,1 1 0 0 0,-1 0 0 0 0,1 0 0 0 0,0 1 0 0 0,1 0 0 0 0,-10 16 0 0 0,8-9 0 0 0,1 0 0 0 0,-1 0 0 0 0,2 1 0 0 0,1 0 0 0 0,-4 16 0 0 0,6-21-16 0 0,1 0 0 0 0,0 0 0 0 0,1 1 0 0 0,0-1 0 0 0,1 0 0 0 0,0 0 0 0 0,0 0 0 0 0,1 0 0 0 0,5 14 0 0 0,-2-15-48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18.5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5 55 0 0,'0'0'0'0'0,"-1"0"0"0"0,-1 0 0 0 0,4 0 144 0 0,-1 2-64 0 0,-1-4 0 0 0,4 2-80 0 0,-1-1 0 0 0,2 1 0 0 0,1-2 64 0 0,-2 2-64 0 0,1-1 0 0 0,0 2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19.4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41 205 55 0 0,'-14'18'13'0'0,"10"-14"-2"0"0,0 1 1 0 0,1 0-1 0 0,-1-1 0 0 0,-4 11 0 0 0,7-13-9 0 0,0-1 0 0 0,1 1 0 0 0,-1-1 0 0 0,1 1 0 0 0,0-1 0 0 0,0 1 0 0 0,-1-1 0 0 0,1 1 0 0 0,0-1 0 0 0,0 1 0 0 0,0-1 0 0 0,1 1 0 0 0,-1-1-1 0 0,0 1 1 0 0,0-1 0 0 0,1 1 0 0 0,-1-1 0 0 0,1 0 0 0 0,0 1 0 0 0,-1-1 0 0 0,1 1 0 0 0,0-1 0 0 0,0 0 0 0 0,1 2 0 0 0,-1-1 0 0 0,1 0 1 0 0,-1-1-1 0 0,1 1 0 0 0,0 0 1 0 0,0 0-1 0 0,0-1 1 0 0,0 1-1 0 0,0-1 0 0 0,1 0 1 0 0,-1 0-1 0 0,0 0 1 0 0,1 0-1 0 0,-1 0 0 0 0,0 0 1 0 0,1 0-1 0 0,2 0 0 0 0,-1-1 5 0 0,0 0 0 0 0,0 0 0 0 0,0 0 0 0 0,0 0 0 0 0,1-1 0 0 0,-1 1 0 0 0,0-1-1 0 0,0 0 1 0 0,5-2 0 0 0,-1-1 5 0 0,1 0-1 0 0,0-1 1 0 0,-1 0 0 0 0,0 0-1 0 0,0-1 1 0 0,0 0 0 0 0,13-13-1 0 0,-16 13-3 0 0,0-1-1 0 0,-1 1 0 0 0,0-1 0 0 0,0 0 0 0 0,0 0 0 0 0,-1-1 1 0 0,3-8-1 0 0,14-57 62 0 0,-18 64-68 0 0,-2 8-1 0 0,4-15 17 0 0,3-23-1 0 0,-7 34-14 0 0,0 1 1 0 0,1-1 0 0 0,-2 1 0 0 0,1-1 0 0 0,0 1 0 0 0,-1-1 0 0 0,0 1 0 0 0,0 0 0 0 0,0-1 0 0 0,-3-5-1 0 0,4 10-1 0 0,0 1-1 0 0,0-1 1 0 0,0 0-1 0 0,0 0 1 0 0,0 0-1 0 0,0 1 0 0 0,0-1 1 0 0,0 0-1 0 0,0 0 1 0 0,0 1-1 0 0,0-1 0 0 0,0 0 1 0 0,-1 0-1 0 0,1 0 1 0 0,0 1-1 0 0,0-1 1 0 0,0 0-1 0 0,0 0 0 0 0,0 0 1 0 0,-1 0-1 0 0,1 1 1 0 0,0-1-1 0 0,0 0 0 0 0,0 0 1 0 0,-1 0-1 0 0,1 0 1 0 0,0 0-1 0 0,0 0 1 0 0,0 1-1 0 0,-1-1 0 0 0,1 0 1 0 0,0 0-1 0 0,0 0 1 0 0,-1 0-1 0 0,1 0 0 0 0,0 0 1 0 0,0 0-1 0 0,-1 0 1 0 0,1 0-1 0 0,0 0 1 0 0,0 0-1 0 0,-1 0 0 0 0,1 0 1 0 0,0 0-1 0 0,0-1 1 0 0,0 1-1 0 0,-1 0 0 0 0,1 0 1 0 0,0 0-1 0 0,0 0 1 0 0,0 0-1 0 0,-1 0 1 0 0,1 0-1 0 0,0-1 0 0 0,0 1 1 0 0,0 0-1 0 0,0 0 1 0 0,-1 0-1 0 0,1-1 0 0 0,0 1 1 0 0,0 0-1 0 0,0 0 1 0 0,0 0-1 0 0,0-1 1 0 0,0 1-1 0 0,0 0 0 0 0,-1 0 1 0 0,1-1-1 0 0,-6 22 35 0 0,6-20-35 0 0,-2 12 0 0 0,0 0 0 0 0,0 0 0 0 0,2 1 0 0 0,0-1 0 0 0,0 0 0 0 0,1 0 0 0 0,1 0 0 0 0,4 18 0 0 0,5 10 0 0 0,20 48 0 0 0,-30-88 0 0 0,8 24 0 0 0,-1 0 0 0 0,-1 1 0 0 0,-1 0 0 0 0,3 27 0 0 0,-1-17 0 0 0,-6-31 0 0 0,0 1 0 0 0,0 0 0 0 0,-1 0 0 0 0,1 11 0 0 0,-3-16-1 0 0,1 0-1 0 0,-1 0 0 0 0,1 0 0 0 0,-1 0 0 0 0,1 0 0 0 0,-1 0 0 0 0,0 0 0 0 0,1 0 0 0 0,-1 0 0 0 0,0 0 0 0 0,0 0 0 0 0,0 0 0 0 0,0-1 0 0 0,0 1 0 0 0,0 0 0 0 0,0-1 0 0 0,-2 2 0 0 0,-27 13-113 0 0,18-9 76 0 0,-130 59-300 0 0,132-61 339 0 0,0 0 0 0 0,1 1 0 0 0,-11 6 0 0 0,16-9 0 0 0,1 1 0 0 0,-1 0 0 0 0,1 0 0 0 0,0 0 0 0 0,0 0 0 0 0,0 0 0 0 0,0 0 0 0 0,1 1 0 0 0,-1 0 0 0 0,-1 4 0 0 0,4-8 7 0 0,-1 0 0 0 0,1 1-1 0 0,0-1 1 0 0,0 0-1 0 0,0 0 1 0 0,0 1-1 0 0,0-1 1 0 0,0 0 0 0 0,0 1-1 0 0,-1-1 1 0 0,1 1-1 0 0,0-1 1 0 0,0 0-1 0 0,0 1 1 0 0,0-1 0 0 0,1 0-1 0 0,-1 1 1 0 0,0-1-1 0 0,0 0 1 0 0,0 1-1 0 0,0-1 1 0 0,0 0 0 0 0,0 1-1 0 0,0-1 1 0 0,1 0-1 0 0,-1 1 1 0 0,0-1-1 0 0,0 0 1 0 0,0 0 0 0 0,1 1-1 0 0,-1-1 1 0 0,0 0-1 0 0,0 0 1 0 0,1 1-1 0 0,-1-1 1 0 0,1 0 0 0 0,0 1 10 0 0,1 0 0 0 0,0 0 0 0 0,0-1 0 0 0,-1 1 0 0 0,1-1 0 0 0,0 1 0 0 0,4-1 0 0 0,39 0 140 0 0,-40 0-123 0 0,46-5 178 0 0,86-21-1 0 0,-120 23-202 0 0,-11 2 14 0 0,0 0-1 0 0,1 0 1 0 0,8 0 0 0 0,-14 1-28 0 0,0 0 1 0 0,0 0-1 0 0,0 0 1 0 0,-1 0-1 0 0,1 0 1 0 0,0 0-1 0 0,0 0 1 0 0,0 0-1 0 0,0 0 1 0 0,-1 1-1 0 0,1-1 0 0 0,0 0 1 0 0,0 0-1 0 0,0 1 1 0 0,-1-1-1 0 0,1 1 1 0 0,0-1-1 0 0,0 1 1 0 0,-1-1-1 0 0,1 1 1 0 0,0-1-1 0 0,-1 1 1 0 0,1-1-1 0 0,-1 1 1 0 0,1 0-1 0 0,-1-1 1 0 0,1 1-1 0 0,-1 0 1 0 0,1-1-1 0 0,-1 1 1 0 0,0 0-1 0 0,1 0 1 0 0,-1 0-1 0 0,0-1 1 0 0,1 2-1 0 0,-2-1-172 0 0,0 0 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1.4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18 115 79 0 0,'0'-2'0'0'0,"-1"2"0"0"0,1 0 0 0 0,0 0 0 0 0,0 0 0 0 0,-1 0 0 0 0,1 0 0 0 0,0 0 0 0 0,0 0 0 0 0,-1 0 0 0 0,1 0 0 0 0,0 0 0 0 0,0 0 0 0 0,-1 0 0 0 0,1 0 0 0 0,0 0 0 0 0,0 1 0 0 0,-1-1 0 0 0,1 0 0 0 0,0 0 0 0 0,0 0 0 0 0,0 0 0 0 0,-1 0 0 0 0,1 1 0 0 0,0-1 0 0 0,0 0 0 0 0,0 0 0 0 0,-1 0 0 0 0,1 1 0 0 0,0-1 0 0 0,0 0 0 0 0,0 0 0 0 0,0 0 0 0 0,0 1 0 0 0,0-1 0 0 0,-1 1 0 0 0,-4 7 0 0 0,4-5 0 0 0,0-1 0 0 0,0 0 0 0 0,1 1 0 0 0,-1-1 0 0 0,1 1 0 0 0,0-1 0 0 0,0 1 0 0 0,0-1 0 0 0,0 1 0 0 0,0 2 0 0 0,6 30 0 0 0,-2-13 0 0 0,-3-15 2 0 0,0 6 10 0 0,1-1 1 0 0,0 0-1 0 0,1 0 1 0 0,5 12-1 0 0,-8-23-11 0 0,0-1 0 0 0,0 0-1 0 0,1 1 1 0 0,-1-1-1 0 0,0 1 1 0 0,1-1 0 0 0,-1 1-1 0 0,0-1 1 0 0,1 0-1 0 0,-1 1 1 0 0,1-1 0 0 0,-1 0-1 0 0,0 1 1 0 0,1-1-1 0 0,-1 0 1 0 0,1 0 0 0 0,-1 1-1 0 0,1-1 1 0 0,-1 0-1 0 0,1 0 1 0 0,-1 0 0 0 0,1 0-1 0 0,-1 1 1 0 0,1-1-1 0 0,0 0 1 0 0,-1 0 0 0 0,1 0-1 0 0,-1 0 1 0 0,1 0-1 0 0,-1-1 1 0 0,1 1 0 0 0,-1 0-1 0 0,1 0 1 0 0,-1 0-1 0 0,1 0 1 0 0,-1 0 0 0 0,1-1-1 0 0,-1 1 1 0 0,1 0-1 0 0,-1-1 1 0 0,1 1 0 0 0,0-1-1 0 0,22-17 35 0 0,-19 14-32 0 0,24-22 29 0 0,-1-1-1 0 0,-2-1 0 0 0,24-35 0 0 0,13-13 26 0 0,-60 72-52 0 0,25-24 1 0 0,-25 26-1 0 0,1 0 1 0 0,-1 0-1 0 0,0 1 0 0 0,0-1 0 0 0,1 1 1 0 0,-1 0-1 0 0,1-1 0 0 0,-1 1 1 0 0,1 0-1 0 0,-1 0 0 0 0,6 0 0 0 0,-7 1-5 0 0,-1 0 0 0 0,1 0 0 0 0,0 0 0 0 0,0 0 0 0 0,0 0 0 0 0,0 0 0 0 0,0 1 0 0 0,0-1 0 0 0,0 0 0 0 0,-1 1 0 0 0,1-1 0 0 0,0 1 0 0 0,0-1 0 0 0,-1 1 0 0 0,1-1 0 0 0,0 1 0 0 0,0-1 0 0 0,-1 1 0 0 0,1 0 0 0 0,-1-1 0 0 0,1 1 0 0 0,0 0 0 0 0,-1 0 0 0 0,0-1 0 0 0,1 1 0 0 0,-1 0 0 0 0,1 0 0 0 0,-1 0 0 0 0,1 1 0 0 0,0 3 0 0 0,0-1 0 0 0,0 1 0 0 0,0 0 0 0 0,0 6 0 0 0,0 13 14 0 0,-1 0 0 0 0,-5 27-1 0 0,3-28-5 0 0,0 0 0 0 0,2 37-1 0 0,0-60-7 0 0,0 1 0 0 0,0-1 0 0 0,0 1 0 0 0,0-1 0 0 0,1 1 0 0 0,-1-1 0 0 0,0 1 0 0 0,0-1 0 0 0,0 1 0 0 0,0-1 0 0 0,0 1 0 0 0,1-1 0 0 0,-1 1 0 0 0,0-1 0 0 0,0 1 0 0 0,1-1 0 0 0,-1 0 0 0 0,0 1 0 0 0,1-1 0 0 0,-1 1 0 0 0,1-1 0 0 0,-1 0 0 0 0,1 0 0 0 0,-1 0 0 0 0,0 0 0 0 0,1 0 0 0 0,-1 0 0 0 0,0 0 0 0 0,1 0 0 0 0,-1 0 0 0 0,0 0 0 0 0,1 0 0 0 0,-1 0 0 0 0,0 0 0 0 0,1-1 0 0 0,-1 1 0 0 0,0 0 0 0 0,0 0 0 0 0,1 0 0 0 0,-1-1 0 0 0,0 1 0 0 0,1 0 0 0 0,-1 0 0 0 0,0-1 0 0 0,13-19 0 0 0,13-36-32 0 0,33-51 0 0 0,-57 103 32 0 0,5-8 0 0 0,0 0 0 0 0,1 1 0 0 0,0 0 0 0 0,14-15 0 0 0,-21 26 0 0 0,-1 0 0 0 0,0-1 0 0 0,1 1 0 0 0,-1 0 0 0 0,0-1 0 0 0,1 1 0 0 0,-1 0 0 0 0,1-1 0 0 0,-1 1 0 0 0,1 0 0 0 0,-1 0 0 0 0,1-1 0 0 0,-1 1 0 0 0,0 0 0 0 0,1 0 0 0 0,-1 0 0 0 0,1 0 0 0 0,0 0 0 0 0,-1-1 0 0 0,1 1 0 0 0,-1 0 0 0 0,1 0 0 0 0,-1 0 0 0 0,1 1 0 0 0,-1-1 0 0 0,1 0 0 0 0,-1 0 0 0 0,1 0 0 0 0,0 1 0 0 0,-1-1 0 0 0,1 1 0 0 0,0 0 0 0 0,-1-1 0 0 0,1 1 0 0 0,-1 0 0 0 0,0-1 0 0 0,1 1 0 0 0,-1 0 0 0 0,1 0 0 0 0,-1-1 0 0 0,0 1 0 0 0,0 0 0 0 0,1 0 0 0 0,-1 1 0 0 0,1 3 0 0 0,-1 1 0 0 0,1-1 0 0 0,-1 1 0 0 0,-1 6 0 0 0,-5 39 0 0 0,2-22 32 0 0,-1 36 0 0 0,5-64-32 0 0,0 1 0 0 0,0-1 0 0 0,0 1 0 0 0,0-1 0 0 0,0 0 0 0 0,0 1 0 0 0,1-1 0 0 0,-1 0 0 0 0,1 1 0 0 0,-1-1 0 0 0,1 0 0 0 0,-1 0 0 0 0,1 1 0 0 0,0-1 0 0 0,0 1 0 0 0,0-1 0 0 0,0-1 0 0 0,-1 1 0 0 0,1-1 0 0 0,0 1 0 0 0,0-1 0 0 0,0 0 0 0 0,-1 1 0 0 0,1-1 0 0 0,0 0 0 0 0,0 1 0 0 0,0-1 0 0 0,0 0 0 0 0,0 0 0 0 0,0 0 0 0 0,-1 0 0 0 0,1 0 0 0 0,0 0 0 0 0,0 0 0 0 0,0 0 0 0 0,0 0 0 0 0,0-1 0 0 0,0 1 0 0 0,0 0 0 0 0,-1 0 0 0 0,2-1 0 0 0,6-1 10 0 0,-6 1-29 0 0,0 1 0 0 0,0-1 1 0 0,0 0-1 0 0,-1 1 0 0 0,1-1 0 0 0,0 0 0 0 0,0 0 0 0 0,3-3 0 0 0,0 0-45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1.8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41 234 199 0 0,'-3'8'31'0'0,"0"0"-1"0"0,0 0 1 0 0,1 1-1 0 0,1-1 0 0 0,-2 14 1 0 0,0 1-8 0 0,-6 27 19 0 0,2-1 0 0 0,3 1 0 0 0,2 1 0 0 0,4 60 0 0 0,-1-104-39 0 0,0-1 0 0 0,0 0 0 0 0,0 1-1 0 0,1-1 1 0 0,3 8 0 0 0,-5-13-2 0 0,0 0 0 0 0,1 0 1 0 0,-1 0-1 0 0,1 0 1 0 0,0 0-1 0 0,-1 0 1 0 0,1 0-1 0 0,-1-1 0 0 0,1 1 1 0 0,0 0-1 0 0,0 0 1 0 0,0-1-1 0 0,-1 1 1 0 0,1 0-1 0 0,0-1 0 0 0,0 1 1 0 0,0-1-1 0 0,0 1 1 0 0,0-1-1 0 0,0 0 1 0 0,0 1-1 0 0,0-1 0 0 0,0 0 1 0 0,0 0-1 0 0,0 0 1 0 0,0 1-1 0 0,0-1 1 0 0,1 0-1 0 0,-1 0 0 0 0,0-1 1 0 0,0 1-1 0 0,0 0 1 0 0,0 0-1 0 0,0 0 1 0 0,0-1-1 0 0,0 1 0 0 0,0-1 1 0 0,0 1-1 0 0,0-1 1 0 0,1 0-1 0 0,4-3 16 0 0,0 0 1 0 0,0 0-1 0 0,0 0 1 0 0,-1-1-1 0 0,0 0 0 0 0,0 0 1 0 0,0 0-1 0 0,0-1 0 0 0,-1 1 1 0 0,0-1-1 0 0,6-13 0 0 0,2-5 39 0 0,15-45-1 0 0,-25 62-49 0 0,17-47 30 0 0,2 1 0 0 0,2 1 0 0 0,46-74 0 0 0,-61 114-35 0 0,1 0-1 0 0,1 1 0 0 0,0 0 0 0 0,0 1 0 0 0,1 0 0 0 0,17-12 0 0 0,78-43-4 0 0,-61 39-7 0 0,4-2-76 0 0,-8 4-68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3.6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34 223 0 0,'0'-2'8'0'0,"0"0"0"0"0,1 0-1 0 0,-1 0 1 0 0,1 0-1 0 0,-1 0 1 0 0,1 0-1 0 0,0 0 1 0 0,0 0-1 0 0,0 0 1 0 0,0 0-1 0 0,0 1 1 0 0,0-1-1 0 0,0 0 1 0 0,0 0-1 0 0,1 1 1 0 0,1-3-1 0 0,-2 4-7 0 0,0 0 0 0 0,-1 0 0 0 0,1 0 0 0 0,-1 0 0 0 0,1 0 0 0 0,-1 0 0 0 0,1 0 0 0 0,0 1 0 0 0,-1-1 0 0 0,1 0 0 0 0,-1 0 0 0 0,1 0 0 0 0,-1 1 0 0 0,1-1 0 0 0,-1 0 0 0 0,1 0 0 0 0,-1 1 0 0 0,1-1 0 0 0,-1 0 0 0 0,0 1 0 0 0,1-1 0 0 0,-1 1 0 0 0,1-1 0 0 0,-1 0 0 0 0,1 2 0 0 0,10 13 0 0 0,-9-12 0 0 0,3 4 5 0 0,0 0 0 0 0,0-1 0 0 0,1 1 0 0 0,0-1 0 0 0,0 0 0 0 0,0-1 0 0 0,1 1 0 0 0,0-1 0 0 0,0 0 0 0 0,0-1 0 0 0,1 0 0 0 0,10 4-1 0 0,1-1-4 0 0,1-1 0 0 0,0-1 0 0 0,0-1 0 0 0,0-1 0 0 0,0-1 0 0 0,28 0 0 0 0,-13-3 0 0 0,0-2 0 0 0,65-12 0 0 0,18-13 0 0 0,-114 28 0 0 0,-3 0 0 0 0,0 0 0 0 0,0-1 0 0 0,0 1 0 0 0,0 0 0 0 0,-1 0 0 0 0,1 0 0 0 0,0-1 0 0 0,0 1 0 0 0,0 0 0 0 0,0-1 0 0 0,0 1 0 0 0,0 0 0 0 0,-1-1 0 0 0,1 1 0 0 0,0-1 0 0 0,0 0 0 0 0,-1 1 0 0 0,1-1 0 0 0,0 0 0 0 0,-1 1 0 0 0,1-1 0 0 0,0-1 0 0 0,-2 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3.9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0,'1'2'25'0'0,"-1"1"0"0"0,1-1 0 0 0,0 1 0 0 0,-1-1 0 0 0,1 0 0 0 0,2 4 0 0 0,96 242 163 0 0,-90-224-184 0 0,70 265 60 0 0,-74-268-64 0 0,0 1 0 0 0,1 0 0 0 0,15 35 0 0 0,-18-48 0 0 0,-1-2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4.5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 45 223 0 0,'-3'-12'12'0'0,"2"11"-9"0"0,1 0 1 0 0,0 0-1 0 0,-1 1 0 0 0,1-1 0 0 0,0 0 1 0 0,-1 0-1 0 0,1 0 0 0 0,0 0 1 0 0,0 0-1 0 0,0 0 0 0 0,0 0 0 0 0,0 1 1 0 0,0-1-1 0 0,0 0 0 0 0,1-1 0 0 0,-3-3 82 0 0,-1-4 62 0 0,2 9-144 0 0,1 0 0 0 0,0 0 0 0 0,0 0 0 0 0,0 0 0 0 0,0 0 0 0 0,0 0 0 0 0,0 0 0 0 0,0 0-1 0 0,0-1 1 0 0,0 1 0 0 0,0 0 0 0 0,0 0 0 0 0,0 0 0 0 0,0 0 0 0 0,0 0 0 0 0,0 0 0 0 0,0 0 0 0 0,0 0 0 0 0,0 0 0 0 0,0 0 0 0 0,0 0 0 0 0,0 0 0 0 0,0-1 0 0 0,0 1 0 0 0,0 0 0 0 0,0 0 0 0 0,0 0 0 0 0,0 0-1 0 0,0 0 1 0 0,0 0 0 0 0,0 0 0 0 0,0 0 0 0 0,0 0 0 0 0,0 0 0 0 0,0 0 0 0 0,0-1 0 0 0,0 1 0 0 0,0 0 0 0 0,0 0 0 0 0,0 0 0 0 0,0 0 0 0 0,0 0 0 0 0,0 0 0 0 0,0 0 0 0 0,0 0 0 0 0,0 0 0 0 0,0 0 0 0 0,0 0-1 0 0,1 0 1 0 0,-1 0 0 0 0,0 0 0 0 0,0 0 0 0 0,0 0 0 0 0,0 0 0 0 0,0 0 0 0 0,0 0 0 0 0,0 0 0 0 0,0 0 0 0 0,0 0 0 0 0,0 0 0 0 0,0 0 0 0 0,1 0 0 0 0,-1 0 0 0 0,0 0 0 0 0,0 0 0 0 0,0 0 0 0 0,0 0-1 0 0,1 19 166 0 0,-2 15-106 0 0,-8 67-1 0 0,4-72-29 0 0,-31 238 53 0 0,35-257-82 0 0,1-1-1 0 0,0 1 1 0 0,0 0-1 0 0,3 10 1 0 0,-3-17-21 0 0,1-1 0 0 0,0 1 0 0 0,0 0 0 0 0,0 0 0 0 0,0 0 0 0 0,0-1 0 0 0,0 1 0 0 0,1 0 0 0 0,0-1 0 0 0,-1 0 0 0 0,1 1 0 0 0,0-1 0 0 0,0 0 0 0 0,0 0 0 0 0,0 0 0 0 0,1 0-1 0 0,3 3 1 0 0,7 0-134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4.8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83 199 0 0,'-4'6'0'0'0,"2"-4"0"0"0,0 1 0 0 0,0 0 0 0 0,0 1 0 0 0,1-1 0 0 0,-1 0 0 0 0,1 0 0 0 0,0 1 0 0 0,0-1 0 0 0,0 1 0 0 0,0-1 0 0 0,0 7 0 0 0,1 15 5 0 0,-1 7 31 0 0,2 0 0 0 0,7 46 0 0 0,-7-69-30 0 0,1 0 1 0 0,0-1-1 0 0,1 1 0 0 0,0-1 0 0 0,0 1 1 0 0,1-1-1 0 0,0 0 0 0 0,1 0 0 0 0,0 0 1 0 0,0-1-1 0 0,0 0 0 0 0,1 0 0 0 0,10 10 0 0 0,-13-15-4 0 0,0 0-1 0 0,0 0 1 0 0,0 0-1 0 0,1 0 1 0 0,-1-1-1 0 0,0 0 1 0 0,1 1-1 0 0,-1-1 1 0 0,1-1-1 0 0,-1 1 1 0 0,1 0-1 0 0,0-1 1 0 0,-1 0-1 0 0,1 0 0 0 0,0 0 1 0 0,-1 0-1 0 0,1 0 1 0 0,-1-1-1 0 0,7-1 1 0 0,0-1 5 0 0,1 0 1 0 0,0-1-1 0 0,-1 0 1 0 0,0-1 0 0 0,11-7-1 0 0,-13 7 3 0 0,0-1-1 0 0,0 0 1 0 0,-1-1-1 0 0,0 1 1 0 0,0-1 0 0 0,-1-1-1 0 0,11-15 1 0 0,-4 3 3 0 0,-2-1 1 0 0,11-23-1 0 0,-16 30 2 0 0,-1 0-1 0 0,0 0 0 0 0,5-27 1 0 0,-9 36-15 0 0,0 1 0 0 0,-1 0 1 0 0,1-1-1 0 0,-1 1 1 0 0,0 0-1 0 0,0-1 0 0 0,-1 1 1 0 0,1 0-1 0 0,-1-1 0 0 0,0 1 1 0 0,0 0-1 0 0,-1 0 1 0 0,1 0-1 0 0,-1 0 0 0 0,0 0 1 0 0,0 0-1 0 0,-5-6 0 0 0,0 2 5 0 0,-1 0-1 0 0,0 0 0 0 0,0 1 1 0 0,-1 0-1 0 0,0 0 0 0 0,0 1 0 0 0,-1 0 1 0 0,1 1-1 0 0,-1 0 0 0 0,-1 1 0 0 0,1 0 1 0 0,0 0-1 0 0,-1 1 0 0 0,-15-2 0 0 0,22 5-4 0 0,0-1 0 0 0,0 2-1 0 0,0-1 1 0 0,-1 0-1 0 0,1 1 1 0 0,0-1-1 0 0,0 1 1 0 0,0 0-1 0 0,0 1 1 0 0,0-1-1 0 0,0 1 1 0 0,0 0-1 0 0,0 0 1 0 0,1 0-1 0 0,-1 0 1 0 0,1 1-1 0 0,-1-1 1 0 0,1 1-1 0 0,0 0 1 0 0,0 0-1 0 0,0 0 1 0 0,0 0-1 0 0,-4 7 1 0 0,-3 6-13 0 0,1 0 0 0 0,0 1 0 0 0,-12 35-1 0 0,17-41 4 0 0,-2 6-108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5.8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18 111 0 0,'-1'10'0'0'0,"0"-1"0"0"0,-1 1 0 0 0,-5 17 0 0 0,0 1 0 0 0,1 4 8 0 0,1 0 0 0 0,2 0 0 0 0,2 41 0 0 0,2-51-2 0 0,1-1-1 0 0,1 0 0 0 0,0 1 1 0 0,2-1-1 0 0,14 38 0 0 0,-18-55-5 0 0,1 0 0 0 0,0 0 0 0 0,1 0 0 0 0,-1-1 0 0 0,1 1 0 0 0,0 0 0 0 0,-1-1 0 0 0,1 0 0 0 0,7 6 0 0 0,-9-8 0 0 0,1 0 0 0 0,-1 0 1 0 0,1 0-1 0 0,-1 0 1 0 0,1 0-1 0 0,0 0 1 0 0,-1-1-1 0 0,1 1 1 0 0,0 0-1 0 0,0-1 0 0 0,0 0 1 0 0,-1 1-1 0 0,1-1 1 0 0,0 0-1 0 0,0 0 1 0 0,0 0-1 0 0,0 0 1 0 0,-1 0-1 0 0,1 0 0 0 0,0 0 1 0 0,0-1-1 0 0,0 1 1 0 0,0-1-1 0 0,-1 1 1 0 0,4-2-1 0 0,-1-1 5 0 0,1 0 0 0 0,-1 0-1 0 0,0-1 1 0 0,0 1 0 0 0,0-1-1 0 0,-1 0 1 0 0,1 0 0 0 0,-1 0 0 0 0,0-1-1 0 0,0 1 1 0 0,0-1 0 0 0,3-6-1 0 0,2-7 14 0 0,10-39 0 0 0,-13 40 2 0 0,2-4-8 0 0,-1 0 0 0 0,-1 0 0 0 0,-2 0 0 0 0,0 0 0 0 0,1-28 0 0 0,-5 41-6 0 0,1 1 0 0 0,-1 0 0 0 0,1 0 0 0 0,-2 0 0 0 0,1-1 0 0 0,-1 1 0 0 0,-1 1 0 0 0,1-1 0 0 0,-1 0 0 0 0,0 0 0 0 0,0 1 0 0 0,-1 0 0 0 0,0 0 0 0 0,0 0 0 0 0,-1 0 0 0 0,1 0 0 0 0,-1 1 0 0 0,0 0 0 0 0,-9-7 0 0 0,11 10-7 0 0,-8-7 20 0 0,-1 1-1 0 0,-14-8 1 0 0,24 15-14 0 0,-1-1 0 0 0,0 1 0 0 0,0 0 0 0 0,0-1 0 0 0,0 1 0 0 0,-1 1 0 0 0,1-1 1 0 0,0 0-1 0 0,0 1 0 0 0,0 0 0 0 0,-1-1 0 0 0,1 1 0 0 0,0 0 0 0 0,-1 1 0 0 0,-3 0 0 0 0,5 0-5 0 0,0 0 0 0 0,0 0 0 0 0,0 0 0 0 0,0 0 0 0 0,0 0 0 0 0,1 0 0 0 0,-1 1 0 0 0,0-1 0 0 0,1 1 0 0 0,-1-1 0 0 0,1 1 0 0 0,-1 0 0 0 0,1-1 0 0 0,0 1 0 0 0,0 0 0 0 0,0 0 0 0 0,0 0 0 0 0,-2 4 0 0 0,0 3 0 0 0,0 1 0 0 0,-3 18 0 0 0,3-12 0 0 0,-1 3-21 0 0,0 0-1 0 0,1 1 0 0 0,2-1 1 0 0,0 1-1 0 0,0-1 0 0 0,2 1 1 0 0,6 36-1 0 0,3-34-58 0 0,-4-13 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6.1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 65 79 0 0,'1'-2'5'0'0,"-1"0"-1"0"0,1 0 1 0 0,-1 0-1 0 0,1 0 0 0 0,-1 0 1 0 0,1 0-1 0 0,-1 0 1 0 0,0 0-1 0 0,0 0 0 0 0,0 0 1 0 0,0 0-1 0 0,-1 0 0 0 0,1-3 1 0 0,-1 0 10 0 0,0 0 1 0 0,-1 0-1 0 0,1 0 1 0 0,-4-7-1 0 0,5 12-13 0 0,0 0 0 0 0,0 0 0 0 0,0 0 0 0 0,0 0 0 0 0,0 0 0 0 0,0 0 1 0 0,0 0-1 0 0,0 0 0 0 0,0 0 0 0 0,0 0 0 0 0,-1 0 0 0 0,1-1 0 0 0,0 1 0 0 0,0 0 0 0 0,0 0 0 0 0,0 0 0 0 0,0 0 0 0 0,0 0 0 0 0,0 0 0 0 0,0 0 0 0 0,0 0 0 0 0,0 0 0 0 0,0 0 0 0 0,0 0 1 0 0,-1 0-1 0 0,1 0 0 0 0,0 0 0 0 0,0 0 0 0 0,0 0 0 0 0,0 0 0 0 0,0 0 0 0 0,0 0 0 0 0,0 0 0 0 0,0 0 0 0 0,0 0 0 0 0,0 0 0 0 0,0 0 0 0 0,-1 0 0 0 0,1 0 0 0 0,0 0 0 0 0,0 0 0 0 0,0 0 0 0 0,0 0 1 0 0,0 0-1 0 0,0 0 0 0 0,0 0 0 0 0,0 0 0 0 0,0 1 0 0 0,0-1 0 0 0,0 0 0 0 0,0 0 0 0 0,0 0 0 0 0,-1 0 0 0 0,1 0 0 0 0,0 0 0 0 0,0 0 0 0 0,0 0 0 0 0,0 0 0 0 0,-4 9 54 0 0,-1 10 2 0 0,-4 58-17 0 0,1 112 0 0 0,5-81-49 0 0,2-66 8 0 0,1-1 0 0 0,7 48 0 0 0,-5-74 0 0 0,1 0 0 0 0,0-1 0 0 0,1 1 0 0 0,0-1 0 0 0,2 0 0 0 0,-1 0 0 0 0,2-1 0 0 0,0 1 0 0 0,12 16 0 0 0,-13-22-1 0 0,0-1 0 0 0,0 0-1 0 0,1 0 1 0 0,0-1 0 0 0,0 0-1 0 0,1 0 1 0 0,0-1 0 0 0,0 0-1 0 0,0 0 1 0 0,1-1 0 0 0,-1 0-1 0 0,1-1 1 0 0,18 6 0 0 0,-10-8-93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6.5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1 143 0 0,'0'0'4'0'0,"0"0"-1"0"0,0 0 0 0 0,-1 0 1 0 0,1 0-1 0 0,0 0 0 0 0,-1 1 0 0 0,1-1 1 0 0,0 0-1 0 0,0 0 0 0 0,-1 0 0 0 0,1 0 1 0 0,0 1-1 0 0,0-1 0 0 0,-1 0 0 0 0,1 0 1 0 0,0 1-1 0 0,0-1 0 0 0,0 0 1 0 0,0 0-1 0 0,-1 1 0 0 0,1-1 0 0 0,0 0 1 0 0,0 0-1 0 0,0 1 0 0 0,0-1 0 0 0,0 0 1 0 0,0 1-1 0 0,0-1 0 0 0,0 0 0 0 0,0 1 1 0 0,0-1-1 0 0,0 0 0 0 0,0 1 1 0 0,0-1-1 0 0,0 0 0 0 0,0 0 0 0 0,0 1 1 0 0,0-1-1 0 0,0 0 0 0 0,0 1 0 0 0,1-1 1 0 0,-1 0-1 0 0,0 0 0 0 0,0 1 0 0 0,0-1 1 0 0,1 0-1 0 0,-1 2-5 0 0,27 283 131 0 0,-25-237-122 0 0,2 68 14 0 0,7 75 22 0 0,-10-186-56 0 0,0-7-46 0 0,0-8-17 0 0,-1 9 86 0 0,1-10-64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7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 24 0 0,'3'0'1'0'0,"-1"-1"4"0"0,0 0 1 0 0,0 1 0 0 0,1 0 0 0 0,-1-1-1 0 0,0 1 1 0 0,0 0 0 0 0,0 0-1 0 0,1 0 1 0 0,-1 1 0 0 0,4 0-1 0 0,-1 0-1 0 0,0 1-1 0 0,1 0 0 0 0,-1 0 1 0 0,0 1-1 0 0,0-1 0 0 0,0 1 1 0 0,5 4-1 0 0,33 28 32 0 0,-34-27-33 0 0,-1-1 1 0 0,-1 0 0 0 0,-1 0 0 0 0,0 0-1 0 0,0 1 1 0 0,0 0 0 0 0,-1 0 0 0 0,0 1-1 0 0,0-1 1 0 0,-1 1 0 0 0,0 0-1 0 0,-1 0 1 0 0,0 0 0 0 0,2 15 0 0 0,-3-18 1 0 0,-1 1 0 0 0,-1-1 0 0 0,1 1 1 0 0,-1 0-1 0 0,-1-1 0 0 0,1 1 1 0 0,-1-1-1 0 0,0 1 0 0 0,0-1 0 0 0,-1 1 1 0 0,0-1-1 0 0,0 0 0 0 0,0 0 1 0 0,-1 0-1 0 0,0 0 0 0 0,0 0 0 0 0,-1 0 1 0 0,0-1-1 0 0,0 0 0 0 0,-6 7 0 0 0,7-9-4 0 0,1-1 0 0 0,-1 0 0 0 0,0-1 0 0 0,0 1 0 0 0,0 0 0 0 0,0-1 0 0 0,0 0 0 0 0,-4 2 0 0 0,-15 7 0 0 0,21-10 0 0 0,1 0 0 0 0,0 0 0 0 0,0 0 0 0 0,0 0 0 0 0,-1 0 0 0 0,1 1 0 0 0,0-1 0 0 0,0 0 0 0 0,0 0 0 0 0,0 0 0 0 0,0 0 0 0 0,0 1 0 0 0,-1-1 0 0 0,1 0 0 0 0,0 0 0 0 0,0 0 0 0 0,0 0 0 0 0,0 1 0 0 0,0-1 0 0 0,0 0 0 0 0,0 0 0 0 0,0 0 0 0 0,0 1 0 0 0,0-1 0 0 0,0 0 0 0 0,0 0 0 0 0,0 0 0 0 0,0 1 0 0 0,0-1 0 0 0,0 0 0 0 0,0 0 0 0 0,0 1 0 0 0,0-1 0 0 0,0 0 0 0 0,0 0 0 0 0,0 1 0 0 0,8 5 0 0 0,10 4 0 0 0,-17-10 0 0 0,9 3 0 0 0,-1 1 0 0 0,1 0 0 0 0,-1 1 0 0 0,16 10 0 0 0,-23-13 0 0 0,0-1 0 0 0,0 1 0 0 0,0 0 0 0 0,0 0 0 0 0,0 0 0 0 0,-1 0 0 0 0,1 0 0 0 0,-1 0 0 0 0,0 0 0 0 0,1 0 0 0 0,-1 0 0 0 0,0 1 0 0 0,0-1 0 0 0,-1 0 0 0 0,1 1 0 0 0,0-1 0 0 0,-1 1 0 0 0,1-1 0 0 0,-1 1 0 0 0,0-1 0 0 0,0 1 0 0 0,0-1 0 0 0,0 1 0 0 0,0-1 0 0 0,-2 5 0 0 0,-3 9 0 0 0,0 0 0 0 0,-2-1 0 0 0,0 0 0 0 0,0 0 0 0 0,-2-1 0 0 0,-16 23 0 0 0,9-15 0 0 0,1 0 0 0 0,0-1 0 0 0,-36 34 0 0 0,50-54 0 0 0,0 0-1 0 0,0 0 1 0 0,0 0-1 0 0,0 0 1 0 0,0 0-1 0 0,0 0 1 0 0,-1-1-1 0 0,1 1 0 0 0,0 0 1 0 0,-1-1-1 0 0,1 1 1 0 0,0-1-1 0 0,-1 0 1 0 0,1 1-1 0 0,-1-1 1 0 0,1 0-1 0 0,0 0 0 0 0,-2 0 1 0 0,-1-2-54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8.0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 1 24 0 0,'-13'5'36'0'0,"13"-5"-34"0"0,0 0 0 0 0,-1 0 0 0 0,1 1 0 0 0,0-1 0 0 0,-1 0 0 0 0,1 0 0 0 0,0 0 0 0 0,0 1 0 0 0,-1-1 0 0 0,1 0 0 0 0,0 0 0 0 0,0 1 0 0 0,-1-1 0 0 0,1 0 0 0 0,0 1 0 0 0,0-1 0 0 0,-1 0 0 0 0,1 1 0 0 0,0-1 0 0 0,0 0 0 0 0,0 1 0 0 0,0-1 0 0 0,0 0 0 0 0,0 1 0 0 0,0-1 0 0 0,0 1 0 0 0,0-1 0 0 0,0 0 0 0 0,0 1 0 0 0,0-1 0 0 0,0 1 0 0 0,0-1 0 0 0,0 0 0 0 0,0 1 0 0 0,0-1 0 0 0,0 0 0 0 0,0 1 0 0 0,0-1 0 0 0,1 0 0 0 0,-1 1 0 0 0,0-1 0 0 0,0 0 0 0 0,0 1 0 0 0,1-1 0 0 0,-1 0-1 0 0,4 3 15 0 0,0 0-1 0 0,-1 0 0 0 0,1-1 1 0 0,0 0-1 0 0,0 1 0 0 0,1-2 1 0 0,-1 1-1 0 0,5 1 0 0 0,37 9 65 0 0,-43-12-79 0 0,37 7 49 0 0,0-3 0 0 0,53 0 0 0 0,-25-1-19 0 0,164 14 33 0 0,-157-16-64 0 0,-40-2 0 0 0,-33 1-14 0 0,-1-1-60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8.3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0 199 0 0,'5'4'9'0'0,"0"-1"-1"0"0,0 0 0 0 0,1-1 0 0 0,-1 1 1 0 0,1-1-1 0 0,-1 0 0 0 0,1 0 0 0 0,10 1 0 0 0,0 1-10 0 0,16 4 12 0 0,-19-5 4 0 0,0 0 0 0 0,-1 1 0 0 0,1 0 0 0 0,16 9 0 0 0,-26-11-11 0 0,0 0-1 0 0,0 0 0 0 0,0 0 0 0 0,0 0 1 0 0,0 1-1 0 0,0-1 0 0 0,-1 1 1 0 0,1 0-1 0 0,-1 0 0 0 0,0 0 1 0 0,0 0-1 0 0,0 0 0 0 0,0 0 0 0 0,0 0 1 0 0,-1 1-1 0 0,0-1 0 0 0,1 1 1 0 0,-1-1-1 0 0,-1 1 0 0 0,2 5 0 0 0,-1 0 1 0 0,-1 1 0 0 0,0-1-1 0 0,-1 0 1 0 0,0 1 0 0 0,-1-1-1 0 0,1 0 1 0 0,-2 0 0 0 0,1 0-1 0 0,-1 0 1 0 0,-1 0-1 0 0,-7 14 1 0 0,-6 6 13 0 0,-37 51 0 0 0,52-78-16 0 0,-12 15-13 0 0,1-1-54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9.2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 5 24 0 0,'-11'-3'15'0'0,"7"2"187"0"0,6 9-116 0 0,11 26-38 0 0,1 0 0 0 0,2-2 0 0 0,24 38 0 0 0,-24-46-40 0 0,2-1 0 0 0,1-1 0 0 0,0 0 0 0 0,2-2 0 0 0,0 0 0 0 0,1-2 0 0 0,29 19 0 0 0,-35-27-10 0 0,0 0 0 0 0,1-1 0 0 0,0-1-1 0 0,0-1 1 0 0,1 0 0 0 0,24 5-1 0 0,-34-10-77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29.4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374 1 143 0 0,'-19'6'34'0'0,"-1"1"0"0"0,1 0-1 0 0,0 2 1 0 0,-30 19-1 0 0,15-5-5 0 0,1 2-1 0 0,-55 53 1 0 0,79-68-24 0 0,0 1 1 0 0,0 0 0 0 0,1 0 0 0 0,1 0-1 0 0,0 1 1 0 0,0 0 0 0 0,1 1 0 0 0,1-1-1 0 0,0 1 1 0 0,1 0 0 0 0,0 0 0 0 0,-3 23-1 0 0,6-25-11 0 0,-1 2 15 0 0,0 23 1 0 0,2-33-17 0 0,0 0 1 0 0,0 0 0 0 0,0 0-1 0 0,1 0 1 0 0,0 0 0 0 0,-1 1-1 0 0,1-1 1 0 0,0-1 0 0 0,0 1-1 0 0,1 0 1 0 0,-1 0 0 0 0,1 0-1 0 0,1 2 1 0 0,2-1-74 0 0,1-3 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1.3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 54 24 0 0,'3'-9'42'0'0,"-1"0"0"0"0,0 0 0 0 0,1-10 1 0 0,-2 11 67 0 0,-1 9 8 0 0,-24 476 12 0 0,9-331-130 0 0,16-127-80 0 0,-1-19 75 0 0,0 1 1 0 0,0 0-1 0 0,0 0 1 0 0,0-1-1 0 0,0 1 0 0 0,0 0 1 0 0,1 0-1 0 0,-1-1 1 0 0,0 1-1 0 0,1 0 0 0 0,-1-1 1 0 0,0 1-1 0 0,1 0 1 0 0,-1-1-1 0 0,1 1 1 0 0,-1-1-1 0 0,0 1 0 0 0,1 0 1 0 0,0-1-1 0 0,-1 1 1 0 0,2 0-1 0 0,1-2-62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1.8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 0 24 0 0,'1'5'7'0'0,"-1"0"1"0"0,1-1-1 0 0,-1 1 1 0 0,0 0-1 0 0,-1-1 1 0 0,1 1-1 0 0,-1 0 1 0 0,-1 5-1 0 0,-1 4 5 0 0,-7 52 12 0 0,-6 44 16 0 0,15-90-24 0 0,1 36 0 0 0,0-48-12 0 0,1 0 0 0 0,1 0 0 0 0,-1 0 0 0 0,1-1 0 0 0,0 1 0 0 0,1 0 0 0 0,5 10 0 0 0,-8-16-1 0 0,1-1 0 0 0,0 1-1 0 0,1 0 1 0 0,-1 0 0 0 0,0 0-1 0 0,0-1 1 0 0,1 1 0 0 0,-1-1-1 0 0,1 1 1 0 0,-1-1 0 0 0,3 2-1 0 0,-3-3 0 0 0,0 1-1 0 0,0-1 0 0 0,0 0 1 0 0,0 0-1 0 0,0 0 0 0 0,0 0 0 0 0,0 0 1 0 0,1 0-1 0 0,-1 0 0 0 0,0 0 1 0 0,0 0-1 0 0,0 0 0 0 0,0-1 0 0 0,0 1 1 0 0,0 0-1 0 0,0-1 0 0 0,0 1 1 0 0,0-1-1 0 0,-1 1 0 0 0,1-1 0 0 0,0 1 1 0 0,0-1-1 0 0,0 1 0 0 0,1-3 0 0 0,5-4 7 0 0,0 0 0 0 0,-1-1 0 0 0,0 0 0 0 0,0 0 0 0 0,0-1 0 0 0,-1 0 0 0 0,4-10 0 0 0,2-2-8 0 0,0 2 13 0 0,-1-1 0 0 0,0 0 0 0 0,-2-1 0 0 0,10-36-1 0 0,-17 52-8 0 0,-1 1-1 0 0,0 0 1 0 0,0 0-1 0 0,0 0 0 0 0,0-1 1 0 0,-1 1-1 0 0,0 0 0 0 0,0 0 1 0 0,0 0-1 0 0,0 0 1 0 0,-1 0-1 0 0,1 0 0 0 0,-1 0 1 0 0,0 0-1 0 0,0 1 0 0 0,-1-1 1 0 0,1 1-1 0 0,-6-6 0 0 0,2 2 5 0 0,-1 0 0 0 0,0 1 0 0 0,0-1 0 0 0,0 1 0 0 0,-1 0 0 0 0,0 1 0 0 0,-10-5 0 0 0,16 9-8 0 0,1 0 0 0 0,-1 0 0 0 0,1 1 0 0 0,-1-1 0 0 0,0 1 0 0 0,0-1 0 0 0,1 1 0 0 0,-1-1 0 0 0,0 1 0 0 0,0 0 0 0 0,1 0 0 0 0,-1 0 0 0 0,0 0 0 0 0,0 0 0 0 0,0 0 0 0 0,1 0 0 0 0,-1 1 0 0 0,0-1 0 0 0,0 1 0 0 0,1-1 0 0 0,-4 2 0 0 0,3 0 0 0 0,0-1 0 0 0,0 1 0 0 0,0 0 0 0 0,0 0 0 0 0,0 0 0 0 0,1 0 0 0 0,-1 1 0 0 0,0-1 0 0 0,1 0 0 0 0,0 1 0 0 0,-1-1 0 0 0,1 1 0 0 0,-1 4 0 0 0,-2 3 0 0 0,1 0 0 0 0,0 0 0 0 0,0 0 0 0 0,1 0 0 0 0,1 0 0 0 0,0 0 0 0 0,0 1 0 0 0,1-1 0 0 0,0 0 0 0 0,1 1 0 0 0,0-1 0 0 0,3 12 0 0 0,-1-11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2.4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25 79 0 0,'15'-9'55'0'0,"-11"6"-30"0"0,-1 1 0 0 0,1 0 0 0 0,0 0 1 0 0,0 0-1 0 0,7-2 0 0 0,-11 4-20 0 0,1 0 0 0 0,-1 0 0 0 0,1 0 0 0 0,0 0 0 0 0,-1 1-1 0 0,1-1 1 0 0,-1 0 0 0 0,0 0 0 0 0,1 1 0 0 0,-1-1 0 0 0,1 0 0 0 0,-1 1 0 0 0,1-1 0 0 0,-1 1 0 0 0,0-1 0 0 0,1 0 0 0 0,-1 1 0 0 0,0-1 0 0 0,1 1 0 0 0,-1-1 0 0 0,0 1-1 0 0,0-1 1 0 0,1 1 0 0 0,-1-1 0 0 0,0 1 0 0 0,0-1 0 0 0,0 1 0 0 0,0-1 0 0 0,0 1 0 0 0,0-1 0 0 0,0 1 0 0 0,0-1 0 0 0,0 2 0 0 0,2 23 43 0 0,-2-21-27 0 0,0 19 14 0 0,-2 0-1 0 0,0 0 1 0 0,-9 34 0 0 0,6-35-17 0 0,1-1 0 0 0,1 1 0 0 0,1 0 0 0 0,1 30 0 0 0,1-51-18 0 0,0 0 0 0 0,0 0 0 0 0,0 0 0 0 0,0 0 0 0 0,0 0 0 0 0,0 0 0 0 0,1 0 0 0 0,-1 0 0 0 0,0 0 0 0 0,1 0 0 0 0,-1 0 0 0 0,1 0 0 0 0,-1 0 0 0 0,1 0 0 0 0,-1 0 0 0 0,1 0 0 0 0,0-1 0 0 0,-1 1 0 0 0,1 0 0 0 0,0 0 0 0 0,0-1 0 0 0,0 1 0 0 0,-1-1 0 0 0,1 1 0 0 0,0 0 0 0 0,0-1 0 0 0,0 1 0 0 0,0-1 0 0 0,0 0 0 0 0,0 1 0 0 0,0-1 0 0 0,0 0 0 0 0,0 0 0 0 0,0 0 0 0 0,0 1 0 0 0,0-1 0 0 0,0 0 0 0 0,0 0 0 0 0,0-1 0 0 0,0 1 0 0 0,1 0 0 0 0,0-1 0 0 0,6 0 0 0 0,0-2 0 0 0,0 1 0 0 0,-1-1 0 0 0,12-6 0 0 0,-13 6 0 0 0,13-7 12 0 0,0-1 0 0 0,-1-1-1 0 0,0-1 1 0 0,-1 0 0 0 0,-1-1-1 0 0,0-1 1 0 0,-1-1 0 0 0,0 0-1 0 0,-1-1 1 0 0,20-32-1 0 0,-25 34 0 0 0,-6 9-3 0 0,0 1 0 0 0,0-1-1 0 0,0 1 1 0 0,1 0-1 0 0,0 0 1 0 0,7-6-1 0 0,-11 11-7 0 0,0-1 0 0 0,0 1 0 0 0,1 0 0 0 0,-1 0 0 0 0,0 0 0 0 0,1-1 0 0 0,-1 1 0 0 0,0 0 0 0 0,1 0 0 0 0,-1 0 0 0 0,0 0 0 0 0,1 0 0 0 0,-1 0 0 0 0,1-1 0 0 0,-1 1 0 0 0,0 0 0 0 0,1 0 0 0 0,-1 0 0 0 0,0 0 0 0 0,1 0 0 0 0,-1 0 0 0 0,0 1 0 0 0,1-1 0 0 0,-1 0 0 0 0,1 0 0 0 0,-1 0 0 0 0,0 0 0 0 0,1 0 0 0 0,-1 1 0 0 0,7 10 0 0 0,-4 21 0 0 0,-3-28 0 0 0,2 106 64 0 0,-2-97-51 0 0,-1-11-10 0 0,1 0 0 0 0,0 0 0 0 0,0 0 0 0 0,0 0 0 0 0,0 0 0 0 0,0 0 0 0 0,0 0 0 0 0,0 0 0 0 0,1 0 0 0 0,-1-1 0 0 0,1 1 0 0 0,-1 0 0 0 0,1 0 0 0 0,0 0 0 0 0,0-1 0 0 0,1 3 0 0 0,-2-4-3 0 0,1 0 0 0 0,0 1 0 0 0,-1-1 0 0 0,1 0 0 0 0,-1 0 0 0 0,1 0 0 0 0,0 0 0 0 0,-1 0 0 0 0,1 0 0 0 0,0 0 0 0 0,-1 0 0 0 0,1 0 0 0 0,0 0 0 0 0,-1 0 0 0 0,1 0 0 0 0,-1 0 0 0 0,1 0 0 0 0,0-1 0 0 0,-1 1 0 0 0,1 0 0 0 0,-1 0 0 0 0,1-1 0 0 0,0 1 0 0 0,-1-1 0 0 0,1 0 0 0 0,15-10 0 0 0,1-4 0 0 0,19-22 0 0 0,-26 25 0 0 0,0 1 0 0 0,0 1 0 0 0,1 0 0 0 0,1 1 0 0 0,19-13 0 0 0,-30 21 0 0 0,0 0 0 0 0,0 1 0 0 0,0-1 0 0 0,0 1 0 0 0,1-1 0 0 0,-1 1 0 0 0,0 0 0 0 0,0-1 0 0 0,0 1 0 0 0,0 0 0 0 0,0 0 0 0 0,1 0 0 0 0,-1-1 0 0 0,0 1 0 0 0,0 1 0 0 0,0-1 0 0 0,1 0 0 0 0,-1 0 0 0 0,0 0 0 0 0,0 1 0 0 0,0-1 0 0 0,0 0 0 0 0,0 1 0 0 0,0-1 0 0 0,2 1 0 0 0,-2 1 0 0 0,1-1 0 0 0,-1 1 0 0 0,0-1 0 0 0,0 1 0 0 0,1 0 0 0 0,-1-1 0 0 0,0 1 0 0 0,0 0 0 0 0,0 0 0 0 0,-1 0 0 0 0,1-1 0 0 0,0 1 0 0 0,0 3 0 0 0,1 5 0 0 0,-1-1 0 0 0,0 1 0 0 0,0 0 0 0 0,-2 18 0 0 0,-5 9 12 0 0,3-22 4 0 0,-1 25 1 0 0,4-36-16 0 0,0 0 1 0 0,0 0 0 0 0,0 0-1 0 0,1 0 1 0 0,-1 0 0 0 0,1 0-1 0 0,0 0 1 0 0,0-1 0 0 0,1 1-1 0 0,-1 0 1 0 0,3 4-1 0 0,-3-7-7 0 0,-1-1-1 0 0,1 1 0 0 0,0 0 0 0 0,-1 0 0 0 0,1-1 1 0 0,0 1-1 0 0,0-1 0 0 0,-1 1 0 0 0,1-1 0 0 0,0 1 1 0 0,0-1-1 0 0,0 1 0 0 0,-1-1 0 0 0,1 0 0 0 0,0 1 1 0 0,0-1-1 0 0,0 0 0 0 0,0 0 0 0 0,0 1 0 0 0,0-1 1 0 0,0 0-1 0 0,0 0 0 0 0,1 0 0 0 0,1-1-22 0 0,-1 1 0 0 0,1-1 0 0 0,0 1 0 0 0,0-1 0 0 0,-1 0 0 0 0,6-2 0 0 0,3-2-45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2.8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21 24 0 0,'0'3'26'0'0,"-1"-1"0"0"0,1 0 0 0 0,0 0 0 0 0,0 0 0 0 0,0 1 0 0 0,0-1 0 0 0,0 4 0 0 0,1 7 77 0 0,3 151 73 0 0,-1-103-176 0 0,-1-18 3 0 0,21 255 58 0 0,-23-296-61 0 0,1 1 0 0 0,-1 0 0 0 0,1-1 0 0 0,0 1 0 0 0,0 0 0 0 0,0-1 0 0 0,1 1 0 0 0,1 3 0 0 0,-2-6 0 0 0,-1 1 0 0 0,0-1 0 0 0,0 0 0 0 0,1 1 0 0 0,-1-1 0 0 0,0 0 0 0 0,1 1 0 0 0,-1-1 0 0 0,0 0 0 0 0,1 0 0 0 0,-1 1 0 0 0,1-1 0 0 0,-1 0 0 0 0,0 0 0 0 0,1 0 0 0 0,-1 0 0 0 0,1 0 0 0 0,-1 1 0 0 0,1-1 0 0 0,-1 0 0 0 0,0 0 0 0 0,1 0 0 0 0,0-1 0 0 0,0 1 0 0 0,-1 0 0 0 0,1 0 0 0 0,0-1 0 0 0,-1 1 0 0 0,1-1 0 0 0,-1 1 0 0 0,1-1 0 0 0,-1 1 0 0 0,1-1 0 0 0,-1 1 0 0 0,1-1 0 0 0,-1 1 0 0 0,1-1 0 0 0,-1 1 0 0 0,0-1 0 0 0,1 0 0 0 0,-1-1 0 0 0,77-173 76 0 0,-7 13 48 0 0,-52 126-103 0 0,1 1 1 0 0,33-44-1 0 0,-27 48-29 0 0,47-43-1 0 0,-46 48-40 0 0,-3 1 35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4.0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8 255 0 0,'0'0'0'0'0,"0"-1"0"0"0,0 1 0 0 0,0 0 0 0 0,0-1 0 0 0,0 1 0 0 0,0 0 0 0 0,0 0 0 0 0,0-1 0 0 0,0 1 0 0 0,0 0 0 0 0,1-1 0 0 0,-1 1-1 0 0,0 0 1 0 0,0 0 0 0 0,0-1 0 0 0,0 1 0 0 0,1 0 0 0 0,-1 0 0 0 0,0 0 0 0 0,0-1 0 0 0,1 1 0 0 0,-1 0 0 0 0,0 0 0 0 0,0 0-1 0 0,1-1 1 0 0,-1 1 0 0 0,0 0 0 0 0,0 0 0 0 0,1 0 0 0 0,-1 0 0 0 0,0 0 0 0 0,1 0 0 0 0,-1 0 0 0 0,1 0 0 0 0,11 0 6 0 0,-9 1 2 0 0,197 22 178 0 0,-113-11-184 0 0,-46-6-2 0 0,-19-2 0 0 0,-1-1 0 0 0,1-1 0 0 0,39-2 0 0 0,-47-3 0 0 0,-6 1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4.3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0 143 0 0,'47'197'103'0'0,"-28"-129"-69"0"0,-3 2-1 0 0,8 82 0 0 0,1 38 20 0 0,-25-189-53 0 0,0 0 0 0 0,0 1 0 0 0,1-1 0 0 0,-1 0 0 0 0,1 1 0 0 0,-1-1 0 0 0,1 0 0 0 0,0 1 0 0 0,-1-1 0 0 0,1 0 0 0 0,0 0 0 0 0,0 0 0 0 0,0 0 0 0 0,2 2 0 0 0,-2-2-10 0 0,-2-2-44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5.1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71 24 0 0,'0'-2'23'0'0,"0"-1"0"0"0,1 1 0 0 0,-1 0 0 0 0,1-1 0 0 0,0 1 0 0 0,-1 0 0 0 0,1 0 1 0 0,0 0-1 0 0,1-1 0 0 0,-1 1 0 0 0,0 0 0 0 0,0 1 0 0 0,1-1 0 0 0,0 0 0 0 0,-1 0 1 0 0,1 0-1 0 0,2-1 0 0 0,1-1-6 0 0,0 0-1 0 0,0 1 1 0 0,0 0 0 0 0,0 0 0 0 0,11-4 0 0 0,-8 5-9 0 0,-1 0-1 0 0,0 1 1 0 0,0 0 0 0 0,1 0-1 0 0,-1 1 1 0 0,1-1 0 0 0,-1 2-1 0 0,1-1 1 0 0,-1 1 0 0 0,0 0-1 0 0,1 1 1 0 0,-1 0 0 0 0,0 0-1 0 0,0 0 1 0 0,0 1 0 0 0,10 5-1 0 0,-7-3 1 0 0,-1 1-1 0 0,1 0 0 0 0,-1 0 0 0 0,-1 1 1 0 0,1 0-1 0 0,-1 1 0 0 0,0 0 1 0 0,-1 0-1 0 0,1 0 0 0 0,8 15 0 0 0,-14-20-6 0 0,-1 0 0 0 0,1 0 0 0 0,0 0 0 0 0,-1 1-1 0 0,0-1 1 0 0,0 1 0 0 0,0-1 0 0 0,0 1-1 0 0,0-1 1 0 0,-1 1 0 0 0,0-1 0 0 0,0 1 0 0 0,0 0-1 0 0,0 6 1 0 0,-2-6 4 0 0,1 1 0 0 0,-1 0-1 0 0,1 0 1 0 0,-1-1 0 0 0,-1 1 0 0 0,1-1-1 0 0,-1 0 1 0 0,1 1 0 0 0,-1-1 0 0 0,-4 4-1 0 0,2-3-4 0 0,1-1 0 0 0,-1 1 0 0 0,0-1 0 0 0,0 0-1 0 0,0-1 1 0 0,-1 1 0 0 0,1-1 0 0 0,-8 3-1 0 0,-5 2 7 0 0,-25 6 0 0 0,13-5 38 0 0,36-10-43 0 0,-1 1 1 0 0,1 0 0 0 0,-1 1-1 0 0,1-1 1 0 0,-1 1 0 0 0,7 1-1 0 0,-3 0-2 0 0,13 2 1 0 0,-6-2 0 0 0,-1 0 0 0 0,1 1 0 0 0,-1 1 0 0 0,0 0 0 0 0,28 13 0 0 0,-40-15 0 0 0,-1 0 0 0 0,1 0 0 0 0,0 0 0 0 0,-1 0 0 0 0,0 0 0 0 0,1 1 0 0 0,-1-1 0 0 0,0 1 0 0 0,0 0 0 0 0,0-1 0 0 0,-1 1 0 0 0,1 0 0 0 0,-1 0 0 0 0,1 0 0 0 0,-1 0 0 0 0,0 0 0 0 0,0 0 0 0 0,0 1 0 0 0,-1-1 0 0 0,1 0 0 0 0,-1 0 0 0 0,0 1 0 0 0,0-1 0 0 0,0 0 0 0 0,0 1 0 0 0,0-1 0 0 0,-2 5 0 0 0,0 3 0 0 0,-1 1 0 0 0,0-1 0 0 0,-1 0 0 0 0,0 0 0 0 0,-1-1 0 0 0,-9 16 0 0 0,-51 74 0 0 0,51-82 0 0 0,0 0 0 0 0,-2-1 0 0 0,-20 19 0 0 0,25-28-12 0 0,0 0-1 0 0,0 0 0 0 0,-1-2 0 0 0,-12 7 0 0 0,23-13 10 0 0,0 0 0 0 0,1 1-1 0 0,-1-1 1 0 0,0 0-1 0 0,1 0 1 0 0,-1 1-1 0 0,0-1 1 0 0,1 0-1 0 0,-1 0 1 0 0,0 0-1 0 0,1 0 1 0 0,-1 0-1 0 0,0 0 1 0 0,1 0-1 0 0,-1 0 1 0 0,0 0 0 0 0,1 0-1 0 0,-1 0 1 0 0,0-1-1 0 0,1 1 1 0 0,-1 0-1 0 0,0 0 1 0 0,1-1-1 0 0,-1 1 1 0 0,0 0-1 0 0,1-1 1 0 0,-1 1-1 0 0,1-1 1 0 0,-1 1-1 0 0,1-1 1 0 0,-1 1 0 0 0,1-1-1 0 0,-1 1 1 0 0,1-1-1 0 0,0 1 1 0 0,-1-1-1 0 0,1 1 1 0 0,0-1-1 0 0,-1 0 1 0 0,1 1-1 0 0,0-1 1 0 0,0 0-1 0 0,-1 1 1 0 0,1-1-1 0 0,0 0 1 0 0,0 1 0 0 0,0-1-1 0 0,0 0 1 0 0,0 0-1 0 0,-1-10-103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6.0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63 112 143 0 0,'-1'1'0'0'0,"0"-1"0"0"0,-1 1 0 0 0,1 0 0 0 0,0 0 0 0 0,0 0 0 0 0,1 0 0 0 0,-1 0 0 0 0,0 1 0 0 0,-1 1 0 0 0,-1 0 0 0 0,-2 4 10 0 0,-1 1 0 0 0,1 0 0 0 0,0 0 0 0 0,1 0 0 0 0,0 0 0 0 0,0 1-1 0 0,1 0 1 0 0,0 0 0 0 0,1 0 0 0 0,0 0 0 0 0,0 0 0 0 0,-1 14 0 0 0,2-1 15 0 0,1-1 0 0 0,1 1 0 0 0,1-1 0 0 0,6 29 0 0 0,-7-44-19 0 0,1 1 0 0 0,0 0 1 0 0,0-1-1 0 0,1 1 0 0 0,0-1 1 0 0,0 0-1 0 0,0 0 0 0 0,8 11 1 0 0,-10-16-7 0 0,1 1 1 0 0,-1 0-1 0 0,1 0 1 0 0,0-1 0 0 0,-1 1-1 0 0,1-1 1 0 0,0 1-1 0 0,0-1 1 0 0,0 0 0 0 0,0 0-1 0 0,0 0 1 0 0,0 0-1 0 0,0 0 1 0 0,0 0 0 0 0,0 0-1 0 0,1-1 1 0 0,-1 1-1 0 0,0-1 1 0 0,0 0 0 0 0,1 1-1 0 0,-1-1 1 0 0,0 0-1 0 0,1 0 1 0 0,-1-1 0 0 0,0 1-1 0 0,0 0 1 0 0,1-1-1 0 0,-1 1 1 0 0,4-3-1 0 0,6-3 0 0 0,0-1 0 0 0,-1 0 0 0 0,0-1 0 0 0,0 0 0 0 0,15-15 0 0 0,3-2 0 0 0,26-25 39 0 0,73-85-1 0 0,-113 119-31 0 0,-11 11-1 0 0,0 1 0 0 0,0-1 0 0 0,0 0 0 0 0,-1-1-1 0 0,1 1 1 0 0,-1 0 0 0 0,-1-1 0 0 0,1 0 0 0 0,-1 0-1 0 0,2-6 1 0 0,-4 10-6 0 0,1-1 0 0 0,-1 0 0 0 0,0 1 0 0 0,0-1-1 0 0,0 0 1 0 0,-1 1 0 0 0,1-1 0 0 0,0 0 0 0 0,-1 1 0 0 0,0-1 0 0 0,0 1-1 0 0,0-1 1 0 0,0 1 0 0 0,0-1 0 0 0,0 1 0 0 0,0 0 0 0 0,-1-1 0 0 0,1 1-1 0 0,-1 0 1 0 0,0 0 0 0 0,0 0 0 0 0,0 0 0 0 0,0 1 0 0 0,0-1 0 0 0,-4-3-1 0 0,-5-2 11 0 0,0 1 0 0 0,-1-1-1 0 0,0 2 1 0 0,0 0-1 0 0,0 0 1 0 0,-23-5 0 0 0,14 5-9 0 0,-1 2 1 0 0,1 0 0 0 0,-29 0 0 0 0,44 3 0 0 0,0 1 1 0 0,1-1-1 0 0,-1 1 0 0 0,1-1 1 0 0,-1 2-1 0 0,1-1 0 0 0,0 1 1 0 0,0-1-1 0 0,-1 1 0 0 0,1 1 1 0 0,0-1-1 0 0,1 1 0 0 0,-1 0 1 0 0,-8 7-1 0 0,8-6-1 0 0,1 1 1 0 0,0-1-1 0 0,0 1 1 0 0,1 0-1 0 0,-1 1 0 0 0,1-1 1 0 0,0 0-1 0 0,0 1 1 0 0,1 0-1 0 0,0 0 1 0 0,0 0-1 0 0,-2 12 0 0 0,-1 2-9 0 0,2-8-11 0 0,0 1 0 0 0,1 0-1 0 0,1 0 1 0 0,0-1 0 0 0,1 23-1 0 0,0-34 12 0 0,1 1-1 0 0,-1 0 0 0 0,0 0 0 0 0,1 0 0 0 0,0 0 0 0 0,-1 0 0 0 0,1-1 0 0 0,0 1 0 0 0,0 0 0 0 0,0-1 0 0 0,0 1 0 0 0,0 0 0 0 0,0-1 0 0 0,0 0 0 0 0,1 1 0 0 0,-1-1 0 0 0,0 0 0 0 0,1 1 0 0 0,0-1 0 0 0,1 1 0 0 0,4 0-7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6.3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143 0 24 0 0,'-11'9'-3'0'0,"9"-6"16"0"0,-1-1 0 0 0,0 1 1 0 0,0-1-1 0 0,1 1 0 0 0,-3 4 1 0 0,-8 13 22 0 0,2 0 1 0 0,0 1-1 0 0,1 1 1 0 0,-10 31-1 0 0,10-16-8 0 0,1 0 0 0 0,-4 39 0 0 0,10-55-26 0 0,-10 105 32 0 0,12-107-28 0 0,1 0 0 0 0,1 0-1 0 0,1 0 1 0 0,7 32-1 0 0,-1-21 3 0 0,2 1 0 0 0,0-1 0 0 0,24 45 0 0 0,-26-62-4 0 0,-1 1-1 0 0,2-2 0 0 0,0 1 0 0 0,0-1 0 0 0,1 0 1 0 0,1-1-1 0 0,0 0 0 0 0,1-1 0 0 0,18 13 0 0 0,-17-15-20 0 0,1-4-70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6.8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0,'1'1'3'0'0,"0"-1"1"0"0,-1 1 0 0 0,1 0-1 0 0,-1-1 1 0 0,1 1 0 0 0,-1 0-1 0 0,0 0 1 0 0,1-1 0 0 0,-1 1-1 0 0,0 0 1 0 0,1 0 0 0 0,-1 0-1 0 0,0 0 1 0 0,0-1 0 0 0,0 1-1 0 0,0 0 1 0 0,0 0 0 0 0,0 1-1 0 0,0 24 112 0 0,-1-14-124 0 0,3 132 67 0 0,-5 184 12 0 0,3-240-70 0 0,0-78 0 0 0,1 0 0 0 0,1-1 0 0 0,0 1 0 0 0,0 0 0 0 0,1 0 0 0 0,6 14 0 0 0,-9-23 0 0 0,0-1 0 0 0,0 0 0 0 0,0 0 0 0 0,0 0 0 0 0,0 1 0 0 0,0-1 0 0 0,0 0 0 0 0,0 0 0 0 0,1 0 0 0 0,-1 0 0 0 0,0 1 0 0 0,0-1 0 0 0,0 0 0 0 0,0 0 0 0 0,0 0 0 0 0,0 0 0 0 0,0 0 0 0 0,1 1 0 0 0,-1-1 0 0 0,0 0 0 0 0,0 0 0 0 0,0 0 0 0 0,0 0 0 0 0,1 0 0 0 0,-1 0 0 0 0,0 0 0 0 0,0 0 0 0 0,0 1 0 0 0,0-1 0 0 0,1 0 0 0 0,-1 0 0 0 0,0 0 0 0 0,0 0 0 0 0,0 0 0 0 0,1 0 0 0 0,-1 0 0 0 0,0 0 0 0 0,0 0 0 0 0,0 0 0 0 0,1 0 0 0 0,-1-1 0 0 0,0 1 0 0 0,0 0 0 0 0,0 0 0 0 0,0 0 0 0 0,1 0 0 0 0,4-8 0 0 0,-2 1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7.3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 47 143 0 0,'8'-10'0'0'0,"-6"8"0"0"0,-1 0 0 0 0,0 0 0 0 0,1 1 0 0 0,0-1 0 0 0,-1 1 0 0 0,1-1 0 0 0,0 1 0 0 0,0-1 0 0 0,2 0 0 0 0,4-2 13 0 0,0 1-1 0 0,0 0 1 0 0,0 1-1 0 0,1-1 1 0 0,-1 2-1 0 0,0-1 1 0 0,1 1-1 0 0,0 1 1 0 0,-1-1-1 0 0,11 2 1 0 0,2 1 7 0 0,0 0 1 0 0,0 2 0 0 0,21 6-1 0 0,-35-9-16 0 0,-1 1 0 0 0,0 1 0 0 0,0-1 0 0 0,1 1 0 0 0,-2 0 0 0 0,1 1 0 0 0,0 0 0 0 0,-1-1 0 0 0,8 8-1 0 0,-11-9-2 0 0,0 0 0 0 0,0 0 0 0 0,0 1 0 0 0,0-1 0 0 0,-1 0 0 0 0,1 1-1 0 0,-1 0 1 0 0,1-1 0 0 0,-1 1 0 0 0,0-1 0 0 0,0 1 0 0 0,-1 0-1 0 0,1 0 1 0 0,0 0 0 0 0,-1-1 0 0 0,0 1 0 0 0,1 0 0 0 0,-1 0-1 0 0,0 0 1 0 0,-1 0 0 0 0,1 0 0 0 0,0 0 0 0 0,-1-1 0 0 0,-1 5-1 0 0,-2 4 0 0 0,0-1 0 0 0,-1-1 0 0 0,0 1-1 0 0,0-1 1 0 0,-1 0 0 0 0,0 0 0 0 0,-1 0-1 0 0,0-1 1 0 0,0 0 0 0 0,-1 0-1 0 0,-15 11 1 0 0,-7 3-1 0 0,-1-2-1 0 0,-37 18 1 0 0,32-19 0 0 0,23-13 1 0 0,11-5 0 0 0,7-1 0 0 0,2 0 0 0 0,57-5 0 0 0,-40 3 0 0 0,33 1 0 0 0,-49 1 0 0 0,-1 1 0 0 0,0 0 0 0 0,1 0 0 0 0,-1 1 0 0 0,0 0 0 0 0,0 0 0 0 0,0 1 0 0 0,12 6 0 0 0,-17-8 0 0 0,0 0 0 0 0,0 1 0 0 0,0-1 0 0 0,-1 1 0 0 0,1-1 0 0 0,0 1 0 0 0,-1 0 0 0 0,1 0 0 0 0,-1-1 0 0 0,0 1 0 0 0,0 0 0 0 0,1 0 0 0 0,-1 0 0 0 0,0 1 0 0 0,1 2 0 0 0,-1-1 0 0 0,-1 0 0 0 0,1 0 0 0 0,0 0 0 0 0,-1 0 0 0 0,0 1 0 0 0,0-1 0 0 0,0 0 0 0 0,-1 5 0 0 0,-1 0 0 0 0,0-1 0 0 0,-1 1 0 0 0,1-1 0 0 0,-2 0 0 0 0,1 0 0 0 0,-1 0 0 0 0,-7 11 0 0 0,4-10 0 0 0,0-1 0 0 0,0 0 0 0 0,-1 0 0 0 0,0 0 0 0 0,-16 11 0 0 0,-49 27 0 0 0,46-30 0 0 0,22-13 1 0 0,-50 27 1 0 0,50-28-3 0 0,0 0-1 0 0,0 0 1 0 0,0 0 0 0 0,0-1-1 0 0,0 0 1 0 0,0 0 0 0 0,-1 0-1 0 0,1-1 1 0 0,-8 0 0 0 0,12 0-3 0 0,0 0 1 0 0,1 0 0 0 0,-1 0-1 0 0,0 0 1 0 0,0-1 0 0 0,0 1-1 0 0,0 0 1 0 0,0-1 0 0 0,1 1-1 0 0,-1-1 1 0 0,0 1 0 0 0,0-1-1 0 0,1 1 1 0 0,-1-1 0 0 0,0 0-1 0 0,-6-7 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7.9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20 24 0 0,'-7'-7'163'0'0,"7"7"-158"0"0,-1 0 0 0 0,1-1 0 0 0,0 1 0 0 0,0 0-1 0 0,0 0 1 0 0,0-1 0 0 0,0 1 0 0 0,0 0 0 0 0,1-1 0 0 0,-1 1 0 0 0,0 0 0 0 0,0 0 0 0 0,0-1-1 0 0,0 1 1 0 0,0 0 0 0 0,0 0 0 0 0,0-1 0 0 0,0 1 0 0 0,1 0 0 0 0,-1 0 0 0 0,0 0 0 0 0,0-1-1 0 0,0 1 1 0 0,1 0 0 0 0,-1 0 0 0 0,0 0 0 0 0,0-1 0 0 0,0 1 0 0 0,1 0 0 0 0,-1 0 0 0 0,0 0-1 0 0,0 0 1 0 0,1 0 0 0 0,-1 0 0 0 0,0 0 0 0 0,0 0 0 0 0,1-1 0 0 0,-1 1 0 0 0,0 0 0 0 0,1 0-1 0 0,9-1 13 0 0,-1-1 0 0 0,1 1 0 0 0,0 1 0 0 0,0 0 0 0 0,0 0 0 0 0,0 1 0 0 0,15 4 0 0 0,-19-5-21 0 0,20 6 28 0 0,0 1-1 0 0,-1 1 1 0 0,1 1-1 0 0,29 15 1 0 0,-39-16-21 0 0,-1 1 1 0 0,18 13-1 0 0,-11-7-3 0 0,-20-14 0 0 0,0 1 0 0 0,0-1 0 0 0,0 0 0 0 0,0 0 0 0 0,1-1 0 0 0,-1 1 0 0 0,2 0 0 0 0,-3-1 0 0 0,0 0 0 0 0,-1 1 0 0 0,1-1 0 0 0,-1 0 0 0 0,1 0 0 0 0,0 0 0 0 0,-1 0 0 0 0,1 0 0 0 0,-1 0 0 0 0,1 0 0 0 0,0-1 0 0 0,-1 1 0 0 0,1 0 0 0 0,-1 0 0 0 0,1 0 0 0 0,-1 0 0 0 0,1-1 0 0 0,-1 1 0 0 0,1 0 0 0 0,-1-1 0 0 0,1 1 0 0 0,-1 0 0 0 0,1-1 0 0 0,-1 1 0 0 0,1-1 0 0 0,-1 1 0 0 0,1-1 0 0 0,-1 1 0 0 0,0-1 0 0 0,1 1 0 0 0,-1-1 0 0 0,0 1 0 0 0,1-1 0 0 0,-1-5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8.1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53 24 0 0,'0'-1'12'0'0,"0"-1"1"0"0,1 1 0 0 0,-1 0-1 0 0,0 0 1 0 0,1 0 0 0 0,0-1-1 0 0,-1 1 1 0 0,1 0 0 0 0,0 0-1 0 0,-1 0 1 0 0,1 0 0 0 0,0 0-1 0 0,0 0 1 0 0,0 0 0 0 0,0 0 0 0 0,0 1-1 0 0,0-1 1 0 0,0 0 0 0 0,1 0-1 0 0,26-14 37 0 0,-25 14-34 0 0,5-2-1 0 0,-1 0 1 0 0,1 0 0 0 0,-1 1-1 0 0,1 1 1 0 0,0-1-1 0 0,0 1 1 0 0,0 1-1 0 0,-1-1 1 0 0,1 1 0 0 0,0 1-1 0 0,0-1 1 0 0,0 1-1 0 0,0 1 1 0 0,9 2-1 0 0,-11-3-11 0 0,-1 1 0 0 0,0 0 0 0 0,0 0 0 0 0,0 0-1 0 0,-1 1 1 0 0,1 0 0 0 0,0-1 0 0 0,-1 2 0 0 0,0-1-1 0 0,1 0 1 0 0,-1 1 0 0 0,-1 0 0 0 0,1 0-1 0 0,-1 0 1 0 0,1 0 0 0 0,-1 1 0 0 0,0-1 0 0 0,-1 1-1 0 0,1 0 1 0 0,-1 0 0 0 0,3 8 0 0 0,-4-8-3 0 0,0 0 1 0 0,-1-1-1 0 0,0 1 0 0 0,0 0 1 0 0,0 0-1 0 0,-1-1 1 0 0,1 1-1 0 0,-1 0 0 0 0,0 0 1 0 0,0-1-1 0 0,-1 1 0 0 0,1-1 1 0 0,-1 1-1 0 0,0-1 1 0 0,-1 0-1 0 0,1 0 0 0 0,-4 5 1 0 0,-5 6 13 0 0,0-1 0 0 0,0-1 1 0 0,-17 16-1 0 0,-175 160-18 0 0,201-187-11 0 0,-10 6-57 0 0,6-7 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9.0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 0 0,'1'7'30'0'0,"0"1"1"0"0,0-1-1 0 0,1 0 1 0 0,4 11-1 0 0,1 7-7 0 0,-6-21-19 0 0,35 123 77 0 0,-30-112-73 0 0,0-1-1 0 0,0 1 0 0 0,2-1 1 0 0,0 0-1 0 0,0-1 0 0 0,14 17 0 0 0,-12-17-7 0 0,-8-10 0 0 0,0 1 0 0 0,1-1 0 0 0,0 0 0 0 0,-1 0 0 0 0,5 3 0 0 0,-6-5 0 0 0,0 0 0 0 0,-1-1 0 0 0,1 1 0 0 0,0-1 0 0 0,0 0 0 0 0,0 1 0 0 0,0-1 0 0 0,-1 0 0 0 0,1 1 0 0 0,0-1 0 0 0,0 0 0 0 0,0 0 0 0 0,0 0 0 0 0,0 0 0 0 0,0 0 0 0 0,0 0 0 0 0,0 0 0 0 0,0 0 0 0 0,0 0 0 0 0,-1 0 0 0 0,1-1 0 0 0,0 1 0 0 0,0 0 0 0 0,0-1 0 0 0,0 1 0 0 0,0 0 0 0 0,-1-1 0 0 0,2 0 0 0 0,5-4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39.2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256 1 167 0 0,'-5'2'0'0'0,"0"0"0"0"0,0 0 0 0 0,1 1 0 0 0,-1-1 0 0 0,1 1 0 0 0,-1 1 0 0 0,1-1 0 0 0,0 0-1 0 0,0 1 1 0 0,-5 6 0 0 0,-2 4 15 0 0,-16 28 0 0 0,17-27 10 0 0,-15 31 1 0 0,1 2 1 0 0,-29 87 0 0 0,26-63-33 0 0,17-57 6 0 0,-2 2 0 0 0,12-16 0 0 0,0-1 0 0 0,-1 1 0 0 0,1-1 0 0 0,0 1 0 0 0,-1 0 0 0 0,1-1 0 0 0,0 1 0 0 0,0 0 0 0 0,-1-1 0 0 0,1 1 0 0 0,0 0 0 0 0,0 0 0 0 0,0-1 0 0 0,0 1 0 0 0,0 0 0 0 0,0-1 0 0 0,0 1 0 0 0,0 0 0 0 0,1 0 0 0 0,5 2 0 0 0,-1-2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0.0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 46 223 0 0,'-1'0'7'0'0,"0"-1"-1"0"0,0 1 0 0 0,-1-1 0 0 0,1 1 1 0 0,0-1-1 0 0,0 0 0 0 0,0 1 0 0 0,0-1 1 0 0,0 0-1 0 0,0 0 0 0 0,0 0 0 0 0,-1-1 0 0 0,2 2-3 0 0,-1 0-1 0 0,1-1 0 0 0,0 1 1 0 0,-1 0-1 0 0,1-1 0 0 0,0 1 1 0 0,-1 0-1 0 0,1-1 0 0 0,0 1 1 0 0,0 0-1 0 0,-1-1 0 0 0,1 1 0 0 0,0 0 1 0 0,0-1-1 0 0,0 1 0 0 0,0-1 1 0 0,0 1-1 0 0,-1-1 0 0 0,1 1 1 0 0,0 0-1 0 0,0-1 0 0 0,0 1 0 0 0,0-1 1 0 0,0 1-1 0 0,0-1 0 0 0,1 1 1 0 0,-1 0-1 0 0,0-1 0 0 0,0 1 1 0 0,0-1-1 0 0,0 1 0 0 0,0-1 0 0 0,1 1 1 0 0,-1 0-1 0 0,0-1 0 0 0,0 1 1 0 0,0 0-1 0 0,1-1 0 0 0,-1 1 1 0 0,0 0-1 0 0,1-1 0 0 0,-1 1 0 0 0,6-3 10 0 0,0 0 0 0 0,-1 0 0 0 0,1 1 0 0 0,0 0 0 0 0,0 0 0 0 0,0 1 0 0 0,0 0 0 0 0,1 0 0 0 0,-1 0 0 0 0,0 1 0 0 0,0 0 0 0 0,1 0 0 0 0,-1 0 0 0 0,0 1 0 0 0,7 1-1 0 0,-5 0 5 0 0,1 0 0 0 0,-1 0 0 0 0,0 1-1 0 0,0 0 1 0 0,0 0 0 0 0,0 1 0 0 0,-1 0-1 0 0,1 0 1 0 0,-1 1 0 0 0,11 9-1 0 0,-15-11-10 0 0,-1 0 0 0 0,1 0-1 0 0,-1 1 1 0 0,0-1-1 0 0,0 1 1 0 0,0 0-1 0 0,0 0 1 0 0,-1 0-1 0 0,1 0 1 0 0,-1 0-1 0 0,0 0 1 0 0,0 0 0 0 0,-1 0-1 0 0,1 0 1 0 0,-1 0-1 0 0,0 1 1 0 0,0-1-1 0 0,0 0 1 0 0,-1 0-1 0 0,1 0 1 0 0,-2 5-1 0 0,-1 4 13 0 0,-1 1 0 0 0,0-1-1 0 0,-1 0 1 0 0,0 0 0 0 0,-9 14-1 0 0,8-17-13 0 0,0 0-1 0 0,-1-1 1 0 0,0 0-1 0 0,-1 0 0 0 0,-9 9 1 0 0,-48 35 93 0 0,-3 6-71 0 0,56-44-25 0 0,12-14 1 0 0,0-1-1 0 0,0 1 0 0 0,0-1 0 0 0,0 1 0 0 0,0-1 0 0 0,1 0 0 0 0,-1 1 0 0 0,0-1 0 0 0,0 1 0 0 0,0-1 0 0 0,1 1 0 0 0,-1-1 0 0 0,0 1 0 0 0,0-1 0 0 0,1 0 0 0 0,-1 1 1 0 0,0-1-1 0 0,1 1 0 0 0,-1-1 0 0 0,0 0 0 0 0,1 1 0 0 0,-1-1 0 0 0,1 0 0 0 0,-1 0 0 0 0,0 1 0 0 0,1-1 0 0 0,-1 0 0 0 0,1 0 0 0 0,-1 0 0 0 0,2 1 0 0 0,12 0-34 0 0,-12-1 6 0 0,6-1 27 0 0,-1 0-1 0 0,1-1 0 0 0,-1 0 0 0 0,1 0 0 0 0,-1-1 0 0 0,0 1 1 0 0,12-8-1 0 0,-9 5 3 0 0,1 1 0 0 0,14-5-1 0 0,-18 8-31 0 0,-1 0 0 0 0,1 1 0 0 0,-1-1-1 0 0,0 1 1 0 0,1 1 0 0 0,-1-1-1 0 0,1 1 1 0 0,6 2 0 0 0,-6-2 2 0 0,7 2-109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0.6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 83 24 0 0,'-8'60'442'0'0,"-6"79"-389"0"0,14-113-53 0 0,0-25 0 0 0,0 0 0 0 0,0 1 0 0 0,1-1 0 0 0,-1 0 0 0 0,0 0 0 0 0,0 0 0 0 0,1 0 0 0 0,-1 0 0 0 0,1 0 0 0 0,-1 0 0 0 0,1 0 0 0 0,-1 0 0 0 0,1 0 0 0 0,0 0 0 0 0,-1 0 0 0 0,1 0 0 0 0,0-1 0 0 0,1 3 0 0 0,-1-3 0 0 0,0 0 0 0 0,-1 0 0 0 0,1 0 0 0 0,-1-1 0 0 0,1 1 0 0 0,0 0 0 0 0,-1 0 0 0 0,1 0 0 0 0,-1 0 0 0 0,1 0 0 0 0,0-1 0 0 0,-1 1 0 0 0,1 0 0 0 0,-1-1 0 0 0,1 1 0 0 0,-1 0 0 0 0,1-1 0 0 0,-1 1 0 0 0,1-1 0 0 0,-1 1 0 0 0,0 0 0 0 0,1-1 0 0 0,-1 1 0 0 0,1-1 0 0 0,-1 1 0 0 0,0-1 0 0 0,1 0 0 0 0,-1 0 0 0 0,9-15 0 0 0,7-19 39 0 0,68-137 50 0 0,-68 147-89 0 0,-15 23 0 0 0,0 1 0 0 0,0-1 0 0 0,0 1 0 0 0,1 0 0 0 0,-1-1 0 0 0,0 1 0 0 0,1 0 0 0 0,-1 0 0 0 0,1 0 0 0 0,0 0 0 0 0,-1 0 0 0 0,4-1 0 0 0,-5 2 0 0 0,0 0 0 0 0,1 0 0 0 0,-1 0 0 0 0,0 0 0 0 0,1 1 0 0 0,-1-1 0 0 0,0 0 0 0 0,0 0 0 0 0,1 0 0 0 0,-1 0 0 0 0,0 0 0 0 0,0 1 0 0 0,1-1 0 0 0,-1 0 0 0 0,0 0 0 0 0,0 0 0 0 0,0 1 0 0 0,0-1 0 0 0,1 0 0 0 0,-1 0 0 0 0,0 1 0 0 0,0-1 0 0 0,0 0 0 0 0,0 0 0 0 0,0 1 0 0 0,0-1 0 0 0,1 0 0 0 0,-1 0 0 0 0,0 1 0 0 0,0-1 0 0 0,0 0 0 0 0,0 1 0 0 0,0-1 0 0 0,1 11 0 0 0,-1 13 13 0 0,-1-10 4 0 0,1 1 0 0 0,3 19 0 0 0,-3-33-17 0 0,0-1 0 0 0,0 1 0 0 0,0 0 0 0 0,0 0 0 0 0,0 0 0 0 0,0 0 0 0 0,0 0 0 0 0,0-1 0 0 0,1 1 0 0 0,-1 0 0 0 0,0 0 0 0 0,1 0 0 0 0,-1-1 0 0 0,1 1 0 0 0,-1 0 0 0 0,1 0 0 0 0,-1-1 0 0 0,1 1 0 0 0,-1 0 0 0 0,1-1 0 0 0,0 1 0 0 0,-1-1 0 0 0,1 1 0 0 0,0-1 0 0 0,0 1 0 0 0,-1-1 0 0 0,1 1 0 0 0,0-1 0 0 0,0 0 0 0 0,0 1 0 0 0,-1-1 0 0 0,1 0 0 0 0,0 0 0 0 0,0 0 0 0 0,0 0 0 0 0,0 1 0 0 0,1-2 0 0 0,3 0 0 0 0,-1 0 0 0 0,0 0 0 0 0,0-1 0 0 0,1 1 0 0 0,-1-1 0 0 0,5-4 0 0 0,6-2 0 0 0,25-12-1 0 0,41-29 0 0 0,-52 30 5 0 0,2 1 1 0 0,63-28-1 0 0,-92 45 1 0 0,1 0-1 0 0,-1 0 1 0 0,1 1-1 0 0,-1-1 1 0 0,1 0-1 0 0,0 1 1 0 0,-1 0-1 0 0,1-1 1 0 0,0 1-1 0 0,-1 0 1 0 0,1 1-1 0 0,4 0 1 0 0,-5-1-2 0 0,-1 1-1 0 0,0 0 1 0 0,1 0-1 0 0,-1 0 1 0 0,0 0-1 0 0,0 0 1 0 0,1 0-1 0 0,-1 0 1 0 0,0 0-1 0 0,0 0 1 0 0,0 0 0 0 0,0 1-1 0 0,-1-1 1 0 0,1 0-1 0 0,0 1 1 0 0,0-1-1 0 0,-1 1 1 0 0,1-1-1 0 0,-1 1 1 0 0,1-1-1 0 0,-1 1 1 0 0,0 2-1 0 0,2 10 3 0 0,0 0-1 0 0,-1 1 1 0 0,-1-1-1 0 0,-2 18 0 0 0,1-21 8 0 0,0 0 0 0 0,1 0 0 0 0,0 0-1 0 0,1 0 1 0 0,0 0 0 0 0,0 0 0 0 0,1 0 0 0 0,6 17-1 0 0,-7-26-24 0 0,0-1-1 0 0,-1 1 0 0 0,1 0 0 0 0,0 0 0 0 0,0-1 1 0 0,1 1-1 0 0,-1-1 0 0 0,0 1 0 0 0,0-1 0 0 0,1 0 0 0 0,-1 1 1 0 0,1-1-1 0 0,-1 0 0 0 0,1 0 0 0 0,0 0 0 0 0,-1 0 1 0 0,1 0-1 0 0,0 0 0 0 0,0-1 0 0 0,0 1 0 0 0,2 0 0 0 0,-1-1-114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1.1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7 24 0 0,'-7'1'-2'0'0,"7"4"20"0"0,2 5 64 0 0,3 109 50 0 0,4 53-105 0 0,-5-131-12 0 0,2-1 1 0 0,13 46-1 0 0,-16-74-4 0 0,1 0-1 0 0,0 0 1 0 0,1-1-1 0 0,0 0 1 0 0,1 0-1 0 0,11 16 0 0 0,-15-24-6 0 0,0-1-1 0 0,0 1 1 0 0,0-1-1 0 0,0 1 1 0 0,1-1-1 0 0,-1 0 1 0 0,1 0-1 0 0,-1 0 1 0 0,1 0-1 0 0,0 0 1 0 0,0-1-1 0 0,0 1 1 0 0,0-1-1 0 0,0 0 1 0 0,0 0-1 0 0,0 0 1 0 0,0 0-1 0 0,0-1 1 0 0,0 1-1 0 0,1-1 1 0 0,-1 0-1 0 0,0 1 1 0 0,0-2-1 0 0,0 1 1 0 0,1 0-1 0 0,-1-1 1 0 0,0 1-1 0 0,0-1 1 0 0,0 0-1 0 0,4-1 1 0 0,2-3 9 0 0,0 0-1 0 0,-1 0 1 0 0,1 0 0 0 0,-1-1-1 0 0,0-1 1 0 0,-1 1 0 0 0,1-1-1 0 0,-1-1 1 0 0,9-12 0 0 0,4-7 49 0 0,25-45-1 0 0,-18 17-25 0 0,-3 0 0 0 0,22-73-1 0 0,15-36 10 0 0,-58 158-90 0 0,-3 5 29 0 0,1 1-1 0 0,-1-1 0 0 0,1 0 0 0 0,-1 0 0 0 0,1 0 0 0 0,-1 0 0 0 0,1 0 1 0 0,-1 1-1 0 0,0-1 0 0 0,0 0 0 0 0,1 0 0 0 0,-1 0 0 0 0,0 0 0 0 0,0 0 1 0 0,0 0-1 0 0,0 0 0 0 0,0 0 0 0 0,0 0 0 0 0,0 0 0 0 0,0 0 0 0 0,-1-1 0 0 0,-2-1-127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3.0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2 111 0 0,'0'-1'0'0'0,"10"4"0"0"0,64 28 64 0 0,-43-17-47 0 0,0-2 0 0 0,1-1 0 0 0,49 9 0 0 0,-53-13-10 0 0,23 6 28 0 0,13 4 35 0 0,-1-2 0 0 0,102 8 0 0 0,20-28 36 0 0,-102 1-76 0 0,-32 2-36 0 0,168-10 76 0 0,-117-4-19 0 0,-61 8-38 0 0,22 3-13 0 0,-62 5-5 0 0,0 0-1 0 0,-1 0 1 0 0,1 0-1 0 0,0 0 0 0 0,-1 0 1 0 0,1-1-1 0 0,0 1 0 0 0,-1 0 1 0 0,1 0-1 0 0,0 0 0 0 0,-1-1 1 0 0,1 1-1 0 0,-1 0 0 0 0,1-1 1 0 0,0 1-1 0 0,-1-1 0 0 0,1 1 1 0 0,-1-1-1 0 0,1 1 0 0 0,-1-1 1 0 0,0 1-1 0 0,1-1 0 0 0,-1 1 1 0 0,1-1-1 0 0,-1 1 0 0 0,0-1 1 0 0,0 0-1 0 0,1 1 0 0 0,-1-1 1 0 0,0 0-1 0 0,0 1 0 0 0,0-1 1 0 0,1 0-1 0 0,-1 1 0 0 0,0-1 1 0 0,0 0-1 0 0,0 1 0 0 0,0-1 1 0 0,-1 0-1 0 0,1 0 0 0 0,0-1-14 0 0,-1 0-1 0 0,1 0 0 0 0,-1 0 0 0 0,0 0 0 0 0,0 0 0 0 0,0 0 0 0 0,0 0 0 0 0,0 1 0 0 0,0-1 0 0 0,-1 0 0 0 0,1 1 0 0 0,-3-3 0 0 0,-5-3-59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3.3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135 19 287 0 0,'3'-5'0'0'0,"-3"4"0"0"0,0 1 0 0 0,0-1 0 0 0,1 0 0 0 0,-1 1 0 0 0,0-1 0 0 0,0 1 0 0 0,1-1 0 0 0,-1 1 0 0 0,0 0 0 0 0,1-1 0 0 0,-1 1 0 0 0,1-1 0 0 0,-1 1 0 0 0,0 0 0 0 0,1-1 0 0 0,-1 1 0 0 0,1 0 0 0 0,-1-1 0 0 0,1 1 0 0 0,-1 0 0 0 0,1 0 0 0 0,0-1 0 0 0,4 0 14 0 0,-1 0-1 0 0,1 0 1 0 0,-1 1-1 0 0,1-1 0 0 0,0 1 1 0 0,-1 0-1 0 0,1 0 0 0 0,0 1 1 0 0,-1 0-1 0 0,1-1 0 0 0,-1 1 1 0 0,8 3-1 0 0,-9-3-6 0 0,-1 0-1 0 0,1 1 1 0 0,0-1-1 0 0,0 0 1 0 0,-1 1 0 0 0,1 0-1 0 0,-1 0 1 0 0,0 0-1 0 0,1 0 1 0 0,-1 0 0 0 0,0 0-1 0 0,0 1 1 0 0,0-1-1 0 0,0 0 1 0 0,-1 1 0 0 0,1 0-1 0 0,-1-1 1 0 0,0 1-1 0 0,1 0 1 0 0,0 4-1 0 0,-2-3-1 0 0,1-1 0 0 0,-1 1-1 0 0,0 0 1 0 0,0 0-1 0 0,0-1 1 0 0,-1 1-1 0 0,0 0 1 0 0,1-1 0 0 0,-1 1-1 0 0,0-1 1 0 0,-1 1-1 0 0,1-1 1 0 0,-3 5-1 0 0,-3 5 28 0 0,-16 23 0 0 0,-97 133-32 0 0,117-164 0 0 0,-2 3 0 0 0,-1 0 0 0 0,0-1 0 0 0,0 1 0 0 0,-1-1 0 0 0,0 0 0 0 0,-1 0 0 0 0,-7 5 0 0 0,10-9-34 0 0,0 0 0 0 0,1 1 0 0 0,-1 0 0 0 0,-4 5 0 0 0,4-3 4 0 0,3-5-50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4.5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 78 167 0 0,'16'-17'0'0'0,"39"-14"60"0"0,-47 26-43 0 0,0 1-1 0 0,1 0 1 0 0,-1 1-1 0 0,1 0 1 0 0,0 0-1 0 0,0 1 0 0 0,11-1 1 0 0,-17 2-11 0 0,1 0 0 0 0,-1 1 0 0 0,1 0 0 0 0,-1 0 0 0 0,1 0 0 0 0,0 0 0 0 0,-1 1 1 0 0,1-1-1 0 0,-1 1 0 0 0,1 0 0 0 0,-1 0 0 0 0,1 0 0 0 0,-1 0 0 0 0,0 1 0 0 0,0-1 0 0 0,0 1 0 0 0,1 0 0 0 0,-2 0 1 0 0,1 0-1 0 0,0 0 0 0 0,3 4 0 0 0,-5-4-6 0 0,0-1 1 0 0,0 1 0 0 0,0 0-1 0 0,-1-1 1 0 0,1 1 0 0 0,-1 0-1 0 0,1-1 1 0 0,-1 1-1 0 0,1 0 1 0 0,-1 0 0 0 0,0 0-1 0 0,0-1 1 0 0,0 1-1 0 0,0 0 1 0 0,0 0 0 0 0,0 0-1 0 0,-1-1 1 0 0,0 4 0 0 0,-2 4-2 0 0,0 0 0 0 0,-5 11 1 0 0,4-12 0 0 0,-9 19 2 0 0,-1 0-1 0 0,-27 38 1 0 0,-43 45-39 0 0,68-89 9 0 0,5-9 26 0 0,-1 0-1 0 0,1-1 1 0 0,-2 0-1 0 0,-16 11 0 0 0,6-4 4 0 0,9-4-1 0 0,13-14 0 0 0,1 1 0 0 0,-1 0 0 0 0,1-1 0 0 0,-1 1 0 0 0,1 0 0 0 0,-1-1 0 0 0,1 1 0 0 0,0 0 0 0 0,0-1 0 0 0,-1 1 0 0 0,1 0 0 0 0,0 0 0 0 0,0 0 0 0 0,0-1 0 0 0,-1 1 0 0 0,1 0 0 0 0,0 0 0 0 0,0 0 0 0 0,1-1 0 0 0,-1 1 0 0 0,0 1 0 0 0,1 1 0 0 0,-1-2 0 0 0,0-1 0 0 0,1 1 0 0 0,-1 0 0 0 0,0-1 0 0 0,1 1 0 0 0,-1 0 0 0 0,0-1 0 0 0,1 1 0 0 0,-1 0 0 0 0,1-1 0 0 0,-1 1 0 0 0,1-1 0 0 0,-1 1 0 0 0,1-1 0 0 0,-1 1 0 0 0,1-1 0 0 0,-1 0 0 0 0,1 1 0 0 0,0-1 0 0 0,-1 0 0 0 0,1 1 0 0 0,0-1 0 0 0,-1 0 0 0 0,1 0 0 0 0,0 1 0 0 0,-1-1 0 0 0,1 0 0 0 0,0 0 0 0 0,0 0 0 0 0,0 0 0 0 0,4 1 0 0 0,-1 0 0 0 0,1-1 0 0 0,-1 0 0 0 0,1 0 0 0 0,-1 0 0 0 0,1 0 0 0 0,-1-1 0 0 0,0 1 0 0 0,1-1 0 0 0,-1 0 0 0 0,7-3 0 0 0,2-2 0 0 0,-1 0 0 0 0,17-11 0 0 0,-18 10 0 0 0,0 1 0 0 0,0 0 0 0 0,14-5 0 0 0,-9 9 0 0 0,-11 2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5.2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58 111 0 0,'-5'45'0'0'0,"5"19"18"0"0,1-43-4 0 0,-1 0 0 0 0,-1 0 1 0 0,-5 28-1 0 0,5-47-5 0 0,1-2-8 0 0,0 1 1 0 0,0-1 0 0 0,0 1 0 0 0,0-1-1 0 0,-1 1 1 0 0,1 0 0 0 0,0-1-1 0 0,0 1 1 0 0,0-1 0 0 0,0 1 0 0 0,0 0-1 0 0,1-1 1 0 0,-1 1 0 0 0,0-1 0 0 0,0 1-1 0 0,0-1 1 0 0,0 1 0 0 0,1-1-1 0 0,-1 1 1 0 0,0-1 0 0 0,0 1 0 0 0,1-1-1 0 0,-1 1 1 0 0,0-1 0 0 0,1 1-1 0 0,1-1 5 0 0,0-1 0 0 0,-1 0 0 0 0,1 0 0 0 0,-1 0 0 0 0,1 0 0 0 0,-1 0 0 0 0,0-1 0 0 0,1 1 0 0 0,0-2 0 0 0,0 1-2 0 0,4-4-4 0 0,-1 0 0 0 0,1 0 0 0 0,-1-1 0 0 0,6-10 0 0 0,4-5 0 0 0,-3 4 13 0 0,0 0 0 0 0,-1 0 0 0 0,-1-1 0 0 0,11-29-1 0 0,-19 43-12 0 0,0 0 0 0 0,1-1 0 0 0,0 1 0 0 0,0 1 0 0 0,0-1 0 0 0,5-5 0 0 0,-8 10 0 0 0,0 0 0 0 0,0-1 0 0 0,0 1 0 0 0,0 0 0 0 0,1 0 0 0 0,-1 0 0 0 0,0 0 0 0 0,0 0 0 0 0,0-1 0 0 0,0 1 0 0 0,0 0 0 0 0,1 0 0 0 0,-1 0 0 0 0,0 0 0 0 0,0 0 0 0 0,0 0 0 0 0,1 0 0 0 0,-1 0 0 0 0,0 0 0 0 0,0 0 0 0 0,0 0 0 0 0,0 0 0 0 0,1 0 0 0 0,-1 0 0 0 0,0 0 0 0 0,0 0 0 0 0,0 0 0 0 0,1 0 0 0 0,-1 0 0 0 0,0 0 0 0 0,0 0 0 0 0,0 0 0 0 0,0 0 0 0 0,1 0 0 0 0,-1 0 0 0 0,0 1 0 0 0,4 6 0 0 0,0 15 0 0 0,-3-19 0 0 0,1 16 0 0 0,-2 1 0 0 0,-1 21 0 0 0,0-3 0 0 0,1-37 0 0 0,0-1 0 0 0,0 0 0 0 0,0 1 0 0 0,0-1 0 0 0,0 0 0 0 0,0 0 0 0 0,0 1 0 0 0,0-1 0 0 0,0 0 0 0 0,0 1 0 0 0,0-1 0 0 0,0 0 0 0 0,0 0 0 0 0,0 1 0 0 0,0-1 0 0 0,0 0 0 0 0,0 1 0 0 0,1-1 0 0 0,-1 0 0 0 0,0 0 0 0 0,0 1 0 0 0,0-1 0 0 0,0 0 0 0 0,1 0 0 0 0,-1 1 0 0 0,0-1 0 0 0,0 0 0 0 0,0 0 0 0 0,1 0 0 0 0,-1 0 0 0 0,0 1 0 0 0,0-1 0 0 0,1 0 0 0 0,-1 0 0 0 0,10-6 0 0 0,11-21 0 0 0,-17 23 0 0 0,10-16 0 0 0,2 2 0 0 0,0 0 0 0 0,2 1 0 0 0,-1 1 0 0 0,2 0 0 0 0,0 1 0 0 0,1 1 0 0 0,37-19 0 0 0,-54 32 2 0 0,0-1 0 0 0,0 1 0 0 0,0 0 0 0 0,0 0 0 0 0,1 0 0 0 0,-1 0 0 0 0,0 1 0 0 0,0-1 0 0 0,0 1 0 0 0,1 0 0 0 0,-1 0 0 0 0,0 0 0 0 0,1 0 0 0 0,-1 1 0 0 0,4 0 0 0 0,-5 0 0 0 0,0 0-1 0 0,0 0 0 0 0,-1 0 1 0 0,1 0-1 0 0,0 1 0 0 0,0-1 1 0 0,-1 0-1 0 0,1 1 0 0 0,-1-1 1 0 0,1 1-1 0 0,-1 0 0 0 0,0-1 1 0 0,1 1-1 0 0,-1 0 0 0 0,0 0 1 0 0,0 0-1 0 0,0 0 0 0 0,-1 0 1 0 0,1 0-1 0 0,0 0 0 0 0,-1 0 1 0 0,1 0-1 0 0,-1 3 0 0 0,1 7-1 0 0,0-1 0 0 0,-1 0 0 0 0,-1 0 0 0 0,0 0 0 0 0,0 0 0 0 0,-6 21 0 0 0,3-17 0 0 0,2 0 0 0 0,-3 29 0 0 0,6-44-5 0 0,0 1-1 0 0,-1-1 0 0 0,1 1 0 0 0,0-1 0 0 0,0 0 0 0 0,0 1 0 0 0,0-1 0 0 0,-1 0 0 0 0,1 1 0 0 0,0-1 0 0 0,0 0 0 0 0,0 0 0 0 0,0 0 0 0 0,0 0 0 0 0,0 0 0 0 0,1 0 0 0 0,4 1-31 0 0,0 0-17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6.4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3 188 199 0 0,'-2'54'0'0'0,"2"-34"2"0"0,0 33 63 0 0,1 0 0 0 0,13 75-1 0 0,-13-122-51 0 0,6 24 74 0 0,-6-28-84 0 0,-1-1 0 0 0,1 0 1 0 0,-1 0-1 0 0,1 1 0 0 0,-1-1 0 0 0,1 0 0 0 0,0 0 0 0 0,-1 0 0 0 0,1 0 0 0 0,0 1 1 0 0,0-1-1 0 0,0 0 0 0 0,0-1 0 0 0,0 1 0 0 0,0 0 0 0 0,0 0 0 0 0,2 1 0 0 0,-2-2-1 0 0,0 0 0 0 0,-1 0-1 0 0,1 0 1 0 0,0 0 0 0 0,-1 0-1 0 0,1 0 1 0 0,0 0 0 0 0,0 0-1 0 0,-1 0 1 0 0,1-1 0 0 0,0 1-1 0 0,-1 0 1 0 0,1 0-1 0 0,-1-1 1 0 0,1 1 0 0 0,0 0-1 0 0,-1-1 1 0 0,1 1 0 0 0,-1-1-1 0 0,1 1 1 0 0,-1 0 0 0 0,1-1-1 0 0,-1 1 1 0 0,1-1 0 0 0,-1 0-1 0 0,13-18 73 0 0,-8 11-52 0 0,43-70 16 0 0,-27 43 8 0 0,35-46 0 0 0,-48 71-41 0 0,0 1 0 0 0,0 0 0 0 0,1 1 1 0 0,1 0-1 0 0,-1 0 0 0 0,1 1 0 0 0,0 0 0 0 0,1 1 0 0 0,12-6 0 0 0,-21 11-5 0 0,0 0 0 0 0,0 1 0 0 0,0-1 0 0 0,0 1 0 0 0,0-1 0 0 0,0 1 0 0 0,0-1 0 0 0,0 1-1 0 0,0 0 1 0 0,0 0 0 0 0,0 0 0 0 0,0 0 0 0 0,0 0 0 0 0,0 1 0 0 0,0-1 0 0 0,0 1 0 0 0,0-1-1 0 0,0 1 1 0 0,0 0 0 0 0,0 0 0 0 0,-1-1 0 0 0,1 1 0 0 0,2 2 0 0 0,0 0 1 0 0,-1 0 0 0 0,0 1 1 0 0,0-1-1 0 0,0 0 0 0 0,0 1 1 0 0,-1 0-1 0 0,1 0 0 0 0,-1 0 1 0 0,3 7-1 0 0,5 17 14 0 0,-1 1-1 0 0,-1 0 0 0 0,6 46 1 0 0,4 16-73 0 0,-16-84 53 0 0,0-1-1 0 0,1 1 1 0 0,0 0-1 0 0,0-1 1 0 0,1 1-1 0 0,7 10 1 0 0,-9-14 2 0 0,1 1-1 0 0,0-1 1 0 0,0 0-1 0 0,0 0 1 0 0,0 0-1 0 0,0-1 1 0 0,1 1 0 0 0,-1-1-1 0 0,1 1 1 0 0,-1-1-1 0 0,1 0 1 0 0,6 2-1 0 0,-7-4 4 0 0,0 0 0 0 0,-1 0 0 0 0,1 0 0 0 0,-1 0 0 0 0,1 0 0 0 0,-1-1 0 0 0,1 1 0 0 0,-1-1 0 0 0,0 1 0 0 0,1-1 0 0 0,-1 0 0 0 0,0 0 0 0 0,1 0 0 0 0,-1 0 0 0 0,0-1 0 0 0,0 1 0 0 0,4-4 0 0 0,4-3 0 0 0,0 0 0 0 0,8-11 0 0 0,-17 18 0 0 0,10-12 18 0 0,0 0 0 0 0,-1-1 0 0 0,-1 0 0 0 0,0 0 0 0 0,11-25 0 0 0,26-84 199 0 0,-19 47-96 0 0,-4 17-11 0 0,4 1 0 0 0,42-69 0 0 0,-61 110-176 0 0,-8 16 63 0 0,1 1 1 0 0,-1 0-1 0 0,0-1 1 0 0,0 1-1 0 0,1-1 1 0 0,-1 1-1 0 0,0-1 1 0 0,0 1-1 0 0,0-1 1 0 0,0 1-1 0 0,0-1 1 0 0,0 1-1 0 0,0-1 1 0 0,0 1-1 0 0,0-1 1 0 0,0 1-1 0 0,0-1 1 0 0,0 1-1 0 0,0-1 1 0 0,0 1-1 0 0,0 0 1 0 0,0-1-1 0 0,0 1 1 0 0,-1-1-1 0 0,1 1 1 0 0,0-1-1 0 0,0 1 1 0 0,-1-1-1 0 0,1 1 1 0 0,0 0-1 0 0,-1-1 1 0 0,0 0-1 0 0,-19 8-632 0 0,11-6 435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6.9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1 183 287 0 0,'1'-3'2'0'0,"1"1"-1"0"0,0-1 0 0 0,0 1 1 0 0,0 0-1 0 0,1 0 0 0 0,-1 0 1 0 0,0 0-1 0 0,4-2 0 0 0,6-3 31 0 0,0 0 0 0 0,1 0-1 0 0,0 1 1 0 0,25-7 0 0 0,59-11 107 0 0,-91 22-126 0 0,88-16 175 0 0,132-9 0 0 0,-209 26-159 0 0,-1 1-1 0 0,29 4 0 0 0,-37-4-88 0 0,-10-5-67 0 0,-4-7 1 0 0,5 9 82 0 0,1 0 0 0 0,-1 1-1 0 0,-1-1 1 0 0,1 0 0 0 0,0 1-1 0 0,-1-1 1 0 0,1 0 0 0 0,-3-2-1 0 0,-3-3-67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7.1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 0 55 0 0,'4'58'471'0'0,"-6"-11"-344"0"0,-10 56 0 0 0,2-18-36 0 0,-6 22-54 0 0,2-19-10 0 0,11-75-27 0 0,2-10 0 0 0,0-1 0 0 0,1 0 0 0 0,-1 1 0 0 0,1-1 0 0 0,-1 1 0 0 0,1-1 0 0 0,0 0 0 0 0,0 1 0 0 0,0-1 0 0 0,0 1 0 0 0,1 4 0 0 0,-1-7 0 0 0,1 0 0 0 0,-1 0 0 0 0,0 0 0 0 0,0 0 0 0 0,1 0 0 0 0,-1 0 0 0 0,0 0 0 0 0,0 0 0 0 0,1 0 0 0 0,-1 0 0 0 0,0 0 0 0 0,0 0 0 0 0,1 0 0 0 0,-1 0 0 0 0,0 0 0 0 0,0 0 0 0 0,1 0 0 0 0,-1 0 0 0 0,0 0 0 0 0,0 0 0 0 0,0-1 0 0 0,1 1 0 0 0,-1 0-1 0 0,0 0 1 0 0,0 0 0 0 0,1 0 0 0 0,-1 0 0 0 0,0-1 0 0 0,0 1 0 0 0,0 0 0 0 0,0 0 0 0 0,1 0 0 0 0,-1-1 0 0 0,2-1-31 0 0,4 0-129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7.9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193 22 24 0 0,'0'0'1'0'0,"0"-1"0"0"0,0 1 1 0 0,0 0-1 0 0,1-1 0 0 0,-1 1 1 0 0,0-1-1 0 0,0 1 1 0 0,0 0-1 0 0,0-1 0 0 0,0 1 1 0 0,-1 0-1 0 0,1-1 1 0 0,0 1-1 0 0,0-1 0 0 0,0 1 1 0 0,0 0-1 0 0,0-1 1 0 0,0 1-1 0 0,-1 0 0 0 0,1-1 1 0 0,0 1-1 0 0,0 0 1 0 0,-1-1-1 0 0,1 1 0 0 0,0 0 1 0 0,0 0-1 0 0,-1-1 1 0 0,1 1-1 0 0,0 0 0 0 0,-1 0 1 0 0,0-1-1 0 0,-10-8 130 0 0,9 9-123 0 0,1 0-1 0 0,0-1 1 0 0,-1 1-1 0 0,1 0 1 0 0,0 0-1 0 0,-1 0 0 0 0,1 0 1 0 0,-1 0-1 0 0,1 0 1 0 0,0 0-1 0 0,-1 1 0 0 0,1-1 1 0 0,0 0-1 0 0,-1 1 1 0 0,1-1-1 0 0,0 1 0 0 0,0-1 1 0 0,-1 1-1 0 0,1 0 1 0 0,0-1-1 0 0,0 1 0 0 0,0 0 1 0 0,0 0-1 0 0,0 0 1 0 0,0 0-1 0 0,0 0 1 0 0,-1 2-1 0 0,-4 3 2 0 0,0 1-1 0 0,-8 15 1 0 0,13-21-8 0 0,-11 19 16 0 0,1 1 0 0 0,1 0 0 0 0,1 1 1 0 0,-8 29-1 0 0,-15 95 25 0 0,32-144-40 0 0,-18 116 70 0 0,15-93-54 0 0,2 0 1 0 0,3 44-1 0 0,0-48 8 0 0,1 0-1 0 0,7 24 0 0 0,-9-40-21 0 0,1 1 0 0 0,0 0-1 0 0,0 0 1 0 0,1-1 0 0 0,-1 0 0 0 0,1 1-1 0 0,1-1 1 0 0,-1 0 0 0 0,1 0-1 0 0,-1-1 1 0 0,1 1 0 0 0,7 5-1 0 0,-8-8-3 0 0,-1-1 0 0 0,1 1 0 0 0,0-1 0 0 0,-1 0 0 0 0,1 0 0 0 0,0 0 0 0 0,0 0 0 0 0,0 0 0 0 0,-1 0 0 0 0,1-1 0 0 0,0 1 0 0 0,0-1 0 0 0,0 0 0 0 0,0 0 0 0 0,0 0 0 0 0,0-1 0 0 0,0 1 0 0 0,0-1 0 0 0,0 1 0 0 0,0-1 0 0 0,0 0 0 0 0,-1 0 0 0 0,6-2 0 0 0,4-4 0 0 0,0 1 0 0 0,-1-2 0 0 0,20-15 0 0 0,-23 16 0 0 0,21-17 16 0 0,-1-2 0 0 0,-2 0 0 0 0,35-46 0 0 0,-55 65-16 0 0,-1 0 0 0 0,0-1 0 0 0,-1 1 0 0 0,1-1 0 0 0,-2 0 0 0 0,4-9 0 0 0,-6 15 0 0 0,0 0 0 0 0,0-1 0 0 0,-1 1 0 0 0,1-1 0 0 0,-1 1 0 0 0,0-1 0 0 0,0 1 0 0 0,0-1 0 0 0,0 1 0 0 0,0-1 0 0 0,0 1 0 0 0,-1-1 0 0 0,1 1 0 0 0,-1-1 0 0 0,1 1 0 0 0,-1-1 0 0 0,0 1 0 0 0,0 0 0 0 0,0 0 0 0 0,-1-1 0 0 0,1 1 0 0 0,0 0 0 0 0,-1 0 0 0 0,1 0 0 0 0,-4-2 0 0 0,-3-3 0 0 0,0 1 0 0 0,-1 0 0 0 0,1 0 0 0 0,-1 1 0 0 0,-1 0 0 0 0,1 1 0 0 0,-1 0 0 0 0,0 0 0 0 0,0 1 0 0 0,0 0 0 0 0,0 1 0 0 0,-1 0 0 0 0,1 1 0 0 0,0 0 0 0 0,-22 1 0 0 0,23 0 0 0 0,0 1 0 0 0,0 0 0 0 0,0 1 0 0 0,0 0 0 0 0,1 0 0 0 0,-1 1 0 0 0,1 0 0 0 0,-1 0 0 0 0,1 1 0 0 0,0 0 0 0 0,0 1 0 0 0,0 0 0 0 0,1 0 0 0 0,0 0 0 0 0,0 1 0 0 0,0 0 0 0 0,1 1 0 0 0,-11 13 0 0 0,15-17-44 0 0,0 0 0 0 0,0 0-1 0 0,0 0 1 0 0,0 1 0 0 0,1-1-1 0 0,0 1 1 0 0,-1-1 0 0 0,1 1-1 0 0,1 0 1 0 0,-2 5-1 0 0,4-8-67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9.0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48 156 79 0 0,'0'0'1'0'0,"0"0"0"0"0,1 0 0 0 0,-1 0 0 0 0,0 0-1 0 0,0 0 1 0 0,1 0 0 0 0,-1 0 0 0 0,0 0-1 0 0,1 0 1 0 0,-1 0 0 0 0,0-1 0 0 0,0 1-1 0 0,1 0 1 0 0,-1 0 0 0 0,0 0 0 0 0,0 0-1 0 0,1 0 1 0 0,-1 0 0 0 0,0-1 0 0 0,0 1-1 0 0,1 0 1 0 0,-1 0 0 0 0,0 0 0 0 0,0-1-1 0 0,0 1 1 0 0,0 0 0 0 0,1 0 0 0 0,-1-1 0 0 0,0 1-1 0 0,0 0 1 0 0,0 0 0 0 0,0-1 0 0 0,0 1-1 0 0,0 0 1 0 0,0 0 0 0 0,0-1 0 0 0,1 1-1 0 0,-1 0 1 0 0,0-1 0 0 0,0 1 0 0 0,0 0-1 0 0,0 0 1 0 0,-1-1 0 0 0,1 1 0 0 0,0 0-1 0 0,0 0 1 0 0,0-1 0 0 0,0 1 0 0 0,0 0-1 0 0,0-1 1 0 0,-1-2 14 0 0,-16 29 131 0 0,11-16-135 0 0,1 0 0 0 0,0 0-1 0 0,1 1 1 0 0,0 0 0 0 0,1 0-1 0 0,0 0 1 0 0,1 0 0 0 0,0 0-1 0 0,0 0 1 0 0,2 1 0 0 0,0 15-1 0 0,0-23-6 0 0,1 0 0 0 0,0 0-1 0 0,0 1 1 0 0,0-1-1 0 0,1 0 1 0 0,-1 0-1 0 0,1 0 1 0 0,0 0-1 0 0,0-1 1 0 0,1 1 0 0 0,-1 0-1 0 0,1-1 1 0 0,0 0-1 0 0,0 1 1 0 0,0-1-1 0 0,0 0 1 0 0,4 2-1 0 0,-6-4-3 0 0,1-1 0 0 0,-1 1 0 0 0,1 0 0 0 0,-1-1 0 0 0,1 1 0 0 0,-1-1 0 0 0,1 0 0 0 0,-1 1 0 0 0,1-1 0 0 0,0 0 0 0 0,-1 0 0 0 0,1 0 0 0 0,-1 0 0 0 0,1-1 0 0 0,0 1 0 0 0,-1 0 0 0 0,1-1 0 0 0,-1 1 0 0 0,3-1 0 0 0,2-1 0 0 0,0-1 0 0 0,0 1 0 0 0,7-6 0 0 0,-5 3 0 0 0,-1 0 0 0 0,0-1 0 0 0,0 0 0 0 0,-1-1 0 0 0,1 1 0 0 0,-1-1 0 0 0,-1 0 0 0 0,1-1 0 0 0,-1 1 0 0 0,5-11 0 0 0,3-10 0 0 0,16-49 0 0 0,-20 52 0 0 0,-3 9 0 0 0,1-1 0 0 0,6-28 0 0 0,-12 41 0 0 0,0 0 0 0 0,-1 0 0 0 0,1 0 0 0 0,-1 0 0 0 0,0 0 0 0 0,0 0 0 0 0,0 0 0 0 0,0 0 0 0 0,-1 0 0 0 0,0 0 0 0 0,0 1 0 0 0,0-1 0 0 0,-2-4 0 0 0,2 6 2 0 0,0 1-1 0 0,0-1 0 0 0,0 1 0 0 0,0-1 0 0 0,-1 1 0 0 0,1 0 0 0 0,-1-1 0 0 0,1 1 0 0 0,-1 0 1 0 0,1 0-1 0 0,-1 0 0 0 0,0 0 0 0 0,1 0 0 0 0,-1 1 0 0 0,0-1 0 0 0,0 0 0 0 0,0 1 0 0 0,1-1 1 0 0,-1 1-1 0 0,0 0 0 0 0,0 0 0 0 0,0 0 0 0 0,0 0 0 0 0,0 0 0 0 0,-3 0 0 0 0,-5 1 8 0 0,0 1-1 0 0,0 0 1 0 0,-15 5 0 0 0,20-5-9 0 0,-7 2 0 0 0,1 0 0 0 0,-1 1 0 0 0,-14 8 0 0 0,21-10 0 0 0,0 0 0 0 0,1 0 0 0 0,-1 0 0 0 0,1 1 0 0 0,0 0 0 0 0,0-1 0 0 0,0 2 0 0 0,0-1 0 0 0,-5 9 0 0 0,8-11-2 0 0,0 1 0 0 0,1-1 0 0 0,-1 1 0 0 0,0-1 0 0 0,1 1 0 0 0,-1 0 0 0 0,1 0 0 0 0,0 4 0 0 0,0-6 0 0 0,0 1-1 0 0,0-1 0 0 0,0 0 1 0 0,0 1-1 0 0,1-1 0 0 0,-1 0 1 0 0,0 1-1 0 0,1-1 0 0 0,-1 0 0 0 0,0 0 1 0 0,1 1-1 0 0,0-1 0 0 0,-1 0 1 0 0,1 0-1 0 0,0 0 0 0 0,-1 0 1 0 0,1 0-1 0 0,0 0 0 0 0,1 1 0 0 0,4 2-69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9.3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140 0 223 0 0,'-1'4'4'0'0,"0"-1"-1"0"0,0 0 1 0 0,-1 0-1 0 0,1 0 1 0 0,-1 0-1 0 0,1 0 0 0 0,-1-1 1 0 0,0 1-1 0 0,-4 4 1 0 0,-5 8 21 0 0,-2 12 11 0 0,1 0-1 0 0,2 2 0 0 0,-14 52 0 0 0,17-52-28 0 0,-5 16 25 0 0,1 1-1 0 0,3 1 0 0 0,2-1 0 0 0,0 77 0 0 0,7-108-20 0 0,0 1 0 0 0,1-1 0 0 0,1 0 0 0 0,0 0-1 0 0,8 21 1 0 0,-8-27-11 0 0,1 0-1 0 0,0 0 1 0 0,0-1-1 0 0,1 0 1 0 0,0 0-1 0 0,0 0 1 0 0,1-1-1 0 0,0 1 1 0 0,14 12-1 0 0,-14-16-16 0 0,-1 0-1 0 0,1-1 1 0 0,0 1-1 0 0,0-1 1 0 0,0 0-1 0 0,1-1 0 0 0,-1 0 1 0 0,1 0-1 0 0,-1 0 1 0 0,9 1-1 0 0,3-1-85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49.8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51 5 111 0 0,'0'-4'72'0'0,"-1"3"-15"0"0,0 5-18 0 0,-3 22 22 0 0,2 1-1 0 0,0 30 0 0 0,-1 18-65 0 0,-14 68 63 0 0,-2 22 12 0 0,18-152-70 0 0,1-1 0 0 0,1 19 0 0 0,-1-28 0 0 0,0 1 0 0 0,1-1 0 0 0,0 1 0 0 0,0-1 0 0 0,0 1 0 0 0,0-1 0 0 0,0 0 0 0 0,1 0 0 0 0,0 1 0 0 0,-1-1 0 0 0,1 0 0 0 0,0-1 0 0 0,4 5 0 0 0,-5-6-4 0 0,-1 0-1 0 0,1 0 1 0 0,0-1-1 0 0,-1 1 1 0 0,1 0-1 0 0,0-1 0 0 0,0 1 1 0 0,0-1-1 0 0,0 1 1 0 0,-1-1-1 0 0,1 1 0 0 0,0-1 1 0 0,0 0-1 0 0,0 1 1 0 0,2-1-1 0 0,-3 0 2 0 0,1 0-1 0 0,0 0 1 0 0,-1-1-1 0 0,1 1 1 0 0,-1 0 0 0 0,1-1-1 0 0,-1 1 1 0 0,1-1-1 0 0,-1 1 1 0 0,1-1-1 0 0,-1 1 1 0 0,1-1-1 0 0,-1 1 1 0 0,0-1 0 0 0,1 1-1 0 0,-1-1 1 0 0,0 1-1 0 0,1-1 1 0 0,-1 0-1 0 0,0 1 1 0 0,0-1 0 0 0,0 1-1 0 0,1-1 1 0 0,-1 0-1 0 0,0 0 1 0 0,5-34-111 0 0,-4 26 102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0.3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 69 79 0 0,'6'-6'30'0'0,"1"0"0"0"0,0 1 0 0 0,1 0-1 0 0,-1 0 1 0 0,1 1 0 0 0,13-6-1 0 0,-2 0 29 0 0,-13 7-43 0 0,0-1 0 0 0,1 1 0 0 0,7-2 0 0 0,-11 4-9 0 0,-1 1 0 0 0,1-1 0 0 0,0 1 0 0 0,0 0 1 0 0,-1 0-1 0 0,1 0 0 0 0,0 0 0 0 0,0 0 0 0 0,-1 0 0 0 0,1 1 0 0 0,0 0 1 0 0,2 0-1 0 0,-1 0-5 0 0,-1 1 0 0 0,1-1-1 0 0,-1 1 1 0 0,1 0 0 0 0,-1 0 0 0 0,0 0 0 0 0,0 0 0 0 0,0 0 0 0 0,0 1 0 0 0,0-1-1 0 0,0 1 1 0 0,-1 0 0 0 0,1 0 0 0 0,3 6 0 0 0,-4-4-2 0 0,1 0 1 0 0,-1 0-1 0 0,0 0 0 0 0,0 1 1 0 0,-1-1-1 0 0,0 1 1 0 0,0-1-1 0 0,0 1 0 0 0,0 6 1 0 0,-1 7 11 0 0,-2-1 1 0 0,1 1-1 0 0,-2 0 0 0 0,-10 34 1 0 0,10-43-11 0 0,0 0 1 0 0,-1 0 0 0 0,0 0-1 0 0,-1-1 1 0 0,0 0 0 0 0,-1 0-1 0 0,-8 11 1 0 0,4-8-2 0 0,-1 0-1 0 0,0-1 1 0 0,-1 0-1 0 0,-14 10 0 0 0,27-21 1 0 0,1-1 0 0 0,0 1 0 0 0,0 0 0 0 0,1 0 0 0 0,-1-1 0 0 0,0 1 0 0 0,0 1 0 0 0,0-1 0 0 0,0 0 0 0 0,4 1 0 0 0,0 1 5 0 0,-1 0-1 0 0,0 1 1 0 0,0-1-1 0 0,0 1 1 0 0,0 0-1 0 0,0 0 1 0 0,-1 1-1 0 0,1-1 0 0 0,-1 1 1 0 0,0 0-1 0 0,0 0 1 0 0,0 1-1 0 0,0-1 1 0 0,3 7-1 0 0,-5-7 1 0 0,0 0-1 0 0,0 0 0 0 0,0 0 1 0 0,-1 0-1 0 0,1 0 0 0 0,-1 1 1 0 0,0-1-1 0 0,0 0 0 0 0,-1 1 1 0 0,0-1-1 0 0,1 1 0 0 0,-1-1 1 0 0,-1 1-1 0 0,1-1 0 0 0,-1 1 1 0 0,1-1-1 0 0,-1 0 0 0 0,-3 8 1 0 0,-1 0-22 0 0,0-1 1 0 0,-1 1-1 0 0,-1-1 0 0 0,1-1 1 0 0,-2 1-1 0 0,1-1 1 0 0,-2 0-1 0 0,-13 13 0 0 0,-9 9 14 0 0,16-15-7 0 0,-24 21 0 0 0,33-33 5 0 0,0-1 1 0 0,0 0-1 0 0,-1 0 0 0 0,1 0 1 0 0,-1-1-1 0 0,1 0 0 0 0,-1 0 1 0 0,-11 2-1 0 0,5-3-66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2.7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1 223 0 0,'10'35'12'0'0,"-5"23"77"0"0,-3-32-60 0 0,1 0 1 0 0,10 40 0 0 0,-11-58-15 0 0,1 1 0 0 0,0-1 0 0 0,0 0 0 0 0,7 11-1 0 0,-10-19-14 0 0,1 1 0 0 0,-1-1 0 0 0,0 0 0 0 0,1 1 0 0 0,-1-1 0 0 0,1 0 0 0 0,-1 1 0 0 0,0-1 0 0 0,1 0 0 0 0,-1 0 0 0 0,1 0 0 0 0,-1 1 0 0 0,1-1 0 0 0,-1 0-1 0 0,1 0 1 0 0,-1 0 0 0 0,1 0 0 0 0,-1 0 0 0 0,1 0 0 0 0,-1 0 0 0 0,1 0 0 0 0,-1 0 0 0 0,1 0 0 0 0,-1 0 0 0 0,1 0 0 0 0,-1 0 0 0 0,1 0 0 0 0,-1-1 0 0 0,1 1-1 0 0,-1 0 1 0 0,1 0 0 0 0,-1 0 0 0 0,0-1 0 0 0,1 1 0 0 0,-1 0 0 0 0,1-1 0 0 0,-1 1 0 0 0,0 0 0 0 0,1-1 0 0 0,16-15 51 0 0,-17 16-46 0 0,46-64 123 0 0,-13 27-91 0 0,46-67 0 0 0,-58 78-37 0 0,-20 25 0 0 0,0 0 0 0 0,1-1 0 0 0,-1 1 0 0 0,1 0 0 0 0,-1 0 0 0 0,1 0 0 0 0,-1 0 0 0 0,1 0 0 0 0,0 0 0 0 0,-1 1 0 0 0,1-1 0 0 0,0 1 0 0 0,0-1 0 0 0,3 0 0 0 0,-4 1 0 0 0,0 1 0 0 0,-1-1 0 0 0,1 0 0 0 0,0 0 0 0 0,0 1 0 0 0,-1-1 0 0 0,1 1 0 0 0,0-1 0 0 0,0 0 0 0 0,-1 1 0 0 0,1-1 0 0 0,0 1 0 0 0,-1 0 0 0 0,1-1 0 0 0,-1 1 0 0 0,1 0 0 0 0,-1-1 0 0 0,1 1 0 0 0,-1 0 0 0 0,1-1 0 0 0,-1 1 0 0 0,1 0 0 0 0,-1 0 0 0 0,0 0 0 0 0,0-1 0 0 0,1 1 0 0 0,-1 0 0 0 0,0 0 0 0 0,0 0 0 0 0,0 0 0 0 0,0 1 0 0 0,1 29 0 0 0,-1-30 0 0 0,-2 24 13 0 0,-2 1 0 0 0,0-1 0 0 0,-1 0 0 0 0,-11 30-1 0 0,16-55-12 0 0,0 0 0 0 0,-1 0 0 0 0,1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1 0 0 0,0-1 0 0 0,0 0 0 0 0,1 0 0 0 0,-1 0 0 0 0,0 0 0 0 0,0 0 0 0 0,0 0 0 0 0,0 0 0 0 0,0 0 0 0 0,0 0 0 0 0,0 0 0 0 0,0 0 0 0 0,0 0 0 0 0,0 0 0 0 0,0 0 0 0 0,0 0 0 0 0,0 0 0 0 0,1 0 0 0 0,-1 0 0 0 0,0 0 0 0 0,0 0 0 0 0,0 0 0 0 0,0 0 0 0 0,0 0 0 0 0,0 0 0 0 0,0 0 0 0 0,0 0 0 0 0,0 0 0 0 0,8-5 0 0 0,6-6 0 0 0,32-35 0 0 0,15-13 0 0 0,-53 52 0 0 0,1 1 0 0 0,0 0 0 0 0,0 0 0 0 0,0 1 0 0 0,21-8 0 0 0,-24 10 0 0 0,1 1 0 0 0,0 0 0 0 0,0 1 0 0 0,1-1 0 0 0,-1 1 0 0 0,0 1 0 0 0,12 0 0 0 0,-17 0 0 0 0,0 0 0 0 0,0 0 0 0 0,0 1 0 0 0,1-1 0 0 0,-1 1 0 0 0,0-1 0 0 0,0 1 0 0 0,0 0 0 0 0,0 0 0 0 0,0 0 0 0 0,0 0 0 0 0,0 0 0 0 0,-1 0 0 0 0,1 1 0 0 0,0-1 0 0 0,-1 1 0 0 0,1-1 0 0 0,-1 1 0 0 0,1-1 0 0 0,-1 1 0 0 0,0 0 0 0 0,1 0 0 0 0,-1 0 0 0 0,0 0 0 0 0,0 0 0 0 0,0 0 0 0 0,-1 0 0 0 0,1 0 0 0 0,0 2 0 0 0,1 12 18 0 0,0-1 0 0 0,-1 0 0 0 0,-1 0 0 0 0,0 0 0 0 0,-5 28 0 0 0,2-23-11 0 0,2 1 0 0 0,0 26-1 0 0,2-40-14 0 0,-1-4 11 0 0,0 0 0 0 0,0 0 0 0 0,0-1 0 0 0,1 1 0 0 0,1 6 0 0 0,-2-9-6 0 0,0 1 1 0 0,1-1-1 0 0,-1 1 1 0 0,0-1-1 0 0,1 0 1 0 0,-1 1-1 0 0,0-1 1 0 0,1 1-1 0 0,-1-1 1 0 0,0 0-1 0 0,1 1 1 0 0,-1-1-1 0 0,1 0 1 0 0,-1 0-1 0 0,0 1 1 0 0,1-1-1 0 0,-1 0 1 0 0,1 0-1 0 0,-1 1 1 0 0,1-1-1 0 0,-1 0 1 0 0,1 0-1 0 0,-1 0 1 0 0,1 0-1 0 0,-1 0 1 0 0,1 0-1 0 0,-1 0 1 0 0,1 0-1 0 0,-1 0 1 0 0,1 0-1 0 0,-1 0 1 0 0,1 0-1 0 0,-1 0 1 0 0,1 0-1 0 0,-1-1 1 0 0,1 1-1 0 0,-1 0 1 0 0,1 0-1 0 0,-1-1 1 0 0,1 1-1 0 0,5-3-112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3.4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269 1 24 0 0,'-19'4'26'0'0,"15"-3"1"0"0,-1 0 1 0 0,1 0 0 0 0,0 1-1 0 0,-1-1 1 0 0,1 1 0 0 0,-7 4-1 0 0,-7 6-11 0 0,1 2 0 0 0,0 0 0 0 0,0 1 0 0 0,-27 33 0 0 0,23-21 11 0 0,2 1 1 0 0,-25 46-1 0 0,41-70-6 0 0,1 1 1 0 0,0 0-1 0 0,0-1 0 0 0,0 1 1 0 0,-2 9-1 0 0,4-12-17 0 0,0 0 0 0 0,0-1 0 0 0,0 1 0 0 0,0 0 0 0 0,0 0 0 0 0,0-1 0 0 0,0 1-1 0 0,1 0 1 0 0,-1-1 0 0 0,1 1 0 0 0,-1 0 0 0 0,1-1 0 0 0,0 1 0 0 0,0-1 0 0 0,-1 1 0 0 0,1-1 0 0 0,0 1 0 0 0,0-1 0 0 0,1 0 0 0 0,1 2-1 0 0,1 1-2 0 0,0 0-1 0 0,0-1 0 0 0,0 0 1 0 0,1 0-1 0 0,-1 0 0 0 0,1-1 0 0 0,0 1 1 0 0,0-1-1 0 0,0 0 0 0 0,0-1 1 0 0,0 1-1 0 0,1-1 0 0 0,-1 0 0 0 0,0 0 1 0 0,1-1-1 0 0,-1 1 0 0 0,11-2 1 0 0,4-1 13 0 0,0-1 0 0 0,0-1 1 0 0,29-10-1 0 0,-4 1-2 0 0,172-31 41 0 0,-201 42-47 0 0,3-1 23 0 0,30-1 0 0 0,-49 4-29 0 0,0-1 0 0 0,1 1 0 0 0,-1 0 0 0 0,0 0 0 0 0,0 0 0 0 0,1 0 0 0 0,-1 0 0 0 0,0 0 0 0 0,1 0 0 0 0,-1 0 0 0 0,0 0 0 0 0,0 0 0 0 0,1 0 0 0 0,-1 0 0 0 0,0 0 0 0 0,0 0 0 0 0,1 0 0 0 0,-1 0 0 0 0,0 0 0 0 0,0 0 0 0 0,1 0 0 0 0,-1 1 0 0 0,0-1 0 0 0,0 0 0 0 0,1 0 0 0 0,-1 0 0 0 0,0 0 0 0 0,0 1 0 0 0,1-1 0 0 0,-1 0 0 0 0,0 0 0 0 0,-2 1-27 0 0,1-1-1 0 0,-1 1 1 0 0,0-1-1 0 0,0 0 0 0 0,1 0 1 0 0,-1 0-1 0 0,0 0 0 0 0,0 0 1 0 0,0 0-1 0 0,-1-1 0 0 0,-10-1-68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3.7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 24 0 0,'7'9'123'0'0,"3"7"71"0"0,-3 6-152 0 0,0-1 0 0 0,-2 2 0 0 0,-1-1 0 0 0,0 1 0 0 0,-2-1 0 0 0,0 1 0 0 0,-3 31 1 0 0,-26 160 120 0 0,17-152-154 0 0,4-13 50 0 0,-1 77-1 0 0,7-125-58 0 0,0-1-1 0 0,0 1 1 0 0,0 0-1 0 0,0-1 1 0 0,0 1-1 0 0,0 0 1 0 0,0-1-1 0 0,0 1 1 0 0,0 0-1 0 0,0-1 1 0 0,1 1-1 0 0,-1 0 1 0 0,0-1-1 0 0,0 1 1 0 0,1 0-1 0 0,-1-1 1 0 0,1 1-1 0 0,-1-1 1 0 0,0 1-1 0 0,1-1 0 0 0,-1 1 1 0 0,1-1-1 0 0,-1 1 1 0 0,1-1-1 0 0,-1 1 1 0 0,1-1-1 0 0,0 0 1 0 0,0 1-1 0 0,1-1-5 0 0,-1 1 0 0 0,1-1 0 0 0,-1 0 0 0 0,1 0-1 0 0,0 0 1 0 0,-1 0 0 0 0,1 0 0 0 0,-1 0 0 0 0,1-1 0 0 0,0 1-1 0 0,1-1 1 0 0,10-3-81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4.8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0,'4'5'15'0'0,"0"1"1"0"0,-1 0 0 0 0,0 0 0 0 0,0 0 0 0 0,0 0 0 0 0,-1 0 0 0 0,0 1 0 0 0,2 8 0 0 0,5 55 58 0 0,-8-58-62 0 0,2 23 1 0 0,7 51 44 0 0,-10-85-50 0 0,0 0-1 0 0,0 0 1 0 0,0 0-1 0 0,1 0 1 0 0,-1 0-1 0 0,0 0 1 0 0,1 0-1 0 0,-1 0 0 0 0,0 0 1 0 0,1 0-1 0 0,-1 0 1 0 0,1 0-1 0 0,0-1 1 0 0,-1 1-1 0 0,1 0 0 0 0,0 0 1 0 0,-1 0-1 0 0,1-1 1 0 0,0 1-1 0 0,0-1 1 0 0,-1 1-1 0 0,1 0 0 0 0,0-1 1 0 0,0 1-1 0 0,0-1 1 0 0,0 0-1 0 0,0 1 1 0 0,0-1-1 0 0,0 0 0 0 0,0 0 1 0 0,0 1-1 0 0,0-1 1 0 0,0 0-1 0 0,0 0 1 0 0,0 0-1 0 0,0 0 0 0 0,0 0 1 0 0,0 0-1 0 0,0-1 1 0 0,0 1-1 0 0,0 0 1 0 0,0 0-1 0 0,0-1 0 0 0,0 1 1 0 0,0-1-1 0 0,1 0 1 0 0,5-2 27 0 0,1-1 1 0 0,-1-1-1 0 0,0 1 1 0 0,9-9-1 0 0,-12 10-35 0 0,58-49 39 0 0,14-11 35 0 0,-65 55-59 0 0,-1 2-1 0 0,1-1 1 0 0,0 1-1 0 0,1 1 0 0 0,21-7 1 0 0,-30 11-12 0 0,0 0 1 0 0,0 0 0 0 0,0 1-1 0 0,-1 0 1 0 0,1-1 0 0 0,0 1-1 0 0,0 0 1 0 0,0 0 0 0 0,0 0-1 0 0,0 1 1 0 0,-1-1 0 0 0,1 1-1 0 0,0 0 1 0 0,0 0 0 0 0,-1 0-1 0 0,5 2 1 0 0,-4-1-1 0 0,0 0 0 0 0,0 0 0 0 0,-1 0 1 0 0,1 0-1 0 0,-1 1 0 0 0,1-1 0 0 0,-1 1 0 0 0,0 0 0 0 0,0 0 0 0 0,0 0 0 0 0,-1 0 0 0 0,1 0 0 0 0,1 5 0 0 0,8 24 20 0 0,-2 0-1 0 0,6 34 0 0 0,-14-56-21 0 0,-1-7 0 0 0,1-1 0 0 0,-1 1 0 0 0,1-1 0 0 0,-1 1 0 0 0,1-1 0 0 0,0 0 0 0 0,1 4 0 0 0,-2-6 0 0 0,1 1 0 0 0,-1-1 0 0 0,1 0 0 0 0,-1 1 0 0 0,0-1 0 0 0,1 0 0 0 0,-1 1 0 0 0,1-1 0 0 0,-1 0 0 0 0,1 0 0 0 0,-1 0 0 0 0,1 1 0 0 0,-1-1 0 0 0,1 0 0 0 0,-1 0 0 0 0,1 0 0 0 0,0 0 0 0 0,-1 0 0 0 0,1 0 0 0 0,-1 0 0 0 0,1 0 0 0 0,-1 0 0 0 0,1 0 0 0 0,-1 0 0 0 0,1 0 0 0 0,-1 0 0 0 0,1-1 0 0 0,-1 1 0 0 0,1 0 0 0 0,-1 0 0 0 0,1-1 0 0 0,-1 1 0 0 0,1 0 0 0 0,-1-1 0 0 0,1 1 0 0 0,-1 0 0 0 0,1-1 0 0 0,0 0 0 0 0,6-5 0 0 0,1-1 0 0 0,-1 0 0 0 0,-1-1 0 0 0,1 1 0 0 0,-1-1 0 0 0,10-17 0 0 0,12-15 0 0 0,-24 35 7 0 0,0 0-1 0 0,0 1 1 0 0,1-1-1 0 0,0 1 1 0 0,0 0-1 0 0,10-6 0 0 0,-14 10-5 0 0,0-1-1 0 0,0 0 1 0 0,0 1-1 0 0,0-1 1 0 0,1 1-1 0 0,-1 0 0 0 0,0-1 1 0 0,0 1-1 0 0,0 0 1 0 0,0 0-1 0 0,0-1 1 0 0,1 1-1 0 0,-1 0 0 0 0,0 0 1 0 0,0 0-1 0 0,0 1 1 0 0,0-1-1 0 0,1 0 0 0 0,-1 0 1 0 0,0 1-1 0 0,0-1 1 0 0,0 0-1 0 0,0 1 1 0 0,0-1-1 0 0,0 1 0 0 0,0-1 1 0 0,0 1-1 0 0,0 0 1 0 0,0 0-1 0 0,0-1 1 0 0,0 1-1 0 0,0 0 0 0 0,-1 0 1 0 0,1 0-1 0 0,0 0 1 0 0,0 0-1 0 0,-1 0 1 0 0,1 0-1 0 0,-1 0 0 0 0,1 0 1 0 0,-1 0-1 0 0,1 0 1 0 0,-1 0-1 0 0,0 2 0 0 0,3 6-14 0 0,0 1 0 0 0,-2 0 0 0 0,1-1 0 0 0,0 12 0 0 0,-2-12 36 0 0,1 0 1 0 0,0 0-1 0 0,1-1 1 0 0,0 1-1 0 0,4 12 0 0 0,-5-20-19 0 0,-1 0-1 0 0,1 0 0 0 0,0 0 0 0 0,0 0 0 0 0,0 0 0 0 0,0 0 0 0 0,0 0 0 0 0,-1 0 0 0 0,2-1 0 0 0,-1 1 0 0 0,0 0 0 0 0,0 0 0 0 0,0-1 0 0 0,0 1 0 0 0,0-1 0 0 0,1 1 0 0 0,-1-1 0 0 0,0 1 0 0 0,0-1 0 0 0,1 0 0 0 0,-1 0 0 0 0,0 0 0 0 0,0 0 0 0 0,1 0 0 0 0,-1 0 0 0 0,0 0 0 0 0,1 0 0 0 0,-1 0 0 0 0,0 0 0 0 0,2-1 0 0 0,6-1-39 0 0,-1 0-1 0 0,1-1 0 0 0,10-5 1 0 0,-13 6-9 0 0,1-1-46 0 0,-1 0-1 0 0,0-1 1 0 0,0 1-1 0 0,0-1 1 0 0,10-9-1 0 0,-1 2-107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5.5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1 143 0 0,'1'-1'0'0'0,"-2"66"272"0"0,4 121-55 0 0,0-149-220 0 0,1 1 0 0 0,18 70 0 0 0,-21-107 5 0 0,-1 1-1 0 0,0-1 0 0 0,0 0 0 0 0,1 0 0 0 0,-1 0 0 0 0,1 0 1 0 0,-1 1-1 0 0,1-1 0 0 0,0 0 0 0 0,-1 0 0 0 0,1 0 0 0 0,0 0 0 0 0,0 0 1 0 0,0 0-1 0 0,-1-1 0 0 0,1 1 0 0 0,0 0 0 0 0,2 1 0 0 0,-2-2 1 0 0,0 0 0 0 0,0 0 0 0 0,0 0 1 0 0,0 0-1 0 0,0 0 0 0 0,-1-1 0 0 0,1 1 0 0 0,0 0 0 0 0,0 0 0 0 0,0-1 0 0 0,0 1 0 0 0,0 0 0 0 0,0-1 0 0 0,-1 1 0 0 0,1-1 0 0 0,0 1 0 0 0,0-1 0 0 0,-1 1 0 0 0,1-1 0 0 0,0 0 0 0 0,-1 1 0 0 0,1-1 0 0 0,0 0 0 0 0,-1 1 0 0 0,1-3 0 0 0,29-33 112 0 0,-6 6 33 0 0,29-28 0 0 0,-44 49-133 0 0,2 0-1 0 0,-1 1 0 0 0,1 0 1 0 0,1 0-1 0 0,-1 1 0 0 0,23-9 0 0 0,-28 13-8 0 0,0 1-1 0 0,1 0 0 0 0,-1 0 0 0 0,1 0 1 0 0,11-1-1 0 0,-17 3-3 0 0,1 0 0 0 0,-1 0 0 0 0,1 0 1 0 0,-1 0-1 0 0,1 0 0 0 0,-1 0 0 0 0,1 1 0 0 0,-1-1 0 0 0,1 1 1 0 0,-1-1-1 0 0,1 1 0 0 0,-1-1 0 0 0,0 1 0 0 0,1 0 0 0 0,-1 0 1 0 0,0-1-1 0 0,0 1 0 0 0,0 0 0 0 0,1 0 0 0 0,-1 0 0 0 0,0 1 1 0 0,0-1-1 0 0,0 0 0 0 0,0 0 0 0 0,-1 0 0 0 0,1 1 0 0 0,0-1 1 0 0,-1 0-1 0 0,1 1 0 0 0,0-1 0 0 0,-1 1 0 0 0,1 1 0 0 0,1 9 8 0 0,0 0-1 0 0,0 0 0 0 0,-2 0 1 0 0,1 0-1 0 0,-1 0 0 0 0,-1 0 0 0 0,-3 15 1 0 0,0 21-12 0 0,3-30 10 0 0,-1-8 5 0 0,2-1-1 0 0,0 16 1 0 0,0-23-11 0 0,0-1 0 0 0,0 1 0 0 0,0 0 0 0 0,1 0 0 0 0,-1-1 0 0 0,1 1 0 0 0,-1 0 1 0 0,1-1-1 0 0,-1 1 0 0 0,1-1 0 0 0,0 1 0 0 0,0-1 0 0 0,0 1 0 0 0,0-1 0 0 0,0 1 0 0 0,0-1 0 0 0,0 0 0 0 0,0 0 0 0 0,1 1 0 0 0,1 0 0 0 0,-2-1-2 0 0,1-1 0 0 0,0 1 0 0 0,-1 0 0 0 0,1-1 0 0 0,0 0 0 0 0,-1 1 0 0 0,1-1 0 0 0,0 0 0 0 0,0 0 0 0 0,-1 0 0 0 0,1 0 0 0 0,0 0 0 0 0,-1 0 0 0 0,1-1 0 0 0,0 1 0 0 0,-1 0 0 0 0,1-1 0 0 0,0 1 0 0 0,-1-1 0 0 0,1 0 0 0 0,-1 0 0 0 0,1 1 0 0 0,2-3 0 0 0,3-2-8 0 0,1-1 0 0 0,-1 0 1 0 0,8-9-1 0 0,-3 4 4 0 0,91-70 152 0 0,-67 55-48 0 0,54-49-1 0 0,-39 27-52 0 0,2 2-1 0 0,3 3 0 0 0,71-44 1 0 0,-125 86-50 0 0,19-14-53 0 0,-20 15 38 0 0,0-1 1 0 0,0 1 0 0 0,-1-1 0 0 0,1 1 0 0 0,-1-1 0 0 0,1 0 0 0 0,0 1 0 0 0,-1-1 0 0 0,1 0-1 0 0,-1 1 1 0 0,1-1 0 0 0,-1 0 0 0 0,0 0 0 0 0,1 1 0 0 0,-1-1 0 0 0,0 0 0 0 0,0 0-1 0 0,1 0 1 0 0,-1 0 0 0 0,0 1 0 0 0,0-1 0 0 0,0 0 0 0 0,0-1 0 0 0,-3 1-311 0 0,1 1 236 0 0,-6 0-123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5.7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20 79 0 0,'1'-3'0'0'0,"1"-1"0"0"0,0 3 0 0 0,-2-3 0 0 0,0 6 0 0 0,0-4 96 0 0,1-1-32 0 0,-1-2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6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 24 0 0,'10'-16'90'0'0,"-9"17"-75"0"0,0 0-1 0 0,0 1 0 0 0,0-1 1 0 0,0 0-1 0 0,-1 1 1 0 0,1-1-1 0 0,0 1 0 0 0,0 1 1 0 0,-1-3-14 0 0,7 19 45 0 0,0-1 0 0 0,2 0-1 0 0,0 0 1 0 0,13 19 0 0 0,-16-29-40 0 0,1 0-1 0 0,-1 0 0 0 0,2 0 1 0 0,-1-1-1 0 0,1 0 0 0 0,0-1 1 0 0,0 1-1 0 0,1-2 0 0 0,16 9 0 0 0,-7-6 4 0 0,0-1-1 0 0,1-1 0 0 0,0-1 0 0 0,0 0 1 0 0,0-1-1 0 0,0-2 0 0 0,31 2 0 0 0,138-14-11 0 0,-174 9 4 0 0,98-15-1 0 0,-109 15-22 0 0,0 0 0 0 0,0 0-1 0 0,-1 0 1 0 0,1 0-1 0 0,0-1 1 0 0,3-1-1 0 0,-3 1-60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7.2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87 7 167 0 0,'35'-7'60'0'0,"-30"7"-44"0"0,0 0 0 0 0,-1 1 0 0 0,1-1 0 0 0,0 1-1 0 0,0 0 1 0 0,0 1 0 0 0,-1-1 0 0 0,7 3 0 0 0,-9-3-13 0 0,0 0 1 0 0,0 0 0 0 0,0 1 0 0 0,0-1 0 0 0,-1 0 0 0 0,1 1-1 0 0,0-1 1 0 0,-1 1 0 0 0,1 0 0 0 0,-1-1 0 0 0,0 1 0 0 0,1 0-1 0 0,-1 0 1 0 0,0 0 0 0 0,0 0 0 0 0,0 0 0 0 0,0 0 0 0 0,-1 0-1 0 0,1 0 1 0 0,0 3 0 0 0,0 3 1 0 0,0 0 0 0 0,-1 0 0 0 0,0 0-1 0 0,0 0 1 0 0,-1 0 0 0 0,0-1 0 0 0,0 1-1 0 0,-1 0 1 0 0,0 0 0 0 0,-4 8 0 0 0,-5 11 23 0 0,-21 36 1 0 0,14-27-22 0 0,-70 123-7 0 0,87-157-1 0 0,1-1 0 0 0,-1 0 0 0 0,0 1 0 0 0,0-1-1 0 0,0 0 1 0 0,0 0 0 0 0,0 0 0 0 0,0 0-1 0 0,0 0 1 0 0,0 0 0 0 0,0 0 0 0 0,0 0-1 0 0,0 0 1 0 0,-1-1 0 0 0,1 1 0 0 0,-3 0-1 0 0,3-1 1 0 0,0 0 0 0 0,1 0-1 0 0,-1 0 1 0 0,0-1 0 0 0,0 1-1 0 0,0 0 1 0 0,1-1 0 0 0,-1 1-1 0 0,0-1 1 0 0,1 1 0 0 0,-1-1-1 0 0,0 1 1 0 0,1-1 0 0 0,-1 1-1 0 0,1-1 1 0 0,-1 0 0 0 0,0 1-1 0 0,1-1 1 0 0,0 0 0 0 0,-1 1-1 0 0,1-1 1 0 0,-1 0 0 0 0,1 0-1 0 0,0 1 1 0 0,0-1 0 0 0,-1 0-1 0 0,1 0 1 0 0,0-1-1 0 0,-3-7-10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8.4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27 120 167 0 0,'-27'-14'182'0'0,"30"15"-171"0"0,-1 0 0 0 0,1-1 0 0 0,-1 1-1 0 0,1-1 1 0 0,-1 1 0 0 0,1-1 0 0 0,0 0 0 0 0,-1 0 0 0 0,1 0 0 0 0,-1-1 0 0 0,1 1 0 0 0,-1 0-1 0 0,1-1 1 0 0,4-1 0 0 0,42-19 21 0 0,-20 8-6 0 0,2 2 3 0 0,2 0 1 0 0,-1 2-1 0 0,62-9 0 0 0,-73 17-27 0 0,-13 1-4 0 0,-1-1 1 0 0,0 1-1 0 0,0-1 1 0 0,0 0-1 0 0,0-1 1 0 0,0 0-1 0 0,-1 0 1 0 0,11-4-1 0 0,-17 6 0 0 0,0 0-1 0 0,0 0 0 0 0,0 0 0 0 0,0 0 0 0 0,1 0 0 0 0,-1-1 0 0 0,0 1 1 0 0,0 0-1 0 0,0 0 0 0 0,0 0 0 0 0,0 0 0 0 0,0 0 0 0 0,0 0 0 0 0,0 0 1 0 0,1 0-1 0 0,-1 0 0 0 0,0 0 0 0 0,0 0 0 0 0,0 0 0 0 0,0 0 0 0 0,0-1 1 0 0,0 1-1 0 0,0 0 0 0 0,0 0 0 0 0,0 0 0 0 0,0 0 0 0 0,0 0 0 0 0,0 0 1 0 0,0 0-1 0 0,0-1 0 0 0,1 1 0 0 0,-1 0 0 0 0,0 0 0 0 0,0 0 0 0 0,0 0 1 0 0,0 0-1 0 0,0 0 0 0 0,0 0 0 0 0,0-1 0 0 0,-1 1 0 0 0,1 0 0 0 0,0 0 1 0 0,0 0-1 0 0,0 0 0 0 0,0 0 0 0 0,0 0 0 0 0,0-1 0 0 0,0 1 0 0 0,0 0 1 0 0,0 0-1 0 0,0 0 0 0 0,0 0 0 0 0,0 0 0 0 0,0 0 0 0 0,-1 0 0 0 0,-2-2-97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8.6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14 24 0 0,'-2'-9'-5'0'0,"2"5"301"0"0,3 10-145 0 0,5 13-110 0 0,-1 1 0 0 0,-2 0-1 0 0,0 1 1 0 0,0-1 0 0 0,1 33 0 0 0,-4-5 2 0 0,-4 63 0 0 0,-20 69-33 0 0,11-100-10 0 0,10-74 0 0 0,0-2 0 0 0,1 1 0 0 0,-1-1 0 0 0,1 1 0 0 0,0-1 0 0 0,0 0 0 0 0,0 1 0 0 0,2 5 0 0 0,-2-9-3 0 0,0-1 0 0 0,0 0 0 0 0,0 0-1 0 0,0 1 1 0 0,0-1 0 0 0,0 0 0 0 0,0 0-1 0 0,1 1 1 0 0,-1-1 0 0 0,0 0-1 0 0,0 0 1 0 0,0 0 0 0 0,0 1 0 0 0,1-1-1 0 0,-1 0 1 0 0,0 0 0 0 0,0 0-1 0 0,0 0 1 0 0,1 1 0 0 0,-1-1 0 0 0,0 0-1 0 0,0 0 1 0 0,0 0 0 0 0,1 0-1 0 0,-1 0 1 0 0,0 0 0 0 0,0 0 0 0 0,1 0-1 0 0,-1 0 1 0 0,0 0 0 0 0,0 0-1 0 0,1 0 1 0 0,-1 0 0 0 0,0 0 0 0 0,0 0-1 0 0,1 0 1 0 0,-1 0 0 0 0,0 0-1 0 0,0 0 1 0 0,1 0 0 0 0,-1 0 0 0 0,0 0-1 0 0,0 0 1 0 0,0 0 0 0 0,1-1-1 0 0,-1 1 1 0 0,0 0 0 0 0,1 0 0 0 0,0-1-21 0 0,3 1-72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7:59.2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174 1 199 0 0,'-1'2'0'0'0,"0"0"0"0"0,0 0 0 0 0,-1 0 0 0 0,1 0 0 0 0,0 0 0 0 0,-1-1 0 0 0,1 1 0 0 0,-1 0 0 0 0,-2 1 0 0 0,-5 7 12 0 0,-5 10 26 0 0,0 1-1 0 0,2 0 0 0 0,0 1 0 0 0,2 1 0 0 0,-12 36 1 0 0,-25 123 132 0 0,41-156-137 0 0,2 1-1 0 0,0 0 1 0 0,1 29 0 0 0,3-47-31 0 0,0 0 1 0 0,1-1 0 0 0,1 1 0 0 0,-1 0 0 0 0,1 0 0 0 0,1 0 0 0 0,-1-1-1 0 0,2 0 1 0 0,-1 1 0 0 0,1-1 0 0 0,0 0 0 0 0,1-1 0 0 0,6 9-1 0 0,-6-9-2 0 0,0-1 0 0 0,1 0 0 0 0,0-1 0 0 0,0 1 0 0 0,0-1 0 0 0,1 0 0 0 0,7 4 0 0 0,-12-7 0 0 0,0-1 0 0 0,0 0 0 0 0,0 0 0 0 0,0 0 0 0 0,0-1 0 0 0,0 1 0 0 0,0 0 0 0 0,1-1 0 0 0,-1 1 0 0 0,0-1 0 0 0,0 0 0 0 0,1 0 0 0 0,-1 0 0 0 0,0 0 0 0 0,0 0 0 0 0,0 0 0 0 0,1-1 0 0 0,-1 1 0 0 0,0-1 0 0 0,0 1 0 0 0,0-1 0 0 0,0 0 0 0 0,0 0 0 0 0,0 0 0 0 0,0 0 0 0 0,0 0 0 0 0,0 0 0 0 0,0-1 0 0 0,-1 1 0 0 0,1-1 0 0 0,1-1 0 0 0,7-9 10 0 0,-1 1-1 0 0,0-2 0 0 0,-1 1 0 0 0,0-1 1 0 0,-1 0-1 0 0,9-23 0 0 0,-13 27-3 0 0,0 1-1 0 0,-1-1 1 0 0,0 1 0 0 0,0-1-1 0 0,-1 0 1 0 0,0 0 0 0 0,-1 0 0 0 0,1 0-1 0 0,-2 0 1 0 0,1 0 0 0 0,-2 0-1 0 0,-2-12 1 0 0,3 17 2 0 0,-1 1 1 0 0,0-1-1 0 0,0 1 0 0 0,0-1 0 0 0,-1 1 1 0 0,1 0-1 0 0,-1 0 0 0 0,1 0 1 0 0,-1 0-1 0 0,0 1 0 0 0,0-1 0 0 0,-1 1 1 0 0,1 0-1 0 0,-5-3 0 0 0,3 2-1 0 0,0 0 0 0 0,-1 1 0 0 0,1-1-1 0 0,0 1 1 0 0,-1 0 0 0 0,1 1 0 0 0,-1 0 0 0 0,0 0-1 0 0,-7-1 1 0 0,7 2-4 0 0,1 1 0 0 0,-1 0 0 0 0,1 0 0 0 0,0 0 0 0 0,0 0 0 0 0,-1 1 0 0 0,1 0 0 0 0,0 0 0 0 0,1 1 0 0 0,-1-1 0 0 0,0 1 0 0 0,1 0 0 0 0,-1 0 0 0 0,1 0 0 0 0,0 1 0 0 0,0 0-1 0 0,0 0 1 0 0,1 0 0 0 0,-1 0 0 0 0,1 0 0 0 0,-3 6 0 0 0,2-4-8 0 0,1 0-1 0 0,-1 0 1 0 0,2 0-1 0 0,-1 1 1 0 0,1-1-1 0 0,0 1 1 0 0,0-1-1 0 0,0 1 1 0 0,1 0 0 0 0,0 0-1 0 0,1-1 1 0 0,-1 1-1 0 0,1 0 1 0 0,1 0-1 0 0,-1 0 1 0 0,3 7-1 0 0,-3-10-13 0 0,1-1-1 0 0,0 0 1 0 0,0 0 0 0 0,0 0-1 0 0,1 0 1 0 0,-1-1 0 0 0,0 1-1 0 0,1 0 1 0 0,0 0 0 0 0,0-1-1 0 0,0 1 1 0 0,0-1 0 0 0,4 3-1 0 0,5 4-68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0.2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129 144 167 0 0,'0'1'1'0'0,"0"-1"-1"0"0,0 0 0 0 0,0 0 1 0 0,0 0-1 0 0,-1 0 0 0 0,1 0 1 0 0,0 0-1 0 0,0 0 0 0 0,0 0 0 0 0,0 0 1 0 0,0 0-1 0 0,0 0 0 0 0,0 0 1 0 0,-1 0-1 0 0,1 0 0 0 0,0 0 0 0 0,0 0 1 0 0,0 1-1 0 0,0-1 0 0 0,0 0 1 0 0,0 0-1 0 0,-1-1 0 0 0,1 1 1 0 0,0 0-1 0 0,0 0 0 0 0,0 0 0 0 0,0 0 1 0 0,0 0-1 0 0,0 0 0 0 0,0 0 1 0 0,-1 0-1 0 0,1 0 0 0 0,0 0 0 0 0,0 0 1 0 0,0 0-1 0 0,0 0 0 0 0,0 0 1 0 0,0 0-1 0 0,0 0 0 0 0,0-1 1 0 0,-1 1-1 0 0,1 0 0 0 0,0 0 0 0 0,0 0 1 0 0,0 0-1 0 0,0 0 0 0 0,0 0 1 0 0,0 0-1 0 0,0-1 0 0 0,0 1 0 0 0,0 0 1 0 0,0 0-1 0 0,0 0 0 0 0,0 0 1 0 0,0 0-1 0 0,0 0 0 0 0,0 0 1 0 0,0-1-1 0 0,0 1 0 0 0,0 0 0 0 0,0 0 1 0 0,0 0-1 0 0,0 0 0 0 0,0 0 1 0 0,0 0-1 0 0,0-1 0 0 0,0 1 0 0 0,-7 8 52 0 0,7-7-49 0 0,-5 6 18 0 0,-4 3-14 0 0,0 1 0 0 0,2 1 0 0 0,-1-1 1 0 0,1 1-1 0 0,-8 20 0 0 0,10-17 2 0 0,1 0-1 0 0,0 0 0 0 0,1 0 1 0 0,1 1-1 0 0,1 0 0 0 0,0-1 1 0 0,0 1-1 0 0,2 0 1 0 0,0-1-1 0 0,1 1 0 0 0,0-1 1 0 0,1 1-1 0 0,9 24 0 0 0,-10-35-8 0 0,0-1 0 0 0,0 1 0 0 0,0-1 0 0 0,1 0 0 0 0,-1 0 0 0 0,1 0 0 0 0,0 0 0 0 0,1 0 0 0 0,-1-1 0 0 0,7 6 0 0 0,-9-8 0 0 0,0 0 0 0 0,1 0 0 0 0,-1 0 0 0 0,1 0 0 0 0,-1-1 0 0 0,1 1 0 0 0,-1 0 0 0 0,1-1 0 0 0,0 1 0 0 0,-1-1 0 0 0,1 1 0 0 0,0-1 0 0 0,-1 0 0 0 0,1 0 0 0 0,0 1 0 0 0,-1-1 0 0 0,1-1 0 0 0,0 1 0 0 0,0 0 0 0 0,-1 0 0 0 0,1-1 0 0 0,0 1 0 0 0,-1-1 0 0 0,1 1 0 0 0,-1-1 0 0 0,1 1 0 0 0,0-1 0 0 0,-1 0 0 0 0,1 0 0 0 0,-1 0 0 0 0,0 0 0 0 0,3-2 0 0 0,2-3 0 0 0,-1 0 0 0 0,0 0-1 0 0,0-1 1 0 0,-1 1 0 0 0,0-1-1 0 0,4-8 1 0 0,18-47 3 0 0,-13 29 7 0 0,5-8 30 0 0,-3 6-37 0 0,-1 1 1 0 0,-1-2-1 0 0,14-69 0 0 0,-26 99 0 0 0,0 0-1 0 0,-1 0 0 0 0,0 0 0 0 0,0-1 0 0 0,-1 1 0 0 0,0 0 0 0 0,0 0 1 0 0,0 0-1 0 0,-1 0 0 0 0,0 1 0 0 0,0-1 0 0 0,0 0 0 0 0,-1 1 0 0 0,-4-8 0 0 0,5 10 0 0 0,0 0-1 0 0,0 0 0 0 0,0 0 0 0 0,-1 1 1 0 0,0-1-1 0 0,1 1 0 0 0,-1 0 0 0 0,0 0 1 0 0,0 0-1 0 0,0 0 0 0 0,0 0 0 0 0,0 0 0 0 0,0 1 1 0 0,-1 0-1 0 0,1 0 0 0 0,-1 0 0 0 0,1 0 1 0 0,-1 0-1 0 0,1 0 0 0 0,-1 1 0 0 0,1 0 1 0 0,-1 0-1 0 0,1 0 0 0 0,-1 0 0 0 0,-6 1 0 0 0,2 2-1 0 0,0-1 0 0 0,0 1 0 0 0,0 0 0 0 0,0 0 0 0 0,1 1 0 0 0,-1 0 0 0 0,1 1 0 0 0,0 0 0 0 0,1 0 0 0 0,-12 11 0 0 0,1 1 0 0 0,0 0 0 0 0,-21 32 0 0 0,33-41 0 0 0,0 0 0 0 0,0 0 0 0 0,1 1 0 0 0,0-1 0 0 0,0 1 0 0 0,-3 14 0 0 0,6-19 0 0 0,0 0 0 0 0,0 0 0 0 0,1 0 0 0 0,-1 0 0 0 0,1 0 0 0 0,0 0 0 0 0,0 0 0 0 0,0 0 0 0 0,1 0 0 0 0,-1 0 0 0 0,1 0 0 0 0,0 0 0 0 0,0 0 0 0 0,0-1 0 0 0,1 1 0 0 0,-1 0 0 0 0,5 6 0 0 0,1-4 0 0 0,2-3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0.5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97 1 24 0 0,'-1'31'194'0'0,"-6"33"0"0"0,0-5-132 0 0,-5 45 62 0 0,-32 132 0 0 0,35-198-93 0 0,3 0 0 0 0,-4 54-1 0 0,9-77-21 0 0,2-1 0 0 0,-1 1-1 0 0,2-1 1 0 0,0 0 0 0 0,0 1-1 0 0,2-1 1 0 0,-1 0 0 0 0,2-1-1 0 0,10 23 1 0 0,-13-31-11 0 0,1 0 0 0 0,0-1 0 0 0,0 0 0 0 0,1 1 0 0 0,-1-1 0 0 0,1-1 0 0 0,0 1 0 0 0,0 0 1 0 0,0-1-1 0 0,5 3 0 0 0,-6-4-12 0 0,0 0 0 0 0,0 0 0 0 0,1-1 0 0 0,-1 1 0 0 0,1-1 0 0 0,-1 0 0 0 0,1 0 0 0 0,-1 0 0 0 0,1-1 0 0 0,-1 1 0 0 0,1-1 0 0 0,0 0 0 0 0,-1 0 0 0 0,1 0 0 0 0,6-2-1 0 0,11-3-55 0 0,3 0-28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1.1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32 343 0 0,'0'-2'9'0'0,"0"0"0"0"0,0 0-1 0 0,0 1 1 0 0,0-1 0 0 0,1 0-1 0 0,-1 0 1 0 0,1 1 0 0 0,-1-1-1 0 0,1 0 1 0 0,0 1 0 0 0,0-1-1 0 0,0 1 1 0 0,0-1 0 0 0,0 1-1 0 0,0-1 1 0 0,0 1 0 0 0,2-2-1 0 0,-3 3-4 0 0,1 0 0 0 0,-1 0 0 0 0,0 0 0 0 0,1 0 0 0 0,-1 0 0 0 0,0 1 0 0 0,1-1 0 0 0,-1 0 0 0 0,0 0 0 0 0,1 0 0 0 0,-1 1 0 0 0,0-1 0 0 0,1 0 0 0 0,-1 0 0 0 0,0 1 0 0 0,0-1 0 0 0,1 0 0 0 0,-1 1 0 0 0,0-1 0 0 0,0 0 0 0 0,1 1 0 0 0,-1-1 0 0 0,0 0 0 0 0,0 1 0 0 0,0-1 0 0 0,0 1 0 0 0,6 11 14 0 0,-6-11-20 0 0,6 17 26 0 0,-1 1 0 0 0,0 0-1 0 0,-2 0 1 0 0,0 0-1 0 0,0 21 1 0 0,-5 98 35 0 0,1-126-57 0 0,-6 51 50 0 0,3-40-25 0 0,0 32 1 0 0,5-30-3 0 0,1-1 0 0 0,7 40-1 0 0,11-123-192 0 0,-3-13-24 0 0,-11 46 88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1.5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92 28 199 0 0,'-3'-3'-9'0'0,"-2"-1"21"0"0,0 0-1 0 0,1 1 1 0 0,-11-6-1 0 0,13 8 6 0 0,0 1 0 0 0,0-1 0 0 0,0 0-1 0 0,-1 1 1 0 0,1 0 0 0 0,0-1 0 0 0,0 1 0 0 0,0 0-1 0 0,0 0 1 0 0,-1 0 0 0 0,1 0 0 0 0,0 0 0 0 0,-4 2-1 0 0,13 1 30 0 0,0 0-1 0 0,0 0 1 0 0,9 7-1 0 0,2 1-8 0 0,-8-6-3 0 0,0 1 1 0 0,11 10-1 0 0,-18-14-26 0 0,1 1 1 0 0,-1 0 0 0 0,0 0-1 0 0,0 0 1 0 0,-1 1 0 0 0,1-1-1 0 0,-1 1 1 0 0,0-1 0 0 0,4 7-1 0 0,-6-7-6 0 0,1 0 0 0 0,-1-1 0 0 0,0 1 0 0 0,1 0-1 0 0,-1 0 1 0 0,0 0 0 0 0,-1 0 0 0 0,1 0-1 0 0,0-1 1 0 0,-1 1 0 0 0,0 0 0 0 0,1 0-1 0 0,-1-1 1 0 0,0 1 0 0 0,-2 3 0 0 0,-3 6 15 0 0,-14 21 0 0 0,16-27-16 0 0,-70 118 63 0 0,74-123-64 0 0,-7 17 0 0 0,7-18 0 0 0,0 1 0 0 0,0-1 0 0 0,0 1 0 0 0,0 0 0 0 0,0-1 0 0 0,0 1 0 0 0,0-1 0 0 0,0 1 0 0 0,0-1 0 0 0,0 1 0 0 0,0-1 0 0 0,0 1 0 0 0,0-1 0 0 0,1 1 0 0 0,-1-1 0 0 0,0 1 0 0 0,0-1 0 0 0,1 1 0 0 0,-1-1 0 0 0,0 1 0 0 0,1-1 0 0 0,-1 0 0 0 0,0 1 0 0 0,1-1 0 0 0,-1 0 0 0 0,1 1 0 0 0,-1-1 0 0 0,1 0 0 0 0,-1 1 0 0 0,1-1 0 0 0,6 4 0 0 0,1-1 0 0 0,-1 0 0 0 0,1 0 0 0 0,14 2 0 0 0,-20-4 0 0 0,0-1 0 0 0,0 0 0 0 0,-1 1 0 0 0,1 0 0 0 0,-1-1 0 0 0,1 1 0 0 0,-1 0 0 0 0,1 0 0 0 0,-1 0-1 0 0,1 0 1 0 0,-1 0 0 0 0,1 0 0 0 0,-1 0 0 0 0,0 0 0 0 0,0 1 0 0 0,0-1 0 0 0,0 0 0 0 0,0 1 0 0 0,0-1-1 0 0,0 1 1 0 0,0-1 0 0 0,0 1 0 0 0,-1-1 0 0 0,1 1 0 0 0,-1 0 0 0 0,1-1 0 0 0,-1 1 0 0 0,0 0 0 0 0,1 0-1 0 0,-1-1 1 0 0,0 1 0 0 0,0 3 0 0 0,-1 5 7 0 0,0 0-1 0 0,-1 0 1 0 0,0 0-1 0 0,-5 14 1 0 0,4-14 17 0 0,-3 17-14 0 0,-2 0 1 0 0,-2-1 0 0 0,0 0-1 0 0,-1 0 1 0 0,-2-1 0 0 0,-20 30-1 0 0,17-38-22 0 0,16-17 10 0 0,-1 1 1 0 0,1-1-1 0 0,0 0 1 0 0,0 0-1 0 0,0 0 1 0 0,0 0-1 0 0,0 0 1 0 0,0 0-1 0 0,0 0 1 0 0,0 0-1 0 0,-1 1 1 0 0,1-1-1 0 0,0 0 1 0 0,0 0-1 0 0,0 0 1 0 0,0 0-1 0 0,0 0 1 0 0,0 0-1 0 0,-1 0 1 0 0,1 0-1 0 0,0 0 1 0 0,0 0-1 0 0,0 0 1 0 0,0 0-1 0 0,0 0 0 0 0,-1 0 1 0 0,1 0-1 0 0,0 0 1 0 0,0 0-1 0 0,0 0 1 0 0,0 0-1 0 0,0 0 1 0 0,-1 0-1 0 0,1 0 1 0 0,0 0-1 0 0,0 0 1 0 0,0-1-1 0 0,3-10-100 0 0,13-32-366 0 0,-9 22 300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2.1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86 0 311 0 0,'-2'1'11'0'0,"1"0"0"0"0,0-1 0 0 0,-1 1 0 0 0,1 0 0 0 0,0 0 0 0 0,0 0 0 0 0,0 0 0 0 0,-1 0-1 0 0,1 0 1 0 0,0 0 0 0 0,1 1 0 0 0,-1-1 0 0 0,0 0 0 0 0,0 0 0 0 0,0 1 0 0 0,1-1-1 0 0,-1 1 1 0 0,0-1 0 0 0,1 0 0 0 0,0 1 0 0 0,-1-1 0 0 0,1 1 0 0 0,0-1 0 0 0,-1 4-1 0 0,-52 285 54 0 0,50-278-64 0 0,-4 35 0 0 0,7-42 0 0 0,0 0 0 0 0,0-1 0 0 0,0 1 0 0 0,0-1 0 0 0,1 1 0 0 0,0-1 0 0 0,-1 0 0 0 0,3 5 0 0 0,-3-8 0 0 0,1 0 0 0 0,-1 0 0 0 0,0-1 0 0 0,0 1 0 0 0,1 0 0 0 0,-1-1 0 0 0,1 1 0 0 0,-1 0 0 0 0,1-1 0 0 0,-1 1 0 0 0,1-1 0 0 0,-1 1 0 0 0,1-1 0 0 0,-1 1 0 0 0,1-1 0 0 0,0 1 0 0 0,-1-1 0 0 0,1 0 0 0 0,0 1 0 0 0,-1-1 0 0 0,1 0 0 0 0,0 1 0 0 0,0-1 0 0 0,-1 0 0 0 0,1 0 0 0 0,1 0 0 0 0,-1 0 0 0 0,1 0 0 0 0,0 0 0 0 0,0-1 0 0 0,-1 1 0 0 0,1 0 0 0 0,0-1 0 0 0,-1 0 0 0 0,1 1 0 0 0,0-1 0 0 0,-1 0 0 0 0,2-1 0 0 0,5-3 0 0 0,-1-1 0 0 0,1 0 0 0 0,7-8 0 0 0,-15 13 0 0 0,39-40 46 0 0,36-55-1 0 0,-43 54-22 0 0,59-61-1 0 0,-70 80-22 0 0,-17 17 0 0 0,0 1 0 0 0,1 0 0 0 0,0 0 0 0 0,0 0 0 0 0,0 0 0 0 0,0 1 0 0 0,1 0 0 0 0,8-4 0 0 0,-14 7 0 0 0,1 1 0 0 0,-1 0 0 0 0,1 0 0 0 0,0 0 0 0 0,-1 0 0 0 0,1 0 0 0 0,-1 0 0 0 0,1 0 0 0 0,-1 0 0 0 0,1 0 0 0 0,0 0 0 0 0,-1 0 0 0 0,1 0 0 0 0,-1 0 0 0 0,1 1 0 0 0,-1-1 0 0 0,1 0 0 0 0,-1 0 0 0 0,1 1 0 0 0,-1-1 0 0 0,1 0 0 0 0,-1 1 0 0 0,1-1 0 0 0,-1 0 0 0 0,1 1 0 0 0,-1-1 0 0 0,1 1 0 0 0,-1-1 0 0 0,0 1 0 0 0,1-1 0 0 0,-1 1 0 0 0,0-1 0 0 0,0 1 0 0 0,1-1 0 0 0,-1 1 0 0 0,0-1 0 0 0,0 1 0 0 0,0-1 0 0 0,1 1 0 0 0,-1-1 0 0 0,0 1 0 0 0,0 0 0 0 0,0-1 0 0 0,0 1 0 0 0,0 0 0 0 0,0 29 11 0 0,-5 7 25 0 0,-2 1 1 0 0,-1-1-1 0 0,-2 0 0 0 0,-21 51 0 0 0,30-86-36 0 0,0-1 0 0 0,1 1 0 0 0,-1-1 0 0 0,1 1 0 0 0,-1-1 0 0 0,1 1 0 0 0,0-1 0 0 0,0 1 0 0 0,0 0 0 0 0,0-1 0 0 0,0 1 0 0 0,0-1 0 0 0,0 1 0 0 0,0 0 0 0 0,1 1 0 0 0,-1-3 0 0 0,1 1 0 0 0,-1-1 0 0 0,0 0 0 0 0,0 1 0 0 0,0-1 0 0 0,1 0 0 0 0,-1 1 0 0 0,0-1 0 0 0,0 0 0 0 0,1 0 0 0 0,-1 1 0 0 0,0-1 0 0 0,1 0 0 0 0,-1 0 0 0 0,0 0 0 0 0,1 1 0 0 0,-1-1 0 0 0,0 0 0 0 0,1 0 0 0 0,-1 0 0 0 0,1 0 0 0 0,-1 0 0 0 0,1 0 0 0 0,0 0 0 0 0,1 0 0 0 0,-1 0 0 0 0,0 0 0 0 0,0-1 0 0 0,0 1 0 0 0,1-1 0 0 0,-1 1 0 0 0,0-1 0 0 0,0 1 0 0 0,2-2 0 0 0,2-2 0 0 0,0 0 0 0 0,-1 0 0 0 0,1 0 0 0 0,-1 0 0 0 0,0-1 0 0 0,-1 0 0 0 0,6-8 0 0 0,7-9 0 0 0,100-126 64 0 0,-115 146-61 0 0,1 0-1 0 0,-1 0 0 0 0,1 1 0 0 0,0-1 0 0 0,0 1 0 0 0,0-1 0 0 0,0 1 1 0 0,0 0-1 0 0,0-1 0 0 0,0 1 0 0 0,0 0 0 0 0,0 0 0 0 0,1 1 0 0 0,2-2 0 0 0,-4 2 0 0 0,0 0-1 0 0,0-1 0 0 0,0 1 0 0 0,1 0 0 0 0,-1 0 0 0 0,0 0 0 0 0,0 0 0 0 0,0 0 0 0 0,0 0 0 0 0,1 1 0 0 0,-1-1 0 0 0,0 0 0 0 0,0 0 0 0 0,0 1 0 0 0,0-1 0 0 0,0 1 0 0 0,0-1 0 0 0,0 1 0 0 0,0-1 0 0 0,0 1 0 0 0,0 0 0 0 0,0 0 0 0 0,0-1 0 0 0,0 1 0 0 0,0 0 0 0 0,-1 0 0 0 0,1 0 0 0 0,0 0 0 0 0,-1 0 0 0 0,2 1 0 0 0,1 5 3 0 0,-1 1 0 0 0,1-1-1 0 0,-1 1 1 0 0,-1 0 0 0 0,1-1 0 0 0,-1 1-1 0 0,-1 0 1 0 0,1 0 0 0 0,-2 14-1 0 0,-3 9 31 0 0,-7 33-1 0 0,8-48-19 0 0,-2 6-5 0 0,3-12-33 0 0,0-1 0 0 0,0 1 0 0 0,0 12 0 0 0,5-16-391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8:02.3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8 24 0 0,'3'-1'932'0'0,"-8"-2"-623"0"0,4 2-325 0 0,0 1 0 0 0,-1-1 0 0 0,1 1 0 0 0,0-1 0 0 0,-1 1 0 0 0,1 0 0 0 0,0 0 1 0 0,-1 0-1 0 0,1 0 0 0 0,0 0 0 0 0,-1 0 0 0 0,-1 1 0 0 0,-4 1-347 0 0,1 1 187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37.6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1 366 24 0 0,'0'0'-1'0'0,"8"5"4"0"0,0-1 0 0 0,1-1-1 0 0,-1 1 1 0 0,18 3-1 0 0,-23-7 4 0 0,-1 1-1 0 0,0-1 1 0 0,1 0-1 0 0,-1 0 1 0 0,1 0-1 0 0,-1 0 1 0 0,1-1-1 0 0,-1 1 1 0 0,1-1-1 0 0,-1 1 0 0 0,0-1 1 0 0,1 0-1 0 0,-1 0 1 0 0,0 0-1 0 0,0 0 1 0 0,0 0-1 0 0,0-1 1 0 0,0 1-1 0 0,0 0 1 0 0,0-1-1 0 0,0 0 1 0 0,0 1-1 0 0,2-4 0 0 0,3-5 6 0 0,-1 0 0 0 0,1 0-1 0 0,-2 0 1 0 0,0 0-1 0 0,0-1 1 0 0,5-17 0 0 0,15-74 102 0 0,-15 55-93 0 0,23-82-20 0 0,-33 129 0 0 0,0 0 0 0 0,0 0 0 0 0,0 0 0 0 0,0 0 0 0 0,0 0 0 0 0,0 0 0 0 0,0 0 0 0 0,0 0 0 0 0,0 0 0 0 0,0 0 0 0 0,1 0 0 0 0,-1 0 0 0 0,0 0 0 0 0,0 0 0 0 0,0 0 0 0 0,0 0 0 0 0,0 0 0 0 0,0 0 0 0 0,0-1 0 0 0,0 1 0 0 0,0 0 0 0 0,0 0 0 0 0,0 0 0 0 0,0 0 0 0 0,0 0 0 0 0,0 0 0 0 0,0 0 0 0 0,1 1 0 0 0,-1-1 0 0 0,0 0 0 0 0,0 0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0,0 0 0 0 0,0 0 0 0 0,0 0 0 0 0,0 0 0 0 0,-1 1 0 0 0,6 8 0 0 0,2 14 0 0 0,8 57 0 0 0,-6-30 0 0 0,28 93 0 0 0,-1-43 0 0 0,-28-71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37.9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65 79 0 0,'1'1'3'0'0,"0"-1"-1"0"0,0 1 1 0 0,0-1-1 0 0,0 1 1 0 0,0-1-1 0 0,0 0 0 0 0,0 1 1 0 0,0-1-1 0 0,0 0 1 0 0,0 0-1 0 0,0 0 1 0 0,0 0-1 0 0,0 0 0 0 0,0 0 1 0 0,0 0-1 0 0,0 0 1 0 0,2-1-1 0 0,22-6 73 0 0,-17 5-54 0 0,57-16 98 0 0,38-10-10 0 0,-82 24-93 0 0,1 0 0 0 0,40-1 0 0 0,-59 6-17 0 0,0-1-1 0 0,0 0 0 0 0,0 1 1 0 0,0-1-1 0 0,-1 1 0 0 0,1 0 0 0 0,0 0 1 0 0,0 0-1 0 0,4 3 0 0 0,-4-3-85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38.9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0 111 55 0 0,'2'4'0'0'0,"-1"0"0"0"0,0 1 0 0 0,0-1 0 0 0,-1 0 0 0 0,1 1 0 0 0,-1-1 0 0 0,0 0 0 0 0,0 1 0 0 0,-1 4 0 0 0,1 8 0 0 0,0 79 0 0 0,-1-38 0 0 0,0-52 0 0 0,0-5 0 0 0,1 0 0 0 0,0 0 0 0 0,0 0 0 0 0,0 0 0 0 0,0 0 0 0 0,0-1 0 0 0,0 1 0 0 0,0 0 0 0 0,0 0 0 0 0,0 0 0 0 0,0 0 0 0 0,0 0 0 0 0,1 0 0 0 0,-1-1 0 0 0,1 3 0 0 0,0-5 0 0 0,0 1 0 0 0,0 0 0 0 0,-1-1 0 0 0,1 1 0 0 0,0 0 0 0 0,-1-1 0 0 0,1 1 0 0 0,0-1 0 0 0,-1 1 0 0 0,1-2 0 0 0,-1 2 0 0 0,38-86 30 0 0,-17 41-6 0 0,-11 24-30 0 0,0-3 20 0 0,1 2 0 0 0,23-38 0 0 0,-30 55-12 0 0,0 1 0 0 0,0-1 1 0 0,1 1-1 0 0,-1 0 1 0 0,1 0-1 0 0,1 0 1 0 0,-1 1-1 0 0,0 0 0 0 0,1 0 1 0 0,0 0-1 0 0,0 1 1 0 0,0 0-1 0 0,1 0 1 0 0,-1 0-1 0 0,8-1 0 0 0,-13 3-2 0 0,0 1 0 0 0,0 0 0 0 0,0 0 0 0 0,0 0 0 0 0,1 0 0 0 0,-1 1 0 0 0,0-1 0 0 0,0 0 0 0 0,0 0 0 0 0,0 0 0 0 0,0 1 0 0 0,-1-1 0 0 0,1 1 0 0 0,0-1 0 0 0,0 1 0 0 0,0-1 0 0 0,0 1 0 0 0,0-1 0 0 0,0 1 0 0 0,-1 0 0 0 0,1-1 0 0 0,0 1 0 0 0,-1 0 0 0 0,1 0 0 0 0,0-1 0 0 0,-1 1 0 0 0,1 0 0 0 0,-1 0 0 0 0,1 0 0 0 0,-1 0 0 0 0,0 0 0 0 0,1 0 0 0 0,-1 0 0 0 0,0 0 0 0 0,0 0 0 0 0,1 1 0 0 0,0 5 0 0 0,1 0 0 0 0,-1 0 0 0 0,0 13 0 0 0,-3 55 22 0 0,0-54-11 0 0,1 0-1 0 0,1 0 1 0 0,4 33-1 0 0,-3-50-10 0 0,0 1 0 0 0,0-1 0 0 0,1 0 0 0 0,-1 1 0 0 0,1-1 0 0 0,0 0 0 0 0,3 5 0 0 0,-4-7 0 0 0,0-1 0 0 0,0 0 0 0 0,0 1 0 0 0,0-1 0 0 0,0 0 0 0 0,1 0 0 0 0,-1 0 0 0 0,0 0 0 0 0,1 0 0 0 0,-1 0 0 0 0,1 0 0 0 0,-1 0 0 0 0,0-1 0 0 0,1 1 0 0 0,0 0 0 0 0,-1-1 0 0 0,1 1 0 0 0,-1-1 0 0 0,1 0 0 0 0,0 0 0 0 0,-1 1 0 0 0,1-1 0 0 0,2-1 0 0 0,6 0 0 0 0,0-1 0 0 0,0 0 0 0 0,0 0 0 0 0,0-1 0 0 0,-1-1 0 0 0,0 1 0 0 0,0-2 0 0 0,0 1 0 0 0,15-11 0 0 0,2-5 0 0 0,40-39 0 0 0,-50 44 0 0 0,-11 10 0 0 0,16-14 0 0 0,-19 18 0 0 0,-1 0 0 0 0,1 0 0 0 0,-1 0 0 0 0,1 0 0 0 0,0 0 0 0 0,-1 0 0 0 0,1 1 0 0 0,0-1 0 0 0,0 0 0 0 0,-1 1 0 0 0,5-1 0 0 0,-6 1 0 0 0,1 0 0 0 0,0 0 0 0 0,-1 0 0 0 0,1 0 0 0 0,-1 1 0 0 0,1-1 0 0 0,0 0 0 0 0,-1 0 0 0 0,1 1 0 0 0,-1-1 0 0 0,1 0 0 0 0,-1 1 0 0 0,1-1 0 0 0,-1 0 0 0 0,1 1 0 0 0,-1-1 0 0 0,1 1 0 0 0,-1-1 0 0 0,0 1 0 0 0,1-1 0 0 0,-1 1 0 0 0,0-1 0 0 0,1 1 0 0 0,-1 0 0 0 0,0-1 0 0 0,0 1 0 0 0,1-1 0 0 0,-1 2 0 0 0,3 19 0 0 0,-2-16 0 0 0,14 190 0 0 0,-15-190 0 0 0,1-1 0 0 0,0 1 0 0 0,0-1 0 0 0,0 1 0 0 0,0-1 0 0 0,1 0 0 0 0,-1 0 0 0 0,1 0 0 0 0,0 0 0 0 0,1 0 0 0 0,3 5 0 0 0,-3-5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39.3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3 24 0 0,'1'2'6'0'0,"-1"-1"1"0"0,0 0 0 0 0,1 1-1 0 0,-1-1 1 0 0,0 0 0 0 0,1 1 0 0 0,-1-1-1 0 0,0 0 1 0 0,0 1 0 0 0,0-1-1 0 0,0 0 1 0 0,0 1 0 0 0,-1 2 0 0 0,1 2 29 0 0,-6 213 122 0 0,2-114-159 0 0,3-86 1 0 0,1-1 0 0 0,1 1 0 0 0,0 0 0 0 0,5 19 0 0 0,-6-37 1 0 0,0 0-1 0 0,0 0 1 0 0,0 0-1 0 0,1 0 1 0 0,-1-1-1 0 0,0 1 1 0 0,1 0-1 0 0,-1 0 0 0 0,0 0 1 0 0,1-1-1 0 0,-1 1 1 0 0,1 0-1 0 0,-1 0 1 0 0,1-1-1 0 0,0 1 0 0 0,-1-1 1 0 0,1 1-1 0 0,0 0 1 0 0,-1-1-1 0 0,2 1 1 0 0,-1-1 0 0 0,0 0 0 0 0,-1 1 0 0 0,1-1 0 0 0,0 0 0 0 0,0 0 0 0 0,-1 0 0 0 0,1 0 0 0 0,0-1 0 0 0,0 1 0 0 0,-1 0 0 0 0,1 0 1 0 0,0 0-1 0 0,-1-1 0 0 0,1 1 0 0 0,0 0 0 0 0,-1 0 0 0 0,1-1 0 0 0,1 0 0 0 0,3-3 6 0 0,-1 0 0 0 0,1 0-1 0 0,-1 0 1 0 0,6-8 0 0 0,-8 9-7 0 0,30-39 72 0 0,46-80 0 0 0,-60 90-26 0 0,25-62-1 0 0,-35 74-50 0 0,-2 0 1 0 0,0-1-1 0 0,-1 0 1 0 0,3-34-1 0 0,-5 38-167 0 0,-2 11 84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39.7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12 112 167 0 0,'0'0'1'0'0,"-1"1"-1"0"0,1-1 1 0 0,0 0-1 0 0,-1 0 1 0 0,1 0-1 0 0,-1 0 0 0 0,1 0 1 0 0,0 0-1 0 0,-1 0 1 0 0,1 0-1 0 0,0 0 0 0 0,-1 0 1 0 0,1 0-1 0 0,0 0 1 0 0,-1 0-1 0 0,1 0 1 0 0,0-1-1 0 0,-1 1 0 0 0,1 0 1 0 0,0 0-1 0 0,-1 0 1 0 0,1 0-1 0 0,0-1 0 0 0,-1 1 1 0 0,1 0-1 0 0,0 0 1 0 0,0 0-1 0 0,-1-1 0 0 0,1 1 1 0 0,0 0-1 0 0,0-1 1 0 0,-1 1-1 0 0,1 0 1 0 0,0-1-1 0 0,0 1 0 0 0,0-1 1 0 0,8-13 101 0 0,-5 10-87 0 0,0 1-1 0 0,0 0 1 0 0,0 1 0 0 0,1-1 0 0 0,-1 0-1 0 0,1 1 1 0 0,-1 0 0 0 0,8-3 0 0 0,33-12 92 0 0,-42 16-97 0 0,10-3 10 0 0,-1 0-1 0 0,1 1 1 0 0,0 1-1 0 0,0-1 1 0 0,1 2-1 0 0,-1 0 0 0 0,0 0 1 0 0,1 1-1 0 0,-1 1 1 0 0,0 0-1 0 0,0 0 1 0 0,0 2-1 0 0,23 6 0 0 0,-26-6-26 0 0,0 0 0 0 0,0-1-1 0 0,1 0 1 0 0,-1 0-1 0 0,1-1 1 0 0,18 0-1 0 0,-21-2-1 0 0,0 0-1 0 0,0 0 1 0 0,0 0-1 0 0,-1-1 1 0 0,1 0 0 0 0,-1 0-1 0 0,1-1 1 0 0,-1 0-1 0 0,0 0 1 0 0,9-6-1 0 0,-12 7-7 0 0,0 0-1 0 0,0 0 1 0 0,0 0-1 0 0,0-1 1 0 0,-1 1-1 0 0,1-1 1 0 0,2-3-1 0 0,0-1 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0.0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90 18 24 0 0,'15'-1'52'0'0,"0"0"1"0"0,15-4-1 0 0,22-2-34 0 0,-10 4 14 0 0,0 2 0 0 0,0 3 0 0 0,65 9 0 0 0,-99-9-32 0 0,1 0-1 0 0,-1 0 0 0 0,0 1 0 0 0,9 4 0 0 0,-15-7 3 0 0,0 1 1 0 0,-1 0-1 0 0,1 0 1 0 0,0 1-1 0 0,-1-1 1 0 0,1 0-1 0 0,0 0 1 0 0,-1 1 0 0 0,1-1-1 0 0,-1 1 1 0 0,0-1-1 0 0,0 1 1 0 0,1 0-1 0 0,-1-1 1 0 0,0 1-1 0 0,-1 0 1 0 0,1 0-1 0 0,0 0 1 0 0,0 0-1 0 0,-1 0 1 0 0,1-1-1 0 0,0 5 1 0 0,-1 2-2 0 0,-1 0 0 0 0,1-1 0 0 0,-1 1 0 0 0,-1 0 0 0 0,0-1 0 0 0,0 1 0 0 0,0-1 0 0 0,-1 0 0 0 0,0 1 0 0 0,0-1 0 0 0,-1 0 0 0 0,-6 9 0 0 0,-3 2-2 0 0,-1 0 1 0 0,0-1-1 0 0,-19 16 0 0 0,3-6 1 0 0,-1-1 0 0 0,-1-1 0 0 0,-63 36 0 0 0,49-36 0 0 0,-2-2 0 0 0,-72 24 0 0 0,120-47-1 0 0,0 0 0 0 0,0 0 0 0 0,0 0 0 0 0,-1 0-1 0 0,1 0 1 0 0,0 0 0 0 0,0 0 0 0 0,0 0-1 0 0,0 0 1 0 0,0 0 0 0 0,0 0 0 0 0,-1 0-1 0 0,1 0 1 0 0,0 0 0 0 0,0 0 0 0 0,0 0-1 0 0,0 0 1 0 0,0 0 0 0 0,0 0 0 0 0,-1 0 0 0 0,1 0-1 0 0,0 0 1 0 0,0 0 0 0 0,0 0 0 0 0,0 0-1 0 0,0 0 1 0 0,0-1 0 0 0,0 1 0 0 0,0 0-1 0 0,-1 0 1 0 0,1 0 0 0 0,0 0 0 0 0,0 0-1 0 0,0 0 1 0 0,0 0 0 0 0,0 0 0 0 0,0 0 0 0 0,0-1-1 0 0,0 1 1 0 0,0 0 0 0 0,0 0 0 0 0,0 0-1 0 0,0 0 1 0 0,0 0 0 0 0,0 0 0 0 0,0-1-1 0 0,0 1 1 0 0,0 0 0 0 0,0 0 0 0 0,0 0-1 0 0,0 0 1 0 0,0 0 0 0 0,0 0 0 0 0,0-1-1 0 0,0 1 1 0 0,0 0 0 0 0,0 0 0 0 0,0 0 0 0 0,0 0-1 0 0,0 0 1 0 0,0 0 0 0 0,0 0 0 0 0,0-1-1 0 0,0 1 1 0 0,0 0 0 0 0,0 0 0 0 0,0 0-1 0 0,1 0 1 0 0,1-5-66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0.9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219 111 24 0 0,'-3'1'8'0'0,"0"-1"1"0"0,0 1 0 0 0,0 0 0 0 0,0 0 0 0 0,0 0-1 0 0,0 0 1 0 0,0 0 0 0 0,0 1 0 0 0,0-1 0 0 0,1 1-1 0 0,-1 0 1 0 0,-3 3 0 0 0,-30 29 29 0 0,27-25-47 0 0,-7 8 9 0 0,0 1 0 0 0,1 0 0 0 0,2 1 0 0 0,-1 1 0 0 0,2 0 0 0 0,1 1 0 0 0,-13 33 0 0 0,21-46 0 0 0,1-1 0 0 0,0 1 0 0 0,0 0 0 0 0,1-1 0 0 0,0 1 0 0 0,0 0 0 0 0,1 0 0 0 0,0 0 0 0 0,1-1 0 0 0,-1 1 0 0 0,2 0 0 0 0,-1 0 0 0 0,1-1 0 0 0,0 1 0 0 0,5 10 0 0 0,-5-12 0 0 0,0-1 0 0 0,1 0 0 0 0,0-1 0 0 0,0 1 0 0 0,0 0 0 0 0,0-1 0 0 0,1 0 0 0 0,0 0 0 0 0,-1 0 0 0 0,2 0 0 0 0,-1 0 0 0 0,0-1 0 0 0,1 0 0 0 0,0 0 0 0 0,-1 0 0 0 0,1 0 0 0 0,0-1 0 0 0,1 0 0 0 0,-1 0 0 0 0,0 0 0 0 0,1-1 0 0 0,7 2 0 0 0,12-2 0 0 0,0-1 0 0 0,0-1 0 0 0,0 0 0 0 0,0-2 0 0 0,0-1 0 0 0,0-2 0 0 0,-1 0 0 0 0,39-15 0 0 0,-50 16 7 0 0,0-1-1 0 0,0 0 1 0 0,-1-1-1 0 0,0 0 0 0 0,0 0 1 0 0,-1-2-1 0 0,0 1 1 0 0,0-2-1 0 0,-1 1 0 0 0,0-1 1 0 0,-1-1-1 0 0,0 1 1 0 0,-1-2-1 0 0,0 1 0 0 0,0-1 1 0 0,-2 0-1 0 0,1-1 1 0 0,-2 0-1 0 0,7-19 0 0 0,-8 17-5 0 0,-1-1 0 0 0,-1 0-1 0 0,0 1 1 0 0,-1-1-1 0 0,-1 0 1 0 0,0 0 0 0 0,-1 0-1 0 0,-1 1 1 0 0,0-1-1 0 0,-9-26 1 0 0,9 34 1 0 0,-1-1 0 0 0,-1 1 1 0 0,0 1-1 0 0,0-1 1 0 0,0 1-1 0 0,-1-1 0 0 0,0 1 1 0 0,0 0-1 0 0,-8-7 0 0 0,8 10 1 0 0,0-1-1 0 0,-1 1 1 0 0,1 1-1 0 0,-1-1 0 0 0,0 1 1 0 0,1 0-1 0 0,-2 0 1 0 0,1 0-1 0 0,0 1 1 0 0,0 0-1 0 0,-1 1 1 0 0,1-1-1 0 0,-9 0 0 0 0,4 1-2 0 0,0 1 0 0 0,1 1 0 0 0,-1 0 0 0 0,0 0-1 0 0,0 1 1 0 0,0 0 0 0 0,-10 4 0 0 0,1 1 18 0 0,0 0 0 0 0,-30 17 1 0 0,35-16-17 0 0,0 1 0 0 0,1 0-1 0 0,0 1 1 0 0,1 1 0 0 0,0 0 0 0 0,-13 15 0 0 0,22-21-3 0 0,0 0 1 0 0,0 0-1 0 0,1 0 1 0 0,-1 1 0 0 0,2-1-1 0 0,-1 1 1 0 0,0 0-1 0 0,-2 9 1 0 0,4-10-1 0 0,1-1 0 0 0,-1 1 0 0 0,1-1 0 0 0,0 1 0 0 0,0-1 0 0 0,0 1 0 0 0,0-1 0 0 0,1 1 1 0 0,0-1-1 0 0,0 1 0 0 0,0-1 0 0 0,0 0 0 0 0,3 5 0 0 0,4 8-73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1.6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31 246 24 0 0,'13'-9'-8'0'0,"-9"6"20"0"0,-6 1 63 0 0,0 4-69 0 0,1-1 0 0 0,0 0 0 0 0,-1 0-1 0 0,1 1 1 0 0,0-1 0 0 0,0 0 0 0 0,0 1-1 0 0,0-1 1 0 0,0 1 0 0 0,-2 3-1 0 0,1-1-4 0 0,-2 4 3 0 0,0 0 0 0 0,0 0-1 0 0,1 0 1 0 0,1 1-1 0 0,-1 0 1 0 0,1-1-1 0 0,-2 19 1 0 0,1 66 30 0 0,3-79-33 0 0,0-2-1 0 0,1 0 0 0 0,0-1 0 0 0,0 1 0 0 0,1 0 0 0 0,7 21 0 0 0,-7-27 0 0 0,1 0 0 0 0,0 0 0 0 0,0 0 0 0 0,0 0 0 0 0,1 0 0 0 0,0-1 0 0 0,0 0 0 0 0,0 1 0 0 0,1-1 0 0 0,-1-1 0 0 0,11 8 0 0 0,-7-6 0 0 0,0 0 0 0 0,1-1 0 0 0,0-1 0 0 0,1 1 0 0 0,-1-2 0 0 0,1 1 0 0 0,-1-1 0 0 0,1 0 0 0 0,0-1 0 0 0,0-1 0 0 0,18 2 0 0 0,-21-3 0 0 0,1 0 0 0 0,-1 0 0 0 0,0-1 0 0 0,0 0 0 0 0,0 0 0 0 0,0-1 0 0 0,0 0 0 0 0,0 0 0 0 0,0-1 0 0 0,-1 0 0 0 0,1 0 0 0 0,-1 0 0 0 0,0-1 0 0 0,0 0 0 0 0,0 0 0 0 0,0-1 0 0 0,7-6 0 0 0,-1-4 3 0 0,0 0 0 0 0,0-1-1 0 0,-2 0 1 0 0,0-1 0 0 0,0 0-1 0 0,-2 0 1 0 0,0-1 0 0 0,-1 0-1 0 0,-1-1 1 0 0,-1 1 0 0 0,4-28-1 0 0,-6 25 1 0 0,0 0 0 0 0,-2 1 0 0 0,0-1 0 0 0,-2 0 0 0 0,0 0 0 0 0,-2 1 0 0 0,0-1 0 0 0,-1 1 0 0 0,-1-1 0 0 0,-11-28-1 0 0,13 41-2 0 0,-1 0 0 0 0,0 1-1 0 0,0-1 1 0 0,-1 1 0 0 0,0 0-1 0 0,0 0 1 0 0,-1 0 0 0 0,0 1-1 0 0,0 0 1 0 0,-1 0 0 0 0,1 0-1 0 0,-11-5 1 0 0,11 7 3 0 0,0 1 1 0 0,0-1 0 0 0,-1 2-1 0 0,0-1 1 0 0,1 1 0 0 0,-1 0-1 0 0,0 0 1 0 0,0 1-1 0 0,0 0 1 0 0,0 0 0 0 0,0 1-1 0 0,-1 0 1 0 0,1 0 0 0 0,0 0-1 0 0,-9 3 1 0 0,6-1-3 0 0,-1 1-1 0 0,1 0 1 0 0,-1 1 0 0 0,1 0-1 0 0,0 0 1 0 0,1 1 0 0 0,-1 1 0 0 0,1-1-1 0 0,0 1 1 0 0,0 1 0 0 0,1 0 0 0 0,0 0-1 0 0,0 1 1 0 0,1 0 0 0 0,-11 15-1 0 0,10-13 0 0 0,2 1 0 0 0,-1 1 0 0 0,2-1 0 0 0,0 1 0 0 0,0 0 0 0 0,1 0 0 0 0,0 0 0 0 0,1 1 0 0 0,0-1 0 0 0,1 1 0 0 0,1 0 0 0 0,0 24-1 0 0,1-30-2 0 0,0-1-1 0 0,0 0 0 0 0,0-1 0 0 0,0 1 0 0 0,1-1 1 0 0,0 1-1 0 0,0-1 0 0 0,1 1 0 0 0,-1-1 0 0 0,1 1 1 0 0,0-1-1 0 0,0 0 0 0 0,4 6 0 0 0,4-1-7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1.9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213 0 24 0 0,'-6'3'5'0'0,"1"-1"0"0"0,-1 1 1 0 0,1 1-1 0 0,0-1 0 0 0,0 0 1 0 0,1 1-1 0 0,-1 0 0 0 0,1 1 1 0 0,-1-1-1 0 0,1 0 0 0 0,-3 7 1 0 0,-6 7 45 0 0,-16 35 1 0 0,18-33-65 0 0,-5 11 32 0 0,1 2 0 0 0,1 0 0 0 0,2 1 0 0 0,2 0 0 0 0,1 0 0 0 0,2 1 0 0 0,1 1 0 0 0,-2 43-1 0 0,7-40-1 0 0,2 0 0 0 0,1 0-1 0 0,2-1 1 0 0,12 51-1 0 0,11 14-16 0 0,53 137 0 0 0,-41-154 0 0 0,-29-71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2.6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11 143 0 0,'-4'-10'26'0'0,"5"17"66"0"0,1 10-82 0 0,0 321 156 0 0,-4-113-132 0 0,9-126-34 0 0,-4-83 0 0 0,0 1 0 0 0,1-1 0 0 0,0-1 0 0 0,8 17 0 0 0,-11-29-1 0 0,0 0 0 0 0,1 1-1 0 0,0-1 1 0 0,0 0 0 0 0,0 0-1 0 0,0 0 1 0 0,0 0 0 0 0,4 3-1 0 0,-5-29-124 0 0,1-7 100 0 0,-1 11-34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3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14 111 0 0,'9'-4'5'0'0,"0"2"-1"0"0,0 0 0 0 0,1 0 0 0 0,-1 0 0 0 0,12 0 0 0 0,47 2 39 0 0,-54 1-36 0 0,-4-1 0 0 0,-1 1-1 0 0,0 1 0 0 0,1 0 1 0 0,-1 0-1 0 0,0 1 1 0 0,0 0-1 0 0,0 0 0 0 0,-1 1 1 0 0,1 0-1 0 0,-1 0 1 0 0,0 1-1 0 0,0 1 1 0 0,-1-1-1 0 0,1 1 0 0 0,-1 0 1 0 0,0 1-1 0 0,-1 0 1 0 0,11 13-1 0 0,-12-13-1 0 0,-1-1 0 0 0,0 1 0 0 0,0 0 0 0 0,-1 0 0 0 0,1 1-1 0 0,-2-1 1 0 0,1 1 0 0 0,-1 0 0 0 0,0-1 0 0 0,0 1 0 0 0,-1 0 0 0 0,0 0 0 0 0,-1 0 0 0 0,0 0 0 0 0,0 0 0 0 0,0 0-1 0 0,-1 0 1 0 0,-1 0 0 0 0,1 0 0 0 0,-1 0 0 0 0,0-1 0 0 0,-5 11 0 0 0,2-9-3 0 0,0 1 0 0 0,0-1 0 0 0,-1 0-1 0 0,0-1 1 0 0,-1 0 0 0 0,-14 15 0 0 0,-2-2-3 0 0,-27 17 0 0 0,34-26 0 0 0,16-12 1 0 0,0 0 0 0 0,-1 0 0 0 0,1 0 0 0 0,0 1 0 0 0,-1-1 0 0 0,1 0 0 0 0,0 0 0 0 0,-1 1 0 0 0,1-1 0 0 0,0 0 0 0 0,0 1 0 0 0,-1-1 0 0 0,1 0 0 0 0,0 1 0 0 0,0-1 0 0 0,0 0 0 0 0,0 1 0 0 0,-1-1 0 0 0,1 0 0 0 0,0 1 0 0 0,0-1 0 0 0,0 1 0 0 0,0-1 0 0 0,0 0 0 0 0,0 1 0 0 0,0-1 0 0 0,0 1 0 0 0,0-1 0 0 0,0 0 0 0 0,0 1 0 0 0,0-1 0 0 0,0 1 0 0 0,1 0 0 0 0,0 0 0 0 0,-1 0 0 0 0,1-1 0 0 0,0 1 0 0 0,0 0 0 0 0,-1 0 0 0 0,1-1 0 0 0,0 1 0 0 0,0-1 0 0 0,0 1 0 0 0,0 0 0 0 0,1-1 0 0 0,30 11 0 0 0,57 13 0 0 0,-72-20 0 0 0,21 9 0 0 0,-34-12 0 0 0,0 1 0 0 0,0 0 0 0 0,0 0 0 0 0,0 0 0 0 0,-1 0 0 0 0,1 1 0 0 0,-1-1 0 0 0,1 1 0 0 0,-1 0 0 0 0,0 0 0 0 0,3 4 0 0 0,-6-6 2 0 0,1 1-1 0 0,-1-1 0 0 0,1 1 0 0 0,-1-1 0 0 0,1 1 0 0 0,-1-1 0 0 0,0 1 0 0 0,0 0 0 0 0,0-1 0 0 0,0 1 0 0 0,0-1 0 0 0,0 1 0 0 0,0 0 1 0 0,0-1-1 0 0,-1 1 0 0 0,1-1 0 0 0,-1 1 0 0 0,1-1 0 0 0,-1 1 0 0 0,0-1 0 0 0,1 1 0 0 0,-1-1 0 0 0,-1 2 0 0 0,-4 6 11 0 0,1-1 0 0 0,-12 12 0 0 0,11-12-10 0 0,-8 8-10 0 0,0 0-1 0 0,-1-1 1 0 0,-1 0-1 0 0,-1-1 1 0 0,1-1-1 0 0,-2 0 1 0 0,0-2-1 0 0,0 0 1 0 0,-34 14-1 0 0,21-13-58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3.7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13 167 0 0,'0'0'1'0'0,"-1"0"-1"0"0,0 1 0 0 0,1-1 0 0 0,-1 0 0 0 0,1 0 0 0 0,-1 1 0 0 0,1-1 0 0 0,-1 0 0 0 0,1 1 0 0 0,-1-1 0 0 0,1 1 0 0 0,-1-1 0 0 0,1 1 0 0 0,0-1 0 0 0,-1 1 0 0 0,1-1 0 0 0,0 1 0 0 0,-1-1 0 0 0,1 1 0 0 0,0-1 0 0 0,0 1 0 0 0,0 0 0 0 0,-1-1 1 0 0,1 1-1 0 0,0-1 0 0 0,0 1 0 0 0,0 0 0 0 0,0 0 0 0 0,-1 7 9 0 0,-1 2 4 0 0,2 1 1 0 0,-1-1-1 0 0,1 1 0 0 0,1-1 1 0 0,0 1-1 0 0,0-1 0 0 0,6 19 1 0 0,-7-28-14 0 0,0 1 1 0 0,0-1-1 0 0,0 0 1 0 0,1 0-1 0 0,-1 1 1 0 0,1-1-1 0 0,-1 0 1 0 0,1 0-1 0 0,-1 0 0 0 0,1 0 1 0 0,0 0-1 0 0,-1 0 1 0 0,1 0-1 0 0,0 0 1 0 0,0 0-1 0 0,0 0 1 0 0,0 0-1 0 0,0 0 1 0 0,0-1-1 0 0,0 1 1 0 0,0 0-1 0 0,0-1 0 0 0,0 1 1 0 0,0-1-1 0 0,0 1 1 0 0,0-1-1 0 0,1 1 1 0 0,-1-1-1 0 0,0 0 1 0 0,0 0-1 0 0,1 0 1 0 0,-1 0-1 0 0,0 1 1 0 0,0-2-1 0 0,1 1 1 0 0,-1 0-1 0 0,0 0 0 0 0,0 0 1 0 0,1 0-1 0 0,-1-1 1 0 0,0 1-1 0 0,0-1 1 0 0,0 1-1 0 0,0-1 1 0 0,2 0-1 0 0,25-16 57 0 0,-1 0 0 0 0,32-28 0 0 0,29-25 25 0 0,-87 69-79 0 0,0 0 0 0 0,1 0 0 0 0,-1 0 0 0 0,1 0 0 0 0,-1 0 0 0 0,1 0 0 0 0,0 0 0 0 0,-1 1 0 0 0,1-1 0 0 0,2 0-1 0 0,-4 1-1 0 0,1 0 0 0 0,-1 1 0 0 0,1-1 0 0 0,-1 0 0 0 0,1 0 0 0 0,0 0 0 0 0,-1 1 0 0 0,1-1 0 0 0,-1 0 0 0 0,1 0 0 0 0,-1 1 0 0 0,0-1 0 0 0,1 0 0 0 0,-1 1 0 0 0,1-1 0 0 0,-1 1-1 0 0,0-1 1 0 0,1 1 0 0 0,-1-1 0 0 0,0 1 0 0 0,1-1 0 0 0,-1 1 0 0 0,0-1 0 0 0,0 1 0 0 0,1-1 0 0 0,-1 1 0 0 0,0-1 0 0 0,0 1 0 0 0,0-1 0 0 0,0 1 0 0 0,0 0 0 0 0,0-1 0 0 0,0 2-1 0 0,1 12 0 0 0,0 1 0 0 0,-1-1 0 0 0,-1 0 0 0 0,0 1 0 0 0,-5 19 0 0 0,2-9 0 0 0,3-14 0 0 0,-2 1 0 0 0,2 1 0 0 0,-1-1 0 0 0,2 1 0 0 0,0-1 0 0 0,2 26 0 0 0,-2-37 0 0 0,1-1 0 0 0,-1 1 0 0 0,0 0 0 0 0,0 0 0 0 0,0-1 0 0 0,0 1 0 0 0,1 0 0 0 0,-1-1 0 0 0,0 1 0 0 0,1 0 0 0 0,-1 0 0 0 0,0-1 0 0 0,1 1 0 0 0,-1-1 0 0 0,1 1 0 0 0,-1 0 0 0 0,1-1 0 0 0,-1 1 0 0 0,1-1 0 0 0,-1 1 0 0 0,1-1 0 0 0,1 1 0 0 0,-1-1 0 0 0,-1 0 0 0 0,1 0 0 0 0,0 0 0 0 0,-1 0 0 0 0,1 0 0 0 0,0 0 0 0 0,-1-1 0 0 0,1 1 0 0 0,-1 0 0 0 0,1 0 0 0 0,0-1 0 0 0,-1 1 0 0 0,1 0 0 0 0,-1-1 0 0 0,1 1 0 0 0,-1 0 0 0 0,1-1 0 0 0,-1 1 0 0 0,2-2 0 0 0,2-3 0 0 0,0 0 0 0 0,0 0 0 0 0,5-9 0 0 0,-9 13 0 0 0,5-8 0 0 0,-3 5 0 0 0,0 0 0 0 0,0 0 0 0 0,1 0 0 0 0,-1 1 0 0 0,1-1 0 0 0,0 1 0 0 0,0-1 0 0 0,0 1 0 0 0,7-5 0 0 0,-10 8 0 0 0,1 0 0 0 0,-1 0 0 0 0,1 0 0 0 0,-1 0 0 0 0,0 0 0 0 0,1 0 0 0 0,-1 0 0 0 0,1 0 0 0 0,-1 0 0 0 0,0 0 0 0 0,1 0 0 0 0,-1 1 0 0 0,1-1 0 0 0,-1 0 0 0 0,0 0 0 0 0,1 0 0 0 0,-1 1 0 0 0,0-1 0 0 0,1 0 0 0 0,-1 1 0 0 0,0-1 0 0 0,1 0 0 0 0,-1 0 0 0 0,0 1 0 0 0,0-1 0 0 0,1 1 0 0 0,-1-1 0 0 0,0 0 0 0 0,0 1 0 0 0,0-1 0 0 0,1 0 0 0 0,-1 1 0 0 0,0-1 0 0 0,0 1 0 0 0,0-1 0 0 0,0 1 0 0 0,0-1 0 0 0,0 0 0 0 0,0 1 0 0 0,4 18 0 0 0,-3 10 0 0 0,-2 53 0 0 0,-1-57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4.9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216 16 24 0 0,'1'0'1'0'0,"-1"-1"0"0"0,0 1 0 0 0,1-1 0 0 0,-1 1 1 0 0,0 0-1 0 0,1-1 0 0 0,-1 1 0 0 0,0-1 1 0 0,0 1-1 0 0,1-1 0 0 0,-1 1 0 0 0,0-1 1 0 0,0 1-1 0 0,0-1 0 0 0,0 1 0 0 0,0-1 1 0 0,0 1-1 0 0,0-1 0 0 0,0 1 0 0 0,0-1 1 0 0,0 1-1 0 0,0-1 0 0 0,0 1 0 0 0,0-1 0 0 0,0 1 1 0 0,0-1-1 0 0,-1 0 0 0 0,1 1 3 0 0,-1 0 0 0 0,1-1-1 0 0,-1 1 1 0 0,1 0 0 0 0,-1 0 0 0 0,1 0 0 0 0,-1 0-1 0 0,1 0 1 0 0,-1 0 0 0 0,1 0 0 0 0,-1 0-1 0 0,1 0 1 0 0,-1 0 0 0 0,0 0 0 0 0,1 0-1 0 0,-1 0 1 0 0,1 0 0 0 0,-1 0 0 0 0,1 1 0 0 0,-1-1-1 0 0,1 0 1 0 0,-1 0 0 0 0,1 1 0 0 0,-1-1-1 0 0,1 0 1 0 0,0 1 0 0 0,-1-1 0 0 0,0 1-1 0 0,-5 4 5 0 0,-1 1-1 0 0,1 0 1 0 0,1 1-1 0 0,-1-1 1 0 0,1 1-1 0 0,0 0 0 0 0,-5 11 1 0 0,1-4-4 0 0,-19 28-4 0 0,3-4 0 0 0,-35 67 0 0 0,55-93 0 0 0,-1 1 0 0 0,2-1 0 0 0,0 1 0 0 0,0 0 0 0 0,1 0 0 0 0,1 0 0 0 0,0 0 0 0 0,1 0 0 0 0,0 1 0 0 0,2 16 0 0 0,-1-25 0 0 0,1-1 0 0 0,0 0 0 0 0,0 1 0 0 0,0-1 0 0 0,0 0 0 0 0,1 1 0 0 0,-1-1 0 0 0,1 0 0 0 0,0 0 0 0 0,1 0 0 0 0,-1-1 0 0 0,1 1 0 0 0,-1 0 0 0 0,1-1 0 0 0,0 0 0 0 0,0 0 0 0 0,1 0 0 0 0,-1 0 0 0 0,1 0 0 0 0,-1-1 0 0 0,1 1 0 0 0,0-1 0 0 0,0 0 0 0 0,0 0 0 0 0,0 0 0 0 0,7 1 0 0 0,-4-1 0 0 0,0-1 0 0 0,0 0 0 0 0,0 0 0 0 0,1 0 0 0 0,-1-1 0 0 0,0 0 0 0 0,1-1 0 0 0,-1 1 0 0 0,0-2 0 0 0,0 1 0 0 0,0-1 0 0 0,0 0 0 0 0,0 0 0 0 0,0-1 0 0 0,11-5 0 0 0,-8 2 3 0 0,1-1-1 0 0,-1 0 0 0 0,-1-1 0 0 0,1 0 0 0 0,-2 0 0 0 0,1-1 0 0 0,-1 0 0 0 0,11-16 1 0 0,1-7 13 0 0,24-49 1 0 0,3-7-6 0 0,-41 78-6 0 0,5-7 10 0 0,-1 0 0 0 0,-1-1 0 0 0,11-27-1 0 0,-18 37-13 0 0,-3 9-2 0 0,-2 14 12 0 0,-3 79 45 0 0,-5 116 5 0 0,20-73-61 0 0,-2-53 0 0 0,-7-74-23 0 0,0 0 0 0 0,-4 16 0 0 0,2-5-58 0 0,0-14 15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5.1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0 111 0 0,'0'1'1'0'0,"0"-1"0"0"0,-1 1-1 0 0,1 0 1 0 0,0-1 0 0 0,-1 1-1 0 0,1 0 1 0 0,0 0-1 0 0,0-1 1 0 0,0 1 0 0 0,-1 0-1 0 0,1 0 1 0 0,0-1 0 0 0,0 1-1 0 0,0 0 1 0 0,0 0-1 0 0,1-1 1 0 0,-1 1 0 0 0,0 0-1 0 0,0 0 1 0 0,0-1 0 0 0,0 1-1 0 0,1 0 1 0 0,-1-1-1 0 0,0 1 1 0 0,1 0 0 0 0,-1-1-1 0 0,1 1 1 0 0,-1 0 0 0 0,1 0-1 0 0,1 0 4 0 0,-1 0 0 0 0,1 0 0 0 0,0 0 0 0 0,-1 0 0 0 0,1 0-1 0 0,0 0 1 0 0,0 0 0 0 0,0 0 0 0 0,0-1 0 0 0,4 1 0 0 0,4 1 15 0 0,1-1 0 0 0,0-1 1 0 0,15 0-1 0 0,-7-2 12 0 0,-6 1-19 0 0,1 0 1 0 0,0 0-1 0 0,-1 1 0 0 0,1 1 1 0 0,0 0-1 0 0,26 7 0 0 0,-30-4-12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5.7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0 228 24 0 0,'3'15'0'0'0,"6"20"10"0"0,-8-32 12 0 0,4 6 61 0 0,-5-10-79 0 0,1 1 0 0 0,0-1-1 0 0,-1 1 1 0 0,1-1 0 0 0,-1 1 0 0 0,0-1 0 0 0,1 1 0 0 0,-1-1 0 0 0,1 0 0 0 0,-1 1 0 0 0,0-1-1 0 0,1 0 1 0 0,-1 1 0 0 0,0-1 0 0 0,0 0 0 0 0,1-1 0 0 0,12-31 19 0 0,-5 9 10 0 0,2 0-1 0 0,0 1 1 0 0,2 0-1 0 0,0 1 1 0 0,18-23-1 0 0,-21 34-18 0 0,0 0 0 0 0,1 0-1 0 0,0 1 1 0 0,15-11-1 0 0,-23 19-10 0 0,1-1 0 0 0,0 1 0 0 0,0 1 0 0 0,0-1 0 0 0,0 0-1 0 0,1 1 1 0 0,-1-1 0 0 0,0 1 0 0 0,1 0 0 0 0,-1 0 0 0 0,1 1-1 0 0,-1-1 1 0 0,1 1 0 0 0,-1-1 0 0 0,1 1 0 0 0,-1 0 0 0 0,1 0-1 0 0,-1 1 1 0 0,1-1 0 0 0,-1 1 0 0 0,1 0 0 0 0,-1 0 0 0 0,5 1-1 0 0,2 3-1 0 0,-1-1 0 0 0,1 1-1 0 0,-1 1 1 0 0,1 0-1 0 0,-2 0 1 0 0,1 1 0 0 0,-1 0-1 0 0,0 0 1 0 0,0 1-1 0 0,-1 0 1 0 0,0 0 0 0 0,-1 1-1 0 0,1 0 1 0 0,-2 0-1 0 0,1 0 1 0 0,-1 1 0 0 0,6 17-1 0 0,4 27 51 0 0,8 23-48 0 0,-19-67-3 0 0,0-1 0 0 0,0 1 0 0 0,1-1 0 0 0,1 0 0 0 0,10 13-1 0 0,-2 1-1 0 0,-13-20 3 0 0,0 0 0 0 0,1 0 1 0 0,-1-1-1 0 0,1 1 1 0 0,0-1-1 0 0,3 5 0 0 0,-3-6-7 0 0,-1 0 0 0 0,0-1 1 0 0,0 1-1 0 0,1 0 0 0 0,-1 0 0 0 0,0-1 0 0 0,1 1 0 0 0,-1-1 0 0 0,1 0 0 0 0,-1 1 0 0 0,1-1 0 0 0,-1 0 1 0 0,1 0-1 0 0,-1 0 0 0 0,1 0 0 0 0,-1 0 0 0 0,1 0 0 0 0,1 0 0 0 0,4-1-81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6.3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16 307 111 0 0,'-8'-2'73'0'0,"8"2"-69"0"0,0 0 0 0 0,-1 0-1 0 0,1 0 1 0 0,0 0 0 0 0,0 0 0 0 0,0 0-1 0 0,0 0 1 0 0,-1 0 0 0 0,1-1-1 0 0,0 1 1 0 0,0 0 0 0 0,0 0-1 0 0,0 0 1 0 0,-1 0 0 0 0,1 0 0 0 0,0 0-1 0 0,0 0 1 0 0,0 0 0 0 0,0 0-1 0 0,-1 0 1 0 0,1 0 0 0 0,0 0-1 0 0,0 0 1 0 0,0 0 0 0 0,-1 0 0 0 0,1 0-1 0 0,0 1 1 0 0,0-1 0 0 0,0 0-1 0 0,0 0 1 0 0,-1 0 0 0 0,1 0-1 0 0,0 0 1 0 0,0 0 0 0 0,0 0-1 0 0,0 1 1 0 0,0-1 0 0 0,0 0 0 0 0,-1 0-1 0 0,1 0 1 0 0,0 0 0 0 0,0 0-1 0 0,0 1 1 0 0,0-1 0 0 0,0 0-1 0 0,0 0 1 0 0,0 0 0 0 0,0 0 0 0 0,0 1-1 0 0,0-1 1 0 0,0 0 0 0 0,0 0-1 0 0,0 0 1 0 0,0 1 0 0 0,0-1-1 0 0,0 0 1 0 0,0 0 0 0 0,0 0 0 0 0,0 0-1 0 0,0 1 1 0 0,0-1 0 0 0,0 0-1 0 0,0 0 1 0 0,0 0 0 0 0,0 0-1 0 0,0 1 1 0 0,0-1 0 0 0,1 0-1 0 0,7 49 59 0 0,-3-18-52 0 0,12 41 1 0 0,-14-63-11 0 0,0 0-1 0 0,0 0 1 0 0,1-1 0 0 0,1 1 0 0 0,-1-1-1 0 0,1 0 1 0 0,1-1 0 0 0,0 1 0 0 0,6 6-1 0 0,-9-11 1 0 0,0 0 0 0 0,-1 0 0 0 0,1 0 0 0 0,1-1 0 0 0,-1 0 0 0 0,0 1 0 0 0,1-1 0 0 0,-1 0 0 0 0,1-1 0 0 0,-1 1 0 0 0,1-1 0 0 0,0 1 0 0 0,0-1 0 0 0,0 0 0 0 0,-1 0 0 0 0,1-1 0 0 0,0 1 0 0 0,0-1 0 0 0,0 0 0 0 0,0 0 0 0 0,0 0 0 0 0,0-1 0 0 0,0 1 0 0 0,5-2 0 0 0,3-1 0 0 0,0-1 0 0 0,0 0 0 0 0,0 0 0 0 0,-1-1 0 0 0,1-1 0 0 0,-1 0 0 0 0,0 0 0 0 0,-1-1 0 0 0,10-8 0 0 0,3-4 0 0 0,-2-1 0 0 0,35-41 0 0 0,-41 41 13 0 0,-1-1-1 0 0,0-1 0 0 0,12-28 0 0 0,4-6 3 0 0,-29 54-11 0 0,0 0 0 0 0,0 1 0 0 0,0-1 0 0 0,0 0 0 0 0,1 1 0 0 0,-1-1 0 0 0,3-1 0 0 0,-4 2-3 0 0,0 1 0 0 0,1 0 0 0 0,-1 0-1 0 0,0 0 1 0 0,0 0 0 0 0,0 0 0 0 0,0 0-1 0 0,1 0 1 0 0,-1 0 0 0 0,0 0 0 0 0,0 0-1 0 0,0-1 1 0 0,1 1 0 0 0,-1 0-1 0 0,0 0 1 0 0,0 0 0 0 0,1 0 0 0 0,-1 0-1 0 0,0 1 1 0 0,0-1 0 0 0,0 0 0 0 0,1 0-1 0 0,-1 0 1 0 0,0 0 0 0 0,0 0 0 0 0,0 0-1 0 0,1 0 1 0 0,-1 0 0 0 0,0 1-1 0 0,5 10 10 0 0,-4-2-3 0 0,-1 0 0 0 0,1 0 0 0 0,-3 14 0 0 0,2-15-1 0 0,-1 0 0 0 0,1 0 0 0 0,0-1 0 0 0,1 1 0 0 0,2 15 0 0 0,-2-23-6 0 0,-1 0 0 0 0,0 1 0 0 0,0-1 0 0 0,0 1 0 0 0,0-1 0 0 0,0 1 0 0 0,1-1 0 0 0,-1 0 0 0 0,0 1 0 0 0,0-1 0 0 0,1 1 0 0 0,-1-1 0 0 0,0 0 0 0 0,1 1 0 0 0,-1-1 0 0 0,0 0 0 0 0,1 1 0 0 0,-1-1 0 0 0,0 0 0 0 0,1 0 0 0 0,-1 1 0 0 0,1-1 0 0 0,-1 0 0 0 0,0 0 0 0 0,1 0 0 0 0,-1 0 0 0 0,1 0 0 0 0,-1 1 0 0 0,1-1 0 0 0,-1 0 0 0 0,1 0 0 0 0,-1 0 0 0 0,1 0 0 0 0,-1 0 0 0 0,1 0 0 0 0,-1-1 0 0 0,0 1 0 0 0,1 0 0 0 0,-1 0 0 0 0,1 0 0 0 0,-1 0 0 0 0,1 0 0 0 0,-1-1 0 0 0,0 1 0 0 0,1 0 0 0 0,-1 0 0 0 0,1-1 0 0 0,-1 1 0 0 0,0 0 0 0 0,1-1 0 0 0,-1 1 0 0 0,3-2 0 0 0,0-1 0 0 0,0 1 0 0 0,-1-1 0 0 0,1 1 0 0 0,2-5 0 0 0,17-25 11 0 0,-5 8 21 0 0,28-33 0 0 0,154-151 149 0 0,-197 205-195 0 0,1 1-1 0 0,-1 0 0 0 0,1 0 1 0 0,-1 0-1 0 0,1 0 0 0 0,0 0 0 0 0,0 0 1 0 0,0 1-1 0 0,0-1 0 0 0,0 1 0 0 0,0 0 1 0 0,1 0-1 0 0,-1 0 0 0 0,0 1 0 0 0,1-1 1 0 0,-1 1-1 0 0,7-1 0 0 0,-9 2-144 0 0,-1 2-1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6.6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2 215 111 0 0,'-1'0'1'0'0,"1"-1"-1"0"0,0 1 1 0 0,0-1-1 0 0,0 1 1 0 0,0-1-1 0 0,0 1 0 0 0,0-1 1 0 0,-1 1-1 0 0,1 0 1 0 0,0-1-1 0 0,0 1 1 0 0,0-1-1 0 0,1 1 0 0 0,-1-1 1 0 0,0 1-1 0 0,0-1 1 0 0,0 1-1 0 0,0-1 1 0 0,0 1-1 0 0,0-1 0 0 0,1 1 1 0 0,-1-1-1 0 0,0 1 1 0 0,0 0-1 0 0,1-1 1 0 0,-1 1-1 0 0,1-1 0 0 0,11-15 26 0 0,-6 10-10 0 0,5-8 9 0 0,0 0 0 0 0,1 1 1 0 0,1 0-1 0 0,0 2 0 0 0,0-1 0 0 0,1 1 1 0 0,1 1-1 0 0,0 1 0 0 0,0 0 1 0 0,26-11-1 0 0,-18 11-16 0 0,0 1 1 0 0,1 1 0 0 0,-1 2-1 0 0,1 0 1 0 0,1 1-1 0 0,-1 1 1 0 0,29 1-1 0 0,-53 2-9 0 0,4 0 0 0 0,0 0 0 0 0,0 0 0 0 0,0 0 0 0 0,-1 0 0 0 0,1 1 0 0 0,0-1 0 0 0,0 1 0 0 0,-1 0 0 0 0,1 0 0 0 0,-1 1 0 0 0,5 1 0 0 0,-5 1-16 0 0,-4 0-64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6.9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0 131 24 0 0,'11'-12'1'0'0,"-7"8"17"0"0,-1 0 0 0 0,1 0 0 0 0,0 1-1 0 0,9-7 1 0 0,14-6 37 0 0,0 1 0 0 0,1 1 0 0 0,38-13 0 0 0,-51 22-42 0 0,-1 0 1 0 0,1 2-1 0 0,0 0 1 0 0,0 0-1 0 0,0 2 1 0 0,1 0-1 0 0,-1 0 1 0 0,29 4-1 0 0,-38-2-4 0 0,-1 0-1 0 0,1 0 0 0 0,-1 1 0 0 0,0 0 1 0 0,1 0-1 0 0,-1 1 0 0 0,0-1 0 0 0,0 1 1 0 0,7 5-1 0 0,-10-6-4 0 0,0 0 1 0 0,0-1-1 0 0,0 1 0 0 0,-1 0 1 0 0,1 0-1 0 0,0 0 1 0 0,-1 0-1 0 0,0 0 0 0 0,1 0 1 0 0,-1 0-1 0 0,0 0 1 0 0,0 1-1 0 0,0-1 0 0 0,0 0 1 0 0,-1 1-1 0 0,1-1 0 0 0,-1 1 1 0 0,1-1-1 0 0,-1 1 1 0 0,0-1-1 0 0,0 1 0 0 0,0-1 1 0 0,0 1-1 0 0,-1 3 0 0 0,-3 7-4 0 0,0 0 0 0 0,0 0 0 0 0,-13 23 0 0 0,-25 35 0 0 0,36-61 0 0 0,-16 24 13 0 0,-1-2 0 0 0,-2 0 0 0 0,-1-2 0 0 0,-50 45-1 0 0,70-69-33 0 0,-1 0-1 0 0,-1-1 0 0 0,1 0 1 0 0,-1 0-1 0 0,0 0 0 0 0,0-1 0 0 0,0-1 1 0 0,0 1-1 0 0,-1-1 0 0 0,0-1 0 0 0,1 0 1 0 0,-13 2-1 0 0,10-5-70 0 0,1-2 10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7.4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12 110 255 0 0,'-1'0'4'0'0,"0"1"-1"0"0,1-1 0 0 0,-1 0 1 0 0,1 0-1 0 0,-1 0 0 0 0,0 0 1 0 0,1 0-1 0 0,-1 0 0 0 0,1-1 1 0 0,-1 1-1 0 0,0 0 0 0 0,1 0 1 0 0,-1 0-1 0 0,1-1 0 0 0,-1 1 1 0 0,1 0-1 0 0,-1 0 0 0 0,0-1 1 0 0,6-5 142 0 0,23-6 134 0 0,-24 10-262 0 0,47-16 13 0 0,0 2 0 0 0,1 2 0 0 0,1 2 0 0 0,0 3 0 0 0,97-5 0 0 0,-120 13-117 0 0,-4-2-58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8.0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41 199 0 0,'5'-1'22'0'0,"0"0"0"0"0,1 0-1 0 0,-1 0 1 0 0,0-1 0 0 0,0 0-1 0 0,5-3 1 0 0,19-6 37 0 0,-5 6-39 0 0,1 0 0 0 0,0 2 1 0 0,1 1-1 0 0,-1 1 0 0 0,0 1 0 0 0,1 1 0 0 0,-1 1 0 0 0,26 6 0 0 0,-42-6-17 0 0,0 0 0 0 0,0 1 0 0 0,0 0 0 0 0,0 0-1 0 0,0 1 1 0 0,9 5 0 0 0,-16-7 0 0 0,1-1 0 0 0,-1 1 0 0 0,0 0 0 0 0,0 0 0 0 0,0-1 0 0 0,0 1 0 0 0,0 0-1 0 0,-1 1 1 0 0,1-1 0 0 0,-1 0 0 0 0,3 4 0 0 0,-4-5-2 0 0,1 1-1 0 0,-1 0 1 0 0,1-1-1 0 0,-1 1 0 0 0,0 0 1 0 0,0-1-1 0 0,1 1 1 0 0,-1 0-1 0 0,-1 0 1 0 0,1-1-1 0 0,0 1 1 0 0,0 0-1 0 0,0-1 1 0 0,-1 1-1 0 0,1 0 1 0 0,-1-1-1 0 0,0 1 1 0 0,1 0-1 0 0,-2 1 0 0 0,-1 2 0 0 0,0 0 0 0 0,-1 0 0 0 0,1-1 0 0 0,-1 0 0 0 0,0 1 0 0 0,0-2 0 0 0,0 1 0 0 0,-1 0 0 0 0,1-1 0 0 0,-1 0 0 0 0,0 0 0 0 0,0 0 0 0 0,-8 3 0 0 0,-7 2 0 0 0,0-2 0 0 0,-29 6 0 0 0,5-1 0 0 0,43-11 0 0 0,-11 3 0 0 0,-1 0 0 0 0,1 1 0 0 0,0 1 0 0 0,-1 0 0 0 0,2 0 0 0 0,-1 1 0 0 0,-20 15 0 0 0,31-21 0 0 0,1 1 0 0 0,0-1 0 0 0,-1 0 0 0 0,1 1 0 0 0,-1-1 0 0 0,1 0 0 0 0,0 1 0 0 0,-1-1 0 0 0,1 0 0 0 0,0 1 0 0 0,0-1 0 0 0,-1 1 0 0 0,1-1 0 0 0,0 0 0 0 0,0 1 0 0 0,0-1 0 0 0,-1 1 0 0 0,1-1 0 0 0,0 1 0 0 0,0-1 0 0 0,0 1 0 0 0,0-1 0 0 0,0 1 0 0 0,0-1 0 0 0,0 1 0 0 0,0-1 0 0 0,0 1 0 0 0,1 0 0 0 0,-1 0 0 0 0,0-1 0 0 0,1 1 0 0 0,-1 0 0 0 0,1-1 0 0 0,0 1 0 0 0,-1-1 0 0 0,1 1 0 0 0,-1-1 0 0 0,1 1 0 0 0,0-1 0 0 0,-1 1 0 0 0,1-1 0 0 0,1 1 0 0 0,30 7 0 0 0,-31-8 0 0 0,3 1 0 0 0,0 0 0 0 0,0 0 0 0 0,0 0 0 0 0,0 0 0 0 0,0 1 0 0 0,0 0 0 0 0,-1-1 0 0 0,1 1 0 0 0,4 3 0 0 0,-7-3 0 0 0,0-1 0 0 0,0 0 0 0 0,1 0 0 0 0,-1 0 0 0 0,0 1 0 0 0,0-1 0 0 0,-1 0 0 0 0,1 1 0 0 0,0-1 0 0 0,0 1 0 0 0,-1-1 0 0 0,1 1 0 0 0,-1-1 0 0 0,1 1 0 0 0,-1-1 0 0 0,0 1 0 0 0,1 0 0 0 0,-1-1 0 0 0,0 1 0 0 0,0 0 0 0 0,0-1 0 0 0,0 1 0 0 0,-1 0 0 0 0,1-1 0 0 0,-1 3 0 0 0,-2 6 1 0 0,0 0 0 0 0,-1 0 0 0 0,0-1 0 0 0,-10 17 0 0 0,-26 34-51 0 0,38-57 42 0 0,-17 21-85 0 0,-2 0-1 0 0,-43 39 1 0 0,57-59 40 0 0,2-1 39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8.6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166 193 24 0 0,'-7'12'10'0'0,"0"0"0"0"0,-1-1 1 0 0,-13 15-1 0 0,-9 12 12 0 0,23-29-16 0 0,2 0-1 0 0,-1 0 0 0 0,1 1 1 0 0,0 0-1 0 0,-3 12 0 0 0,7-20-3 0 0,0 1-1 0 0,1-1 0 0 0,-1 1 0 0 0,1-1 0 0 0,-1 1 0 0 0,1-1 0 0 0,0 1 1 0 0,0 0-1 0 0,0-1 0 0 0,1 1 0 0 0,-1-1 0 0 0,0 1 0 0 0,1-1 0 0 0,0 1 1 0 0,-1-1-1 0 0,1 1 0 0 0,0-1 0 0 0,1 0 0 0 0,-1 1 0 0 0,0-1 0 0 0,0 0 1 0 0,1 0-1 0 0,0 0 0 0 0,-1 0 0 0 0,1 0 0 0 0,0 0 0 0 0,3 2 0 0 0,2 1 4 0 0,0 0 0 0 0,0-1-1 0 0,0 0 1 0 0,1 0 0 0 0,-1-1-1 0 0,1 0 1 0 0,0-1-1 0 0,0 1 1 0 0,0-1 0 0 0,1-1-1 0 0,-1 1 1 0 0,0-2-1 0 0,13 1 1 0 0,-14-1-1 0 0,1-1 0 0 0,-1 0 0 0 0,0 0 0 0 0,0-1 0 0 0,0 1 0 0 0,1-2 0 0 0,-2 1 0 0 0,1-1 0 0 0,0 0 0 0 0,0 0 0 0 0,-1-1 0 0 0,0 0 0 0 0,0 0 0 0 0,0 0 0 0 0,8-8-1 0 0,-4 1-3 0 0,-1 0 0 0 0,0-1 0 0 0,-1 0 0 0 0,0 0 0 0 0,12-25 0 0 0,-6 5 5 0 0,12-44 1 0 0,-23 66-1 0 0,-1 0 1 0 0,0 0-1 0 0,-1 0 0 0 0,0 0 1 0 0,0 0-1 0 0,-1 0 0 0 0,-1-1 0 0 0,0 1 1 0 0,0 0-1 0 0,0 0 0 0 0,-6-15 0 0 0,6 21 0 0 0,-1-1-1 0 0,1 1 1 0 0,-1 0 0 0 0,0-1-1 0 0,-1 1 1 0 0,1 0-1 0 0,-1 0 1 0 0,0 0-1 0 0,1 0 1 0 0,-2 1-1 0 0,1-1 1 0 0,0 1-1 0 0,-1 0 1 0 0,0 0-1 0 0,1 0 1 0 0,-1 1-1 0 0,-1-1 1 0 0,1 1-1 0 0,0 0 1 0 0,0 0-1 0 0,-1 0 1 0 0,1 0-1 0 0,-1 1 1 0 0,1 0-1 0 0,-1 0 1 0 0,-6 0-1 0 0,3 0-2 0 0,1 1-1 0 0,-1 1 0 0 0,1 0 0 0 0,-1 0 0 0 0,1 0 1 0 0,-1 1-1 0 0,1 0 0 0 0,0 0 0 0 0,0 1 0 0 0,-13 6 1 0 0,-1 3-3 0 0,-39 30-1 0 0,36-24 3 0 0,22-17-1 0 0,-18 13 0 0 0,-34 32 0 0 0,50-41 0 0 0,0-1 0 0 0,-1 1 0 0 0,2 0 0 0 0,-1 0 0 0 0,0 0 0 0 0,1 0 0 0 0,0 1 0 0 0,0-1 0 0 0,1 1 0 0 0,0 0 0 0 0,0 0 0 0 0,-3 12 0 0 0,5-17-2 0 0,0 1-1 0 0,0-1 1 0 0,0 1-1 0 0,0-1 0 0 0,0 1 1 0 0,0-1-1 0 0,1 1 1 0 0,-1-1-1 0 0,0 1 0 0 0,1-1 1 0 0,-1 0-1 0 0,1 1 1 0 0,0-1-1 0 0,-1 0 0 0 0,1 1 1 0 0,0-1-1 0 0,0 0 0 0 0,0 0 1 0 0,0 1-1 0 0,0-1 1 0 0,0 0-1 0 0,0 0 0 0 0,0 0 1 0 0,2 1-1 0 0,9 5-68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9.1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78 79 0 0,'-2'4'17'0'0,"1"0"-1"0"0,0 1 1 0 0,0-1-1 0 0,1 1 1 0 0,-1-1-1 0 0,1 1 1 0 0,0-1-1 0 0,0 9 1 0 0,1 7 18 0 0,-3 28-35 0 0,11 94 0 0 0,-9-141 0 0 0,0 1 0 0 0,0-1 0 0 0,0 0 0 0 0,0 0 0 0 0,1 1 0 0 0,-1-1 0 0 0,1 0 0 0 0,-1 0 0 0 0,1 0 0 0 0,-1 0 0 0 0,1 1 0 0 0,-1-1 0 0 0,1 0 0 0 0,0 0-1 0 0,0 0 1 0 0,0 0 0 0 0,0 0 0 0 0,0-1 0 0 0,1 2 0 0 0,-1-1 0 0 0,0-1 0 0 0,0 0 0 0 0,0 1 0 0 0,0-1 0 0 0,0 0 0 0 0,0 0 0 0 0,0 0 0 0 0,1 1-1 0 0,-1-1 1 0 0,0 0 0 0 0,0 0 0 0 0,0-1 0 0 0,0 1 0 0 0,1 0 0 0 0,-1 0 0 0 0,2-1 0 0 0,4-2 2 0 0,0-1 1 0 0,0 1 0 0 0,-1-1-1 0 0,13-9 1 0 0,-19 12-3 0 0,44-33 40 0 0,-1-2 0 0 0,-2-2 0 0 0,-1-2 0 0 0,35-46 0 0 0,-60 67-8 0 0,1 0 1 0 0,0 1-1 0 0,26-21 0 0 0,-42 39-30 0 0,0 0-1 0 0,0-1 0 0 0,1 1 0 0 0,-1 0 0 0 0,0 0 0 0 0,0-1 0 0 0,1 1 1 0 0,-1 0-1 0 0,0 0 0 0 0,1 0 0 0 0,-1 0 0 0 0,0 0 0 0 0,1-1 0 0 0,-1 1 0 0 0,0 0 1 0 0,1 0-1 0 0,-1 0 0 0 0,0 0 0 0 0,1 0 0 0 0,-1 0 0 0 0,1 0 0 0 0,-1 0 0 0 0,0 0 1 0 0,1 0-1 0 0,-1 1 0 0 0,0-1 0 0 0,1 0 0 0 0,-1 0 0 0 0,0 0 0 0 0,1 0 0 0 0,-1 0 1 0 0,0 1-1 0 0,0-1 0 0 0,1 0 0 0 0,-1 0 0 0 0,0 0 0 0 0,1 1 0 0 0,-1-1 1 0 0,0 0-1 0 0,0 0 0 0 0,0 1 0 0 0,1-1 0 0 0,-1 0 0 0 0,0 1 0 0 0,0-1 0 0 0,0 0 1 0 0,0 1-1 0 0,1-1 0 0 0,-1 0 0 0 0,0 1 0 0 0,0-1 0 0 0,0 0 0 0 0,0 1 0 0 0,0-1 1 0 0,0 0-1 0 0,0 1 0 0 0,0 0 0 0 0,2 24 56 0 0,-2-22-56 0 0,-4 64 31 0 0,-23 130-1 0 0,23-174-30 0 0,3-15 0 0 0,0 1 0 0 0,1 0 0 0 0,2 17 0 0 0,-1-16-59 0 0,-1 0 0 0 0,0 13 0 0 0,-2-15-36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49.3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 1 199 0 0,'-5'1'0'0'0,"0"-1"0"0"0,2 0 0 0 0,1 0 0 0 0,1 2 64 0 0,-1 0-64 0 0,-4-1 96 0 0,-4 1-32 0 0,-2 3-64 0 0,-1 0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0.1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1 226 24 0 0,'0'14'9'0'0,"1"-1"0"0"0,0 1 0 0 0,1-1 0 0 0,1 1 0 0 0,0-1 0 0 0,7 18 0 0 0,-5-17-9 0 0,1 0 0 0 0,0 0 0 0 0,1-1 0 0 0,12 18 0 0 0,-15-27 0 0 0,-1 0 0 0 0,1 0 0 0 0,-1 0 0 0 0,1 0 0 0 0,0-1 0 0 0,0 1 0 0 0,6 2 0 0 0,-8-4 0 0 0,1-1 0 0 0,-1 0 0 0 0,1 0 0 0 0,0 0 0 0 0,0 0 0 0 0,-1 0 0 0 0,1 0 0 0 0,0-1 0 0 0,0 0 0 0 0,0 1 0 0 0,0-1 0 0 0,0 0 0 0 0,0 0 0 0 0,3-1 0 0 0,-4 0 2 0 0,1 1 0 0 0,-1-1-1 0 0,1 0 1 0 0,-1 0-1 0 0,0-1 1 0 0,0 1 0 0 0,1 0-1 0 0,-1-1 1 0 0,0 1-1 0 0,0-1 1 0 0,0 0-1 0 0,0 1 1 0 0,-1-1 0 0 0,1 0-1 0 0,2-3 1 0 0,3-5 9 0 0,-1-1 1 0 0,6-11 0 0 0,-6 10-9 0 0,23-45 47 0 0,-3 0-1 0 0,-2-2 0 0 0,22-83 1 0 0,-38 118-21 0 0,-6 18-22 0 0,0 0 1 0 0,0 0 0 0 0,-1 0-1 0 0,1 0 1 0 0,0-11-1 0 0,-10 77 47 0 0,-13 445-44 0 0,20-454-10 0 0,0-25-68 0 0,4 34 0 0 0,-3-55 52 0 0,-1-1-64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0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53 24 0 0,'10'1'22'0'0,"-1"1"1"0"0,1-1-1 0 0,-1-1 1 0 0,1 1-1 0 0,-1-2 1 0 0,19-2-1 0 0,57-16 154 0 0,-54 11-174 0 0,77-16-2 0 0,-97 21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1.0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9 143 0 0,'-7'-9'118'0'0,"2"159"-44"0"0,4-134-74 0 0,1-11 0 0 0,-1 0 0 0 0,1 1 0 0 0,0-1 0 0 0,1 0 0 0 0,-1 0 0 0 0,1 1 0 0 0,0-1 0 0 0,4 10 0 0 0,-5-15 0 0 0,0 0 0 0 0,0 1 0 0 0,0-1 0 0 0,1 0 0 0 0,-1 1 0 0 0,0-1 0 0 0,1 0 0 0 0,-1 1 0 0 0,0-1 0 0 0,1 0 0 0 0,-1 0 0 0 0,0 0 0 0 0,1 1 0 0 0,-1-1 0 0 0,1 0 0 0 0,-1 0 0 0 0,0 0 0 0 0,1 0 0 0 0,-1 0 0 0 0,1 0 0 0 0,-1 0 0 0 0,0 0 0 0 0,1 0 0 0 0,-1 0 0 0 0,1 0 0 0 0,-1 0 0 0 0,0 0 0 0 0,1 0 0 0 0,-1 0 0 0 0,1 0 0 0 0,-1 0 0 0 0,0 0 0 0 0,1 0 0 0 0,-1-1 0 0 0,1 1 0 0 0,-1 0 0 0 0,0 0 0 0 0,1 0 0 0 0,-1-1 0 0 0,0 1 0 0 0,1 0 0 0 0,-1-1 0 0 0,0 1 0 0 0,0 0 0 0 0,1-1 0 0 0,-1 0 0 0 0,15-17 0 0 0,3-15 34 0 0,2 0 0 0 0,1 1 0 0 0,37-42 0 0 0,-55 71-29 0 0,-1 0-1 0 0,1 1 1 0 0,0-1-1 0 0,0 0 0 0 0,1 1 1 0 0,-1 0-1 0 0,0 0 0 0 0,1 0 1 0 0,-1 0-1 0 0,1 0 1 0 0,5-1-1 0 0,-7 3-1 0 0,0-1-1 0 0,-1 1 1 0 0,1 0 0 0 0,0 0-1 0 0,0 0 1 0 0,0 0 0 0 0,-1 0 0 0 0,1 0-1 0 0,0 1 1 0 0,0-1 0 0 0,-1 1-1 0 0,1-1 1 0 0,0 1 0 0 0,-1 0-1 0 0,1-1 1 0 0,-1 1 0 0 0,1 0 0 0 0,-1 0-1 0 0,1 0 1 0 0,-1 0 0 0 0,1 0-1 0 0,-1 1 1 0 0,0-1 0 0 0,0 0-1 0 0,1 1 1 0 0,-1-1 0 0 0,1 3-1 0 0,2 3-2 0 0,1 1 0 0 0,-2 0 0 0 0,1 0 0 0 0,-1 0 0 0 0,0 1 0 0 0,-1-1 0 0 0,0 1 0 0 0,0 0 0 0 0,-1-1 0 0 0,1 14 0 0 0,-2-2 0 0 0,0 0 0 0 0,-1 0 0 0 0,-6 31 0 0 0,5-44 0 0 0,1-1 0 0 0,0 1 0 0 0,-1-1 0 0 0,2 1 0 0 0,-1 0 0 0 0,1-1 0 0 0,0 1 0 0 0,1 0 0 0 0,0 6 0 0 0,0-12-3 0 0,-1 0 0 0 0,0 0-1 0 0,0-1 1 0 0,1 1-1 0 0,-1 0 1 0 0,1-1-1 0 0,-1 1 1 0 0,1-1 0 0 0,-1 1-1 0 0,0-1 1 0 0,1 1-1 0 0,0 0 1 0 0,-1-1-1 0 0,1 0 1 0 0,-1 1 0 0 0,1-1-1 0 0,0 1 1 0 0,-1-1-1 0 0,1 0 1 0 0,0 1-1 0 0,-1-1 1 0 0,1 0 0 0 0,1 0-1 0 0,16 1-98 0 0,-9-3 22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1.5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33 24 0 0,'-9'-19'163'0'0,"9"18"-148"0"0,-1 0-1 0 0,1 0 1 0 0,-1 0-1 0 0,0 1 1 0 0,1-1-1 0 0,-1 0 0 0 0,0 0 1 0 0,1 0-1 0 0,-1 0 1 0 0,0 1-1 0 0,0-1 0 0 0,0 0 1 0 0,0 1-1 0 0,0-1 1 0 0,-1 0-1 0 0,1 2-6 0 0,0 0 1 0 0,1 1-1 0 0,-1-1 0 0 0,1 0 0 0 0,-1 1 1 0 0,1-1-1 0 0,-1 1 0 0 0,1-1 0 0 0,0 0 1 0 0,0 1-1 0 0,0-1 0 0 0,0 1 1 0 0,0 1-1 0 0,0-2-1 0 0,0 5 1 0 0,-5 74 25 0 0,13 161 0 0 0,-6-224-33 0 0,0 0 0 0 0,2 0 0 0 0,0-1 0 0 0,1 1 0 0 0,0-1 0 0 0,2 0 0 0 0,13 24 0 0 0,-20-39-3 0 0,1 0-1 0 0,-1 0 0 0 0,0 0 0 0 0,1 0 1 0 0,0 0-1 0 0,-1-1 0 0 0,1 1 0 0 0,0 0 0 0 0,-1-1 1 0 0,1 1-1 0 0,0 0 0 0 0,0-1 0 0 0,-1 1 0 0 0,1-1 1 0 0,0 1-1 0 0,0-1 0 0 0,0 1 0 0 0,0-1 0 0 0,0 0 1 0 0,0 1-1 0 0,0-1 0 0 0,0 0 0 0 0,-1 0 0 0 0,1 0 1 0 0,0 0-1 0 0,2 0 0 0 0,-2 0 1 0 0,1-1-1 0 0,-1 1 1 0 0,1-1 0 0 0,-1 0 0 0 0,0 0-1 0 0,1 1 1 0 0,-1-1 0 0 0,0 0-1 0 0,0 0 1 0 0,1 0 0 0 0,-1-1-1 0 0,0 1 1 0 0,0 0 0 0 0,1-2 0 0 0,3-5 1 0 0,0-1 0 0 0,0 1 1 0 0,-1-1-1 0 0,4-11 0 0 0,45-112 2 0 0,-44 113 0 0 0,1 1 0 0 0,1 0 0 0 0,1 0 0 0 0,24-27 0 0 0,-35 44 0 0 0,0 0 0 0 0,0 0 0 0 0,1 0 0 0 0,-1-1 0 0 0,1 1 0 0 0,-1 1 0 0 0,1-1 0 0 0,2-1 0 0 0,-4 2 0 0 0,0-1 0 0 0,1 1 0 0 0,-1 0 0 0 0,0 0 0 0 0,1 0 0 0 0,-1 0 0 0 0,0 0 0 0 0,1 0 0 0 0,-1 0 0 0 0,0 0 0 0 0,1 0 0 0 0,-1 0 0 0 0,0 0 0 0 0,1 0 0 0 0,-1 0 0 0 0,0 1 0 0 0,1-1 0 0 0,-1 0 0 0 0,0 0 0 0 0,1 0 0 0 0,-1 0 0 0 0,0 0 0 0 0,0 1 0 0 0,1-1 0 0 0,-1 0 0 0 0,0 0 0 0 0,0 1 0 0 0,1-1 0 0 0,-1 0 0 0 0,0 0 0 0 0,0 1 0 0 0,0-1 0 0 0,1 0 0 0 0,-1 1 0 0 0,0-1 0 0 0,0 0 0 0 0,0 0 0 0 0,0 1 0 0 0,0-1 0 0 0,0 0 0 0 0,0 1 0 0 0,0-1 0 0 0,1 0 0 0 0,-1 1 0 0 0,0-1 0 0 0,-1 0 0 0 0,1 1 0 0 0,0 0 0 0 0,1 23 0 0 0,-5 37 0 0 0,1-20 0 0 0,-2 12 3 0 0,3-36-32 0 0,0 1 1 0 0,1-1 0 0 0,1 1 0 0 0,3 26 0 0 0,-3-42 26 0 0,0 0 1 0 0,1 0-1 0 0,-1 0 1 0 0,1 0 0 0 0,-1 0-1 0 0,1 0 1 0 0,0 0-1 0 0,0 0 1 0 0,1 2-1 0 0,-2-4 2 0 0,1 0 0 0 0,-1 1 1 0 0,0-1-1 0 0,0 0 0 0 0,0 0 0 0 0,1 0 0 0 0,-1 0 0 0 0,0 0 0 0 0,0 1 0 0 0,1-1 0 0 0,-1 0 0 0 0,0 0 0 0 0,0 0 0 0 0,1 0 0 0 0,-1 0 0 0 0,0 0 1 0 0,0 0-1 0 0,1 0 0 0 0,-1 0 0 0 0,0 0 0 0 0,1 0 0 0 0,-1 0 0 0 0,0 0 0 0 0,0 0 0 0 0,1 0 0 0 0,-1 0 0 0 0,10-9-1 0 0,57-93 248 0 0,-13 37-90 0 0,75-73-1 0 0,-59 66-94 0 0,-61 62-61 0 0,8-8 10 0 0,-16 17-19 0 0,-1 1-1 0 0,1-1 1 0 0,0 1-1 0 0,-1 0 1 0 0,1-1 0 0 0,0 1-1 0 0,0 0 1 0 0,-1-1 0 0 0,1 1-1 0 0,0 0 1 0 0,0 0-1 0 0,-1 0 1 0 0,1-1 0 0 0,0 1-1 0 0,0 0 1 0 0,0 0 0 0 0,0 0-1 0 0,-1 1 1 0 0,1-1-1 0 0,0 0 1 0 0,0 0 0 0 0,0 0-1 0 0,-1 0 1 0 0,2 1-1 0 0,4 3-63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1.9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1 146 55 0 0,'37'-3'329'0'0,"-4"1"-98"0"0,2-3-133 0 0,0-2-1 0 0,53-17 1 0 0,-66 17-103 0 0,0-2 1 0 0,-1-1-1 0 0,0 0 0 0 0,36-26 1 0 0,-53 34-29 0 0,-1-1 0 0 0,0 1 1 0 0,0-1-1 0 0,0 0 0 0 0,0 0 0 0 0,4-6 0 0 0,-6 1-31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2.1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 9 311 0 0,'33'-2'186'0'0,"49"-4"-86"0"0,-72 6-84 0 0,12 0 19 0 0,-1 0 0 0 0,1 1 0 0 0,0 1 0 0 0,-1 1 0 0 0,22 6 0 0 0,-41-8-30 0 0,0-1-1 0 0,0 1 0 0 0,0 0 0 0 0,0 0 0 0 0,-1 0 1 0 0,1 0-1 0 0,0 0 0 0 0,0 0 0 0 0,-1 0 0 0 0,1 0 1 0 0,0 1-1 0 0,-1-1 0 0 0,0 1 0 0 0,1-1 0 0 0,-1 1 1 0 0,0-1-1 0 0,0 1 0 0 0,0 0 0 0 0,2 2 0 0 0,-3-1 0 0 0,1-1-1 0 0,-1 1 1 0 0,1-1-1 0 0,-1 1 1 0 0,0-1-1 0 0,0 0 1 0 0,0 1-1 0 0,-1-1 1 0 0,1 1-1 0 0,0-1 1 0 0,-1 1-1 0 0,0-1 0 0 0,-1 5 1 0 0,-4 5-2 0 0,0-1 1 0 0,-1 0-1 0 0,0 0 1 0 0,-15 18-1 0 0,21-28-3 0 0,-25 28-31 0 0,-1-2-1 0 0,-2 0 1 0 0,0-2-1 0 0,-48 31 1 0 0,-54 45-342 0 0,121-94 278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2.7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47 29 24 0 0,'-5'2'87'0'0,"0"1"1"0"0,0-1 0 0 0,0 0 0 0 0,-8 3 0 0 0,11-5-96 0 0,-9 6 165 0 0,11-6-154 0 0,0 0 1 0 0,0 1 0 0 0,0-1 0 0 0,0 0 0 0 0,0 0 0 0 0,1 0-1 0 0,-1 0 1 0 0,0 1 0 0 0,0-1 0 0 0,0 0 0 0 0,0 0-1 0 0,0 0 1 0 0,1 0 0 0 0,-1 0 0 0 0,0 0 0 0 0,0 1-1 0 0,0-1 1 0 0,0 0 0 0 0,1 0 0 0 0,-1 0 0 0 0,0 0 0 0 0,0 0-1 0 0,0 0 1 0 0,1 0 0 0 0,-1 0 0 0 0,0 0 0 0 0,0 0-1 0 0,0 0 1 0 0,1 0 0 0 0,-1 0 0 0 0,0 0 0 0 0,28 1 115 0 0,-28-1-119 0 0,37 1 50 0 0,0-2 1 0 0,0-1-1 0 0,-1-2 0 0 0,51-12 1 0 0,-70 10-259 0 0,28-11 0 0 0,-29 10 78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3.3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230 1 24 0 0,'-2'0'6'0'0,"0"0"1"0"0,0 1-1 0 0,0 0 1 0 0,-1-1-1 0 0,1 1 1 0 0,0 0-1 0 0,0 0 1 0 0,0 0-1 0 0,0 1 1 0 0,1-1 0 0 0,-1 0-1 0 0,-2 3 1 0 0,-24 23 116 0 0,20-19-108 0 0,-7 8-5 0 0,1 1-1 0 0,1 0 0 0 0,0 0 0 0 0,1 2 0 0 0,1-1 0 0 0,-12 29 0 0 0,10-15 7 0 0,1 1 0 0 0,2 0 0 0 0,-8 44 0 0 0,13-49-16 0 0,2 1 0 0 0,0 0 0 0 0,2-1 0 0 0,2 1 0 0 0,0 0 0 0 0,2-1 0 0 0,1 1 0 0 0,9 35 0 0 0,-11-60 0 0 0,-1 1 0 0 0,1-1 0 0 0,0 0 0 0 0,0 1 0 0 0,0-1 0 0 0,0 0 0 0 0,1 0 0 0 0,0 0 0 0 0,4 5 0 0 0,-4-7 0 0 0,-1 0 0 0 0,0 0 0 0 0,1 0 0 0 0,-1-1 0 0 0,1 1 0 0 0,0-1 0 0 0,-1 1 0 0 0,1-1 0 0 0,0 0 0 0 0,0 0 0 0 0,0 0 0 0 0,0-1 0 0 0,0 1 0 0 0,0-1 0 0 0,0 1 0 0 0,4-1 0 0 0,4-1 0 0 0,0 0 0 0 0,-1-1 0 0 0,1 0 0 0 0,-1 0 0 0 0,0-1 0 0 0,0-1 0 0 0,0 0 0 0 0,12-6 0 0 0,74-47 0 0 0,-85 50 0 0 0,-1-1 0 0 0,0 0 0 0 0,0 0 0 0 0,-1-1 0 0 0,0 0 0 0 0,-1 0 0 0 0,0-1 0 0 0,0 0 0 0 0,6-12 0 0 0,-13 20 0 0 0,0 0 0 0 0,0 0 0 0 0,0 0 0 0 0,0 0 0 0 0,0 0 0 0 0,-1 0 0 0 0,1 0 0 0 0,-1 0 0 0 0,1 0-1 0 0,-1 0 1 0 0,0 0 0 0 0,0-1 0 0 0,0 1 0 0 0,0 0 0 0 0,0 0 0 0 0,-1 0 0 0 0,1 0 0 0 0,0 0 0 0 0,-1 0-1 0 0,0 0 1 0 0,1 0 0 0 0,-1 0 0 0 0,0 0 0 0 0,0 0 0 0 0,-2-3 0 0 0,0 2 1 0 0,1 0 0 0 0,-1 0 0 0 0,0 1 0 0 0,0-1 0 0 0,0 1 0 0 0,0 0-1 0 0,-1-1 1 0 0,1 2 0 0 0,-1-1 0 0 0,1 0 0 0 0,-1 1 0 0 0,0-1 0 0 0,-4 0 0 0 0,-6-2 6 0 0,0 2-1 0 0,-1-1 0 0 0,1 2 1 0 0,-1 0-1 0 0,1 0 1 0 0,-1 2-1 0 0,1 0 1 0 0,-20 3-1 0 0,26-2-6 0 0,1-1 0 0 0,0 1-1 0 0,0 0 1 0 0,0 1 0 0 0,0 0 0 0 0,1 0-1 0 0,-1 0 1 0 0,1 1 0 0 0,-1 0 0 0 0,1 0-1 0 0,0 1 1 0 0,1-1 0 0 0,-1 1 0 0 0,1 1-1 0 0,0-1 1 0 0,0 1 0 0 0,1 0 0 0 0,-5 7-1 0 0,8-11 1 0 0,-1 1 0 0 0,1-1 0 0 0,0 0 0 0 0,0 1 0 0 0,0-1 0 0 0,0 1 0 0 0,0-1 0 0 0,1 1 0 0 0,-1 0 0 0 0,1-1 0 0 0,0 1 0 0 0,-1 0 0 0 0,1-1 0 0 0,1 1 0 0 0,-1 0 0 0 0,0-1 0 0 0,1 1 0 0 0,-1 0 0 0 0,1-1 0 0 0,0 1 0 0 0,-1-1 0 0 0,1 1 0 0 0,1-1 0 0 0,-1 1 0 0 0,0-1 0 0 0,1 0 0 0 0,-1 0 0 0 0,1 1 0 0 0,-1-1 0 0 0,5 3 0 0 0,6 4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3.9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149 30 24 0 0,'-10'8'31'0'0,"1"2"1"0"0,0-1 0 0 0,0 1-1 0 0,-10 17 1 0 0,-25 48 109 0 0,36-60-115 0 0,1 1-1 0 0,0 0 0 0 0,2 0 0 0 0,-1 0 0 0 0,2 1 1 0 0,0 0-1 0 0,-3 31 0 0 0,7-37-13 0 0,0 1 0 0 0,0 0 0 0 0,1-1 0 0 0,0 1-1 0 0,1-1 1 0 0,1 0 0 0 0,-1 0 0 0 0,2 0 0 0 0,0 0 0 0 0,0 0 0 0 0,1 0 0 0 0,8 14-1 0 0,-12-24-11 0 0,3 5 0 0 0,0 1 0 0 0,1-1 0 0 0,-1 0 0 0 0,1 0 0 0 0,9 8 0 0 0,-13-13 0 0 0,1 0 0 0 0,-1 0 0 0 0,0 0 0 0 0,1 0 0 0 0,-1 0 0 0 0,1-1 0 0 0,0 1 0 0 0,-1-1 0 0 0,1 1 0 0 0,-1-1 0 0 0,1 1 0 0 0,0-1 0 0 0,-1 0 0 0 0,1 0 0 0 0,0 1 0 0 0,-1-1 0 0 0,1-1 0 0 0,0 1 0 0 0,-1 0 0 0 0,1 0 0 0 0,0-1 0 0 0,-1 1 0 0 0,1-1 0 0 0,-1 1 0 0 0,1-1 0 0 0,-1 1 0 0 0,1-1 0 0 0,-1 0 0 0 0,1 0 0 0 0,-1 0 0 0 0,2-2 0 0 0,5-3 8 0 0,-2 0-1 0 0,1-1 0 0 0,-1 0 0 0 0,0 0 1 0 0,0-1-1 0 0,-1 0 0 0 0,0 0 0 0 0,6-14 0 0 0,26-73 86 0 0,-36 93-91 0 0,10-31 40 0 0,-1 1-1 0 0,9-52 0 0 0,-18 75-34 0 0,0-1 0 0 0,0 1-1 0 0,-1 0 1 0 0,0 0 0 0 0,0 0-1 0 0,-1-1 1 0 0,-1 1 0 0 0,1 0-1 0 0,-2 0 1 0 0,1 0 0 0 0,-1 1-1 0 0,0-1 1 0 0,-1 1 0 0 0,-6-13-1 0 0,6 16-2 0 0,0 0-1 0 0,-1 0 0 0 0,1 1 0 0 0,-1-1 0 0 0,0 1 0 0 0,0 0 0 0 0,-1 0 0 0 0,1 0 0 0 0,-1 1 0 0 0,1 0 0 0 0,-1 0 0 0 0,0 0 0 0 0,0 1 0 0 0,-1 0 0 0 0,1 0 0 0 0,0 1 0 0 0,-1 0 0 0 0,1 0 0 0 0,-1 0 0 0 0,-12 1 0 0 0,17 0-5 0 0,0 0 0 0 0,1 1 0 0 0,-1-1 0 0 0,0 1 0 0 0,0 0 0 0 0,0-1 0 0 0,0 1-1 0 0,0 0 1 0 0,1 0 0 0 0,-1 0 0 0 0,0 0 0 0 0,1 1 0 0 0,-1-1 0 0 0,1 0-1 0 0,-2 2 1 0 0,0 2-79 0 0,0-1 0 0 0,0 0 0 0 0,1 1 0 0 0,-4 7-1 0 0,3-4-70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4.0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0 199 0 0,'-4'3'0'0'0,"3"-1"0"0"0,-1-2 0 0 0,-1 2 0 0 0,1 1 0 0 0,0-1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5.4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 0 0,'43'24'247'0'0,"34"0"-201"0"0,-54-18-23 0 0,0 1-1 0 0,0 1 1 0 0,28 15-1 0 0,-47-21-22 0 0,0-1 0 0 0,0 1 0 0 0,-1-1 0 0 0,1 1 0 0 0,0-1 0 0 0,0 0 0 0 0,0-1 0 0 0,5 1 0 0 0,-4-2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5.6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91 2 24 0 0,'-2'0'8'0'0,"0"0"0"0"0,1-1 1 0 0,-1 1-1 0 0,0 0 1 0 0,0 0-1 0 0,1 0 0 0 0,-1 0 1 0 0,0 0-1 0 0,0 0 1 0 0,1 1-1 0 0,-1-1 0 0 0,0 1 1 0 0,1-1-1 0 0,-1 1 1 0 0,0-1-1 0 0,1 1 1 0 0,-1 0-1 0 0,1 0 0 0 0,-1 0 1 0 0,1 0-1 0 0,-1 0 1 0 0,1 0-1 0 0,0 0 0 0 0,-1 1 1 0 0,1-1-1 0 0,0 0 1 0 0,0 1-1 0 0,0-1 1 0 0,0 1-1 0 0,0-1 0 0 0,-1 3 1 0 0,-1 4-2 0 0,-1-1 1 0 0,1 1-1 0 0,0 0 1 0 0,0 0 0 0 0,-1 9-1 0 0,-4 33 19 0 0,1 0 0 0 0,3 1 0 0 0,1 0 0 0 0,4 0 0 0 0,1-1 0 0 0,11 62-1 0 0,-11-96-25 0 0,1 0 0 0 0,1 0 0 0 0,0 0 0 0 0,11 23 0 0 0,-8-25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6.3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 1 143 0 0,'-33'18'0'0'0,"30"-15"84"0"0,8-2-27 0 0,12-2 8 0 0,26-4-28 0 0,46 0 0 0 0,-62 5-30 0 0,4-1 24 0 0,-1 2-1 0 0,1 0 0 0 0,43 10 0 0 0,-54-4-30 0 0,-20-7 0 0 0,1 0 0 0 0,-1 0 0 0 0,1 1 0 0 0,-1-1 0 0 0,0 0 0 0 0,1 0 0 0 0,-1 1 0 0 0,1-1 0 0 0,-1 0 0 0 0,0 1 0 0 0,0-1 0 0 0,1 0 0 0 0,-1 1 0 0 0,0-1 0 0 0,1 0 0 0 0,-1 1 0 0 0,0-1 0 0 0,0 1 0 0 0,0-1 0 0 0,0 1 0 0 0,1-1 0 0 0,-1 0 0 0 0,0 1 0 0 0,0-1 0 0 0,0 1 0 0 0,0-1 0 0 0,0 1 0 0 0,0-1 0 0 0,0 1 0 0 0,0-1 0 0 0,0 1 0 0 0,0-1 0 0 0,0 0 0 0 0,-1 1 0 0 0,1-1 0 0 0,0 1 0 0 0,0-1 0 0 0,0 1 0 0 0,-1-1 0 0 0,1 0 0 0 0,0 1 0 0 0,-8 9 5 0 0,1 0 0 0 0,-1-1 0 0 0,0 0 0 0 0,-1-1 0 0 0,-11 9 0 0 0,-52 33 53 0 0,45-33-38 0 0,-33 28 0 0 0,60-45-20 0 0,-1 0 0 0 0,1 1 0 0 0,-1-1 0 0 0,1 0 0 0 0,0 1 0 0 0,-1-1 0 0 0,1 0 0 0 0,-1 1 0 0 0,1-1 0 0 0,0 1 0 0 0,0-1 0 0 0,-1 0 0 0 0,1 1 0 0 0,0-1 0 0 0,0 1 0 0 0,-1-1 0 0 0,1 1 0 0 0,0-1 0 0 0,0 1 0 0 0,0-1 0 0 0,0 1 0 0 0,0-1 0 0 0,0 1 0 0 0,0-1 0 0 0,0 1 0 0 0,0-1 0 0 0,0 2 0 0 0,0-2 0 0 0,1 1 0 0 0,-1 0 0 0 0,1-1 0 0 0,-1 1 0 0 0,1-1 0 0 0,0 1 0 0 0,-1-1 0 0 0,1 1 0 0 0,-1-1 0 0 0,1 0 0 0 0,0 1 0 0 0,0-1 0 0 0,-1 0 0 0 0,1 1 0 0 0,0-1 0 0 0,0 0 0 0 0,5 2 0 0 0,-1-1 0 0 0,0-1 0 0 0,1 1 0 0 0,5 0 0 0 0,35-2 0 0 0,43 1 0 0 0,-78 1 0 0 0,0 0 0 0 0,0 0 0 0 0,-1 2 0 0 0,1-1 0 0 0,-1 1 0 0 0,10 5 0 0 0,-18-7 1 0 0,0 0-1 0 0,0 0 0 0 0,0 0 0 0 0,-1 0 0 0 0,1 0 0 0 0,0 1 0 0 0,-1-1 0 0 0,1 0 0 0 0,-1 1 0 0 0,1-1 0 0 0,-1 1 0 0 0,0 0 0 0 0,0-1 0 0 0,0 1 0 0 0,0 0 0 0 0,0 0 0 0 0,1 2 0 0 0,-1-1 0 0 0,0 1 0 0 0,0-1 0 0 0,-1 1-1 0 0,1-1 1 0 0,-1 1 0 0 0,0 0 0 0 0,0-1 0 0 0,0 1 0 0 0,-1 4 0 0 0,-2 3 2 0 0,0 0 0 0 0,0 1 1 0 0,-1-1-1 0 0,-10 20 0 0 0,2-6 6 0 0,-2-1-1 0 0,0-1 1 0 0,-1 0 0 0 0,-1 0-1 0 0,-2-2 1 0 0,-27 28-1 0 0,26-31-2 0 0,8-6 7 0 0,-1-1 0 0 0,-20 15-1 0 0,29-24-9 0 0,0 0-1 0 0,-1 0 1 0 0,1 0-1 0 0,0-1 1 0 0,-1 1-1 0 0,0-1 1 0 0,1 1-1 0 0,-1-1 1 0 0,0-1-1 0 0,1 1 1 0 0,-1 0-1 0 0,0-1 1 0 0,0 0-1 0 0,0 0 1 0 0,-7 0-1 0 0,9-1-5 0 0,-1 0 0 0 0,1 1 0 0 0,0-1 0 0 0,0 0 0 0 0,0 0-1 0 0,0 0 1 0 0,0 0 0 0 0,0-1 0 0 0,0 1 0 0 0,0 0-1 0 0,1-1 1 0 0,-1 0 0 0 0,0 1 0 0 0,1-1 0 0 0,-1 0-1 0 0,1 0 1 0 0,0 0 0 0 0,0 0 0 0 0,-1 0 0 0 0,0-4-1 0 0,-5-9-75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6.9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103 178 24 0 0,'-5'4'3'0'0,"2"1"0"0"0,-1 1 0 0 0,0-1 0 0 0,1 0 0 0 0,0 1 1 0 0,1 0-1 0 0,-1-1 0 0 0,1 1 0 0 0,-2 9 0 0 0,0-1 8 0 0,1 1 0 0 0,-1 27-1 0 0,3-37-6 0 0,2 0-1 0 0,-1 1 0 0 0,1-1 0 0 0,-1 0 1 0 0,2 0-1 0 0,-1 1 0 0 0,0-1 0 0 0,5 9 0 0 0,-5-13-1 0 0,-1 1-1 0 0,1-1 0 0 0,-1 1 1 0 0,1-1-1 0 0,0 0 0 0 0,0 0 1 0 0,0 1-1 0 0,0-1 0 0 0,0 0 1 0 0,0 0-1 0 0,0 0 0 0 0,0 0 0 0 0,0 0 1 0 0,0 0-1 0 0,1-1 0 0 0,-1 1 1 0 0,0 0-1 0 0,1-1 0 0 0,-1 1 1 0 0,1 0-1 0 0,-1-1 0 0 0,0 0 1 0 0,1 1-1 0 0,-1-1 0 0 0,1 0 0 0 0,-1 0 1 0 0,1 0-1 0 0,-1 0 0 0 0,1 0 1 0 0,-1 0-1 0 0,1 0 0 0 0,-1 0 1 0 0,1-1-1 0 0,-1 1 0 0 0,3-1 0 0 0,7-4 19 0 0,0 0-1 0 0,-1-1 0 0 0,1 0 1 0 0,-1-1-1 0 0,-1 0 0 0 0,1-1 1 0 0,9-9-1 0 0,55-68 47 0 0,-32 36-11 0 0,-36 42-47 0 0,0 0-1 0 0,0-1 0 0 0,0 0 1 0 0,-1 0-1 0 0,0-1 0 0 0,-1 1 0 0 0,4-12 1 0 0,-7 17-8 0 0,0 1 0 0 0,0-1 0 0 0,0 0 1 0 0,-1 1-1 0 0,1-1 0 0 0,-1 0 0 0 0,0 1 0 0 0,0-1 1 0 0,0 0-1 0 0,0 0 0 0 0,0 1 0 0 0,-1-1 0 0 0,1 0 1 0 0,-1 1-1 0 0,1-1 0 0 0,-1 0 0 0 0,0 1 0 0 0,0-1 1 0 0,-1 1-1 0 0,1-1 0 0 0,0 1 0 0 0,-1 0 0 0 0,1 0 1 0 0,-1-1-1 0 0,0 1 0 0 0,0 0 0 0 0,0 0 0 0 0,-4-3 0 0 0,-2 0 3 0 0,-1-1-1 0 0,0 1 0 0 0,0 1 0 0 0,0 0 1 0 0,-1 0-1 0 0,1 1 0 0 0,-1 0 0 0 0,0 1 0 0 0,0 0 1 0 0,0 0-1 0 0,0 1 0 0 0,0 0 0 0 0,0 1 0 0 0,0 0 1 0 0,0 1-1 0 0,-1 0 0 0 0,1 0 0 0 0,0 1 0 0 0,1 1 1 0 0,-1 0-1 0 0,0 0 0 0 0,1 1 0 0 0,0 0 0 0 0,-1 0 1 0 0,2 1-1 0 0,-1 0 0 0 0,0 1 0 0 0,-12 11 0 0 0,15-11-1 0 0,1 0-1 0 0,0 1 0 0 0,0-1 1 0 0,0 1-1 0 0,1 0 0 0 0,0 0 0 0 0,1 1 1 0 0,0-1-1 0 0,0 1 0 0 0,-4 14 0 0 0,4-8-2 0 0,1 0-1 0 0,0 1 1 0 0,0-1-1 0 0,1 1 1 0 0,2 17-1 0 0,0-20-29 0 0,0-1 0 0 0,6 20 0 0 0,-6-26 22 0 0,0 0-1 0 0,1-1 1 0 0,0 1-1 0 0,0-1 1 0 0,0 0-1 0 0,1 0 1 0 0,-1 0-1 0 0,1 0 1 0 0,5 6-1 0 0,3 0-56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7.1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92 10 24 0 0,'0'-1'4'0'0,"0"1"1"0"0,-1-1 0 0 0,1 1-1 0 0,0-1 1 0 0,0 1 0 0 0,0-1-1 0 0,-1 1 1 0 0,1 0 0 0 0,0-1-1 0 0,-1 1 1 0 0,1-1 0 0 0,-1 1-1 0 0,1 0 1 0 0,0-1 0 0 0,-1 1-1 0 0,1 0 1 0 0,-1-1 0 0 0,1 1 0 0 0,-1 0-1 0 0,1 0 1 0 0,-1-1 0 0 0,1 1-1 0 0,-2 0 1 0 0,2 0-1 0 0,-1 0-1 0 0,1 0 1 0 0,0 0-1 0 0,-1 1 1 0 0,1-1 0 0 0,-1 0-1 0 0,1 0 1 0 0,-1 1 0 0 0,1-1-1 0 0,0 0 1 0 0,-1 1-1 0 0,1-1 1 0 0,-1 0 0 0 0,1 1-1 0 0,0-1 1 0 0,0 1-1 0 0,-1-1 1 0 0,1 1 0 0 0,-1 0-1 0 0,0 2 16 0 0,-1 1-1 0 0,1 0 0 0 0,-1 0 0 0 0,0 7 0 0 0,-58 553 139 0 0,56-507-158 0 0,3-26 1 0 0,0 0 0 0 0,5 34 0 0 0,0-31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7.5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 1 24 0 0,'0'1'9'0'0,"-1"1"0"0"0,0-1 1 0 0,1 1-1 0 0,-1-1 0 0 0,1 1 1 0 0,-1-1-1 0 0,1 1 0 0 0,0-1 1 0 0,0 1-1 0 0,0 0 0 0 0,-1-1 1 0 0,2 4-1 0 0,-2 4 29 0 0,-15 314 125 0 0,9-132-102 0 0,6-162-61 0 0,-1-14 0 0 0,1 0 0 0 0,1 0 0 0 0,0 0 0 0 0,5 29 0 0 0,-5-43 0 0 0,0-1 0 0 0,0 0 0 0 0,0 0 0 0 0,0 0-1 0 0,0 0 1 0 0,0 1 0 0 0,1-1 0 0 0,-1 0-1 0 0,0 0 1 0 0,0 0 0 0 0,0 0 0 0 0,0 0 0 0 0,0 1-1 0 0,1-1 1 0 0,-1 0 0 0 0,0 0 0 0 0,0 0-1 0 0,0 0 1 0 0,0 0 0 0 0,1 0 0 0 0,-1 0 0 0 0,0 0-1 0 0,0 0 1 0 0,0 0 0 0 0,1 0 0 0 0,-1 1-1 0 0,0-1 1 0 0,0 0 0 0 0,0 0 0 0 0,1-1 0 0 0,-1 1-1 0 0,0 0 1 0 0,0 0 0 0 0,0 0 0 0 0,1 0-1 0 0,-1 0 1 0 0,0 0 0 0 0,0 0 0 0 0,0 0 0 0 0,1 0-1 0 0,-1 0 1 0 0,0 0 0 0 0,0 0 0 0 0,0-1-1 0 0,0 1 1 0 0,0 0 0 0 0,1 0 0 0 0,-1 0 0 0 0,0 0-1 0 0,0 0 1 0 0,0-1 0 0 0,0 1 0 0 0,0 0-1 0 0,0 0 1 0 0,0 0 0 0 0,1-1 0 0 0,-1 1 0 0 0,0 0-1 0 0,0 0 1 0 0,0 0 0 0 0,0-1 0 0 0,0 1-1 0 0,0 0 1 0 0,0 0 0 0 0,0-1 0 0 0,0-6-74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7.9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0 24 0 0,'-2'2'-13'0'0,"-5"7"54"0"0,8-9-39 0 0,-1 0 0 0 0,0 1 1 0 0,0-1-1 0 0,1 1 0 0 0,-1-1 1 0 0,0 0-1 0 0,1 1 0 0 0,-1-1 1 0 0,0 0-1 0 0,1 0 0 0 0,-1 1 0 0 0,0-1 1 0 0,1 0-1 0 0,-1 0 0 0 0,0 1 1 0 0,1-1-1 0 0,-1 0 0 0 0,1 0 1 0 0,-1 0-1 0 0,1 0 0 0 0,-1 0 1 0 0,1 0-1 0 0,-1 0 0 0 0,0 0 1 0 0,1 0-1 0 0,0 0 0 0 0,19 3 34 0 0,27 1 0 0 0,11 1 9 0 0,-43-2-37 0 0,0 0 0 0 0,-1 1 0 0 0,24 9 0 0 0,-33-10-5 0 0,0-1-1 0 0,1 1 1 0 0,-1-1-1 0 0,-1 2 1 0 0,1-1-1 0 0,0 0 1 0 0,-1 1-1 0 0,1 0 1 0 0,-1 0-1 0 0,0 0 1 0 0,-1 1-1 0 0,6 6 0 0 0,-8-9 1 0 0,0 0 0 0 0,-1 0 0 0 0,1 0 0 0 0,0 0 0 0 0,-1 0-1 0 0,1 0 1 0 0,-1 0 0 0 0,0 0 0 0 0,1 1 0 0 0,-1-1 0 0 0,0 0-1 0 0,-1 0 1 0 0,1 0 0 0 0,0 0 0 0 0,0 0 0 0 0,-1 0 0 0 0,1 0-1 0 0,-1 0 1 0 0,0 0 0 0 0,0 0 0 0 0,0 0 0 0 0,0 0 0 0 0,-2 3-1 0 0,-2 3-4 0 0,-1 0 0 0 0,-1-1 0 0 0,-13 14 0 0 0,8-11 6 0 0,-4 4 12 0 0,0-1-1 0 0,-1-1 0 0 0,-32 18 0 0 0,34-21-12 0 0,0-1-3 0 0,0 0 0 0 0,-30 10 0 0 0,50-19 0 0 0,0 0 0 0 0,0 1 0 0 0,0-1 0 0 0,-1 1 0 0 0,1 0 0 0 0,0 1 0 0 0,0-1 0 0 0,5 2 0 0 0,41 10 0 0 0,-44-10 0 0 0,0 0 0 0 0,0 1 0 0 0,0 0 0 0 0,-1 0-1 0 0,1 0 1 0 0,-1 1 0 0 0,0 0 0 0 0,0 0 0 0 0,0 1-1 0 0,0 0 1 0 0,-1 0 0 0 0,9 10 0 0 0,-11-11 0 0 0,0 0 1 0 0,-1 0 0 0 0,1 1-1 0 0,-1-1 1 0 0,0 1 0 0 0,0 0-1 0 0,0-1 1 0 0,-1 1 0 0 0,1 0-1 0 0,-1 0 1 0 0,-1 0 0 0 0,1 0-1 0 0,-1 0 1 0 0,1 0 0 0 0,-1 1-1 0 0,-1-1 1 0 0,1 0 0 0 0,-1 0-1 0 0,-1 5 1 0 0,-2 4 3 0 0,0 0 0 0 0,-1 0 0 0 0,0-1 1 0 0,-1 0-1 0 0,-1 0 0 0 0,0 0 0 0 0,0 0 0 0 0,-2-1 0 0 0,1-1 0 0 0,-2 0 0 0 0,1 0 0 0 0,-18 15 0 0 0,-128 106-145 0 0,145-125 130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8.3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3 24 0 0,'0'-2'42'0'0,"-2"6"145"0"0,2 2-176 0 0,1-1-1 0 0,0 0 1 0 0,-1 1 0 0 0,2-1 0 0 0,-1 0 0 0 0,0 0-1 0 0,4 8 1 0 0,-4-11-15 0 0,35 90 36 0 0,91 162 0 0 0,-106-220-10 0 0,2-1-1 0 0,38 44 0 0 0,-59-74-22 0 0,0-1-1 0 0,0 0 1 0 0,0 0-1 0 0,0 0 1 0 0,0 0-1 0 0,1 0 1 0 0,4 2-1 0 0,-1-2-58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8.5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469 1 24 0 0,'-5'0'13'0'0,"0"0"1"0"0,-1 0 0 0 0,1 1 0 0 0,0 0 0 0 0,0 0 0 0 0,0 1 0 0 0,0-1 0 0 0,0 1 0 0 0,0 0 0 0 0,0 0 0 0 0,0 1 0 0 0,1 0 0 0 0,-1-1 0 0 0,1 2 0 0 0,-5 3 0 0 0,-26 22 21 0 0,2 1 0 0 0,1 2 0 0 0,-51 66-1 0 0,36-33 5 0 0,-50 93-1 0 0,87-142-38 0 0,1 1 0 0 0,1-1 0 0 0,1 2 0 0 0,0-1 0 0 0,1 1 0 0 0,-5 25 0 0 0,11-32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9.1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6 110 167 0 0,'0'-1'0'0'0,"0"1"0"0"0,0 0 0 0 0,-1-1 0 0 0,1 1 0 0 0,0 0 0 0 0,0-1 0 0 0,0 1 0 0 0,0 0 0 0 0,0-1 0 0 0,0 1 0 0 0,0 0 0 0 0,0-1 0 0 0,0 1 0 0 0,0-1 0 0 0,0 1 0 0 0,0 0 0 0 0,0-1 0 0 0,0 1 0 0 0,0 0 0 0 0,0-1 0 0 0,0 1 0 0 0,0 0 0 0 0,0-1 0 0 0,1 1 0 0 0,-1 0 0 0 0,0-1 0 0 0,0 1 0 0 0,0 0 0 0 0,1-1 0 0 0,-1 1 0 0 0,9-11 5 0 0,-6 9 1 0 0,5-7 12 0 0,1 1 0 0 0,1 1 0 0 0,-1 0 0 0 0,1 0-1 0 0,1 1 1 0 0,-1 0 0 0 0,1 1 0 0 0,0 0 0 0 0,0 1 0 0 0,1 0-1 0 0,-1 0 1 0 0,1 1 0 0 0,13-1 0 0 0,-1 1 10 0 0,0 1 0 0 0,0 1 0 0 0,1 0 1 0 0,-1 2-1 0 0,37 7 0 0 0,-57-8-26 0 0,12 3 15 0 0,0 0-1 0 0,0 1 1 0 0,0 0 0 0 0,15 7 0 0 0,-27-9-15 0 0,-1-1 1 0 0,0 1-1 0 0,0-1 0 0 0,0 1 1 0 0,0 0-1 0 0,0 0 1 0 0,0 0-1 0 0,-1 1 1 0 0,1-1-1 0 0,-1 1 0 0 0,1 0 1 0 0,-1-1-1 0 0,0 1 1 0 0,0 0-1 0 0,0 0 1 0 0,0 0-1 0 0,-1 0 0 0 0,1 1 1 0 0,-1-1-1 0 0,0 0 1 0 0,0 1-1 0 0,0-1 1 0 0,0 1-1 0 0,0 6 0 0 0,-1-3 1 0 0,-1 1-1 0 0,0-1 0 0 0,0 1 0 0 0,-1-1 1 0 0,0 0-1 0 0,0 0 0 0 0,-1 1 0 0 0,0-1 1 0 0,0-1-1 0 0,0 1 0 0 0,-1 0 0 0 0,-6 8 1 0 0,-8 8 14 0 0,-37 39 0 0 0,46-53-17 0 0,-126 113 24 0 0,-11-11 11 0 0,83-65-30 0 0,54-39-5 0 0,1-1 0 0 0,-1 2 0 0 0,1-1 0 0 0,-9 11 0 0 0,17-18 0 0 0,0 0 0 0 0,0 1 0 0 0,0-1 0 0 0,-1 0 0 0 0,1 0 0 0 0,0 0 0 0 0,0 0 0 0 0,0 0 0 0 0,0 0 0 0 0,0 1 0 0 0,0-1 0 0 0,0 0 0 0 0,-1 0 0 0 0,1 0 0 0 0,0 0 0 0 0,0 1 0 0 0,0-1 0 0 0,0 0 0 0 0,0 0 0 0 0,0 0 0 0 0,0 0 0 0 0,0 1 0 0 0,0-1 0 0 0,0 0 0 0 0,0 0 0 0 0,0 0 0 0 0,0 0 0 0 0,0 1 0 0 0,0-1 0 0 0,0 0 0 0 0,0 0 0 0 0,0 0 0 0 0,0 0 0 0 0,0 1 0 0 0,1-1 0 0 0,-1 0 0 0 0,0 0 0 0 0,0 0 0 0 0,0 1 0 0 0,9-2 0 0 0,14-6 0 0 0,-19 5 0 0 0,77-24 0 0 0,152-29 0 0 0,-22 20 0 0 0,-163 32-86 0 0,-44 3 73 0 0,0 0-1 0 0,0 0 0 0 0,0 1 0 0 0,0-1 0 0 0,0 1 1 0 0,-1 0-1 0 0,1 0 0 0 0,0 1 0 0 0,5 2 0 0 0,-2 2-90 0 0,-5 1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29:59.2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 23 0 0,'5'0'0'0'0,"-3"-2"0"0"0,-4 2 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0.2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1 111 0 0,'0'1'3'0'0,"1"0"-1"0"0,0-1 0 0 0,0 1 0 0 0,0 0 0 0 0,0 0 0 0 0,0 0 0 0 0,0-1 0 0 0,0 1 1 0 0,0-1-1 0 0,1 1 0 0 0,-1-1 0 0 0,0 1 0 0 0,0-1 0 0 0,0 0 0 0 0,1 1 0 0 0,-1-1 0 0 0,2 0 1 0 0,2 1 12 0 0,31 10 3 0 0,0-1 1 0 0,1-2 0 0 0,55 4-1 0 0,-78-10-18 0 0,-3 1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0.5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 0 143 0 0,'-7'21'10'0'0,"2"-1"-1"0"0,0 1 0 0 0,1 0 1 0 0,1 0-1 0 0,0 28 0 0 0,-1-7-1 0 0,-6 152 24 0 0,11-150-21 0 0,2-1 0 0 0,13 63-1 0 0,-13-86-10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1.2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 0 24 0 0,'-19'392'126'0'0,"17"-342"-109"0"0,1-33-17 0 0,0 61 0 0 0,2-67 0 0 0,0 1 0 0 0,0 0 0 0 0,1-1 0 0 0,5 17 0 0 0,-7-28 0 0 0,0 1 0 0 0,0 0 0 0 0,1 0 0 0 0,-1 0 0 0 0,0 0 0 0 0,1 0 0 0 0,-1 0 0 0 0,1 0 0 0 0,-1 0 0 0 0,1 0 0 0 0,0 0 0 0 0,-1 0 0 0 0,1 0 0 0 0,0 0 0 0 0,0 0 0 0 0,-1-1 0 0 0,1 1 0 0 0,0 0 0 0 0,2 0 0 0 0,1 1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1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 1 24 0 0,'-9'25'0'0'0,"0"1"0"0"0,-6 34 0 0 0,8-21 15 0 0,-1 41 1 0 0,7-68-12 0 0,1 1 0 0 0,1-1-1 0 0,0 0 1 0 0,0 0-1 0 0,1 0 1 0 0,1 0-1 0 0,0-1 1 0 0,4 13-1 0 0,-5-21-2 0 0,-1 0 0 0 0,1 0 0 0 0,-1 1 0 0 0,1-1 0 0 0,0 0 0 0 0,0-1 0 0 0,1 1 0 0 0,-1 0 0 0 0,0-1 0 0 0,1 1-1 0 0,0-1 1 0 0,-1 0 0 0 0,1 0 0 0 0,0 0 0 0 0,0 0 0 0 0,4 2 0 0 0,-3-3 2 0 0,0 0 0 0 0,1 1 0 0 0,-1-1 0 0 0,0-1 0 0 0,1 1-1 0 0,-1-1 1 0 0,1 0 0 0 0,-1 0 0 0 0,0 0 0 0 0,1 0 0 0 0,5-2 0 0 0,4-2 7 0 0,0 0-1 0 0,0-1 1 0 0,0 0-1 0 0,-1-1 1 0 0,0-1-1 0 0,21-14 1 0 0,-33 21-10 0 0,24-16 19 0 0,0-2-1 0 0,30-27 1 0 0,-48 38-17 0 0,-1 1 0 0 0,0-1 1 0 0,0 0-1 0 0,-1 0 0 0 0,0-1 0 0 0,0 0 1 0 0,-1 1-1 0 0,0-2 0 0 0,0 1 0 0 0,-1 0 1 0 0,0-1-1 0 0,3-13 0 0 0,-4 12 8 0 0,-1 0-1 0 0,0 0 1 0 0,0 0 0 0 0,-1 0 0 0 0,-2-19-1 0 0,1 25-9 0 0,1 1 0 0 0,-1 0 0 0 0,0 0-1 0 0,0 0 1 0 0,0 1 0 0 0,0-1 0 0 0,0 0 0 0 0,-1 0-1 0 0,0 1 1 0 0,1-1 0 0 0,-1 0 0 0 0,0 1 0 0 0,0 0-1 0 0,0-1 1 0 0,0 1 0 0 0,-1 0 0 0 0,1 0 0 0 0,-1 0-1 0 0,1 1 1 0 0,-1-1 0 0 0,1 0 0 0 0,-1 1 0 0 0,-4-2-1 0 0,-3 0 1 0 0,1 1 0 0 0,-1-1 0 0 0,-1 2 0 0 0,1-1 0 0 0,0 1 0 0 0,0 1 0 0 0,0 0 0 0 0,0 0 0 0 0,-1 1 0 0 0,1 0 0 0 0,0 1 0 0 0,0 0 0 0 0,0 1 0 0 0,-11 4 0 0 0,10-2 0 0 0,-1 0 0 0 0,1 1 0 0 0,0 0 0 0 0,0 1 0 0 0,1 0 0 0 0,0 1 0 0 0,0 0 0 0 0,1 0 0 0 0,0 1 0 0 0,0 0 0 0 0,-8 12 0 0 0,5-3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2.0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 0 111 0 0,'-2'0'2'0'0,"1"1"0"0"0,-1-1 0 0 0,1 0 0 0 0,-1 1 0 0 0,1-1 0 0 0,0 1 0 0 0,-1-1 0 0 0,1 1 0 0 0,0 0 0 0 0,-1 0-1 0 0,1 0 1 0 0,0-1 0 0 0,0 1 0 0 0,-1 0 0 0 0,1 1 0 0 0,0-1 0 0 0,0 0 0 0 0,0 0 0 0 0,1 0 0 0 0,-1 1-1 0 0,0-1 1 0 0,0 0 0 0 0,1 1 0 0 0,-1-1 0 0 0,0 0 0 0 0,1 1 0 0 0,-1 2 0 0 0,-5 14 7 0 0,0 1 0 0 0,1 1 0 0 0,2-1 0 0 0,-4 37 0 0 0,6-28 1 0 0,1 1 0 0 0,7 49-1 0 0,-6-68-9 0 0,1 0 0 0 0,0 0 0 0 0,1-1 0 0 0,0 1 0 0 0,1-1 0 0 0,5 12 0 0 0,-8-19 0 0 0,1 1 0 0 0,-1-1 0 0 0,0 0 0 0 0,1 0 0 0 0,0 0 0 0 0,-1 0 0 0 0,1 0 0 0 0,0 0 0 0 0,0 0 0 0 0,0 0 0 0 0,0-1 0 0 0,1 1 0 0 0,-1-1 0 0 0,0 0 0 0 0,1 1 0 0 0,-1-1 0 0 0,1 0 0 0 0,-1-1 0 0 0,1 1 0 0 0,-1 0 0 0 0,1-1 0 0 0,0 1 0 0 0,-1-1 0 0 0,1 0 0 0 0,0 0 0 0 0,-1 0 0 0 0,1 0 0 0 0,4-1 0 0 0,-5 0 0 0 0,1 0 0 0 0,-1 0 0 0 0,0 0 0 0 0,1 0 0 0 0,-1 0 0 0 0,0-1 0 0 0,1 1 0 0 0,-1-1 0 0 0,0 1 0 0 0,0-1 0 0 0,3-4 0 0 0,19-24 0 0 0,-23 28 0 0 0,12-17 10 0 0,-1-1-1 0 0,-1 0 0 0 0,0-1 0 0 0,-2 0 0 0 0,-1-1 0 0 0,11-41 0 0 0,-18 59-7 0 0,0 0-1 0 0,-1-1 0 0 0,1 1 1 0 0,-1 0-1 0 0,0 0 0 0 0,0 0 1 0 0,0-1-1 0 0,-1 1 0 0 0,0 0 1 0 0,0 0-1 0 0,0 0 0 0 0,0 0 1 0 0,0 0-1 0 0,-1 0 0 0 0,0 0 1 0 0,0 1-1 0 0,0-1 0 0 0,0 0 1 0 0,0 1-1 0 0,-1 0 0 0 0,0-1 1 0 0,1 1-1 0 0,-1 0 0 0 0,0 1 1 0 0,-1-1-1 0 0,1 0 0 0 0,0 1 1 0 0,-1 0-1 0 0,1 0 0 0 0,-1 0 1 0 0,0 0-1 0 0,0 0 0 0 0,0 1 1 0 0,0-1-1 0 0,0 1 0 0 0,0 0 1 0 0,0 1-1 0 0,0-1 0 0 0,0 1 1 0 0,-1 0-1 0 0,1 0 0 0 0,0 0 1 0 0,0 0-1 0 0,0 1 0 0 0,0-1 1 0 0,0 1-1 0 0,-5 2 0 0 0,5-2-1 0 0,-1 2 0 0 0,0-1 0 0 0,1 0 0 0 0,0 1 0 0 0,0 0 0 0 0,0 0 0 0 0,0 0 0 0 0,0 0 0 0 0,0 1 0 0 0,1 0 0 0 0,0 0 0 0 0,-1 0 0 0 0,1 0 0 0 0,-3 5 0 0 0,0 3 0 0 0,0 0 0 0 0,0 0 0 0 0,1 1 0 0 0,-4 14 0 0 0,2-4 0 0 0,2 1 0 0 0,-3 29 0 0 0,7-43 0 0 0,0 0 0 0 0,1 1 0 0 0,0-1 0 0 0,1 0 0 0 0,0 0 0 0 0,1 1 0 0 0,5 17 0 0 0,-7-26-2 0 0,1-1-1 0 0,-1 1 1 0 0,1-1-1 0 0,0 1 1 0 0,-1-1-1 0 0,1 1 1 0 0,0-1-1 0 0,0 1 1 0 0,0-1-1 0 0,0 0 1 0 0,1 1-1 0 0,-1-1 1 0 0,0 0-1 0 0,0 0 1 0 0,1 0-1 0 0,-1 0 1 0 0,1 0-1 0 0,-1 0 1 0 0,1 0-1 0 0,-1 0 1 0 0,1-1-1 0 0,-1 1 1 0 0,3 0-1 0 0,5-2-9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2.3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280 5 143 0 0,'-8'-1'1'0'0,"-27"-3"-3"0"0,32 4 3 0 0,1 1 0 0 0,0-1 0 0 0,-1 0 0 0 0,1 1 0 0 0,0-1-1 0 0,-1 1 1 0 0,1 0 0 0 0,0 0 0 0 0,0 0 0 0 0,0 0 0 0 0,-1 0-1 0 0,1 0 1 0 0,-2 3 0 0 0,-14 11 12 0 0,1 2 0 0 0,1 0 0 0 0,0 1 0 0 0,1 0 0 0 0,1 1 1 0 0,1 1-1 0 0,1 1 0 0 0,0-1 0 0 0,-11 31 0 0 0,13-23 1 0 0,1 0 0 0 0,1 0 1 0 0,2 1-1 0 0,0 0 0 0 0,2 0 1 0 0,2 1-1 0 0,0 34 0 0 0,2-51-10 0 0,1 0-1 0 0,0 0 0 0 0,1 0 1 0 0,1 0-1 0 0,0 0 0 0 0,0-1 1 0 0,1 1-1 0 0,1-1 0 0 0,0 0 1 0 0,1 0-1 0 0,0-1 0 0 0,1 0 1 0 0,0 0-1 0 0,1 0 0 0 0,14 15 1 0 0,31 34-10 0 0,-41-50-74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2.5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 0 0,'7'80'293'0'0,"-1"98"-212"0"0,9 129-16 0 0,-7-240-193 0 0,-8-66 127 0 0,0-1 0 0 0,0 0 0 0 0,0 0 0 0 0,0 0 0 0 0,0 0 0 0 0,0 0 0 0 0,0 0 0 0 0,0 0 0 0 0,0 1 0 0 0,1-1 0 0 0,-1 0 0 0 0,0 0 0 0 0,0 0 0 0 0,0 0 0 0 0,0 0 0 0 0,0 0 0 0 0,0 0 0 0 0,0 0-1 0 0,0 0 1 0 0,0 1 0 0 0,0-1 0 0 0,0 0 0 0 0,0 0 0 0 0,0 0 0 0 0,1 0 0 0 0,-1 0 0 0 0,0 0 0 0 0,0 0 0 0 0,0 0 0 0 0,0 0 0 0 0,0 0 0 0 0,0 0 0 0 0,0 0 0 0 0,0 0 0 0 0,1 0 0 0 0,-1 0 0 0 0,0 0-1 0 0,0 0 1 0 0,0 0 0 0 0,0 0 0 0 0,0 0 0 0 0,0 0 0 0 0,0 0 0 0 0,1 0 0 0 0,-1 0 0 0 0,0 0 0 0 0,0 0 0 0 0,0 0 0 0 0,0 0 0 0 0,0 0 0 0 0,0 0 0 0 0,0 0 0 0 0,0 0 0 0 0,0 0 0 0 0,1 0 0 0 0,-1-1-1 0 0,2 0-10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3.0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14 146 143 0 0,'0'0'2'0'0,"-1"0"-1"0"0,0 0 0 0 0,1-1 0 0 0,-1 1 0 0 0,0 0 0 0 0,1 0 0 0 0,-1-1 0 0 0,0 1 0 0 0,1 0 0 0 0,-1-1 0 0 0,1 1 1 0 0,-1-1-1 0 0,0 1 0 0 0,1-1 0 0 0,-1 1 0 0 0,1-1 0 0 0,-1 1 0 0 0,1-1 0 0 0,0 1 0 0 0,-1-1 0 0 0,1 0 0 0 0,0 1 0 0 0,-1-2 1 0 0,1 0 3 0 0,0-1 0 0 0,0 1 1 0 0,0 0-1 0 0,1 0 1 0 0,-1 0-1 0 0,1-1 0 0 0,-1 1 1 0 0,2-2-1 0 0,0-3 3 0 0,0 1 0 0 0,0 0-1 0 0,1 0 1 0 0,0 0 0 0 0,0 0 0 0 0,1 0 0 0 0,-1 1-1 0 0,1 0 1 0 0,0-1 0 0 0,1 1 0 0 0,-1 1-1 0 0,1-1 1 0 0,0 1 0 0 0,0 0 0 0 0,1 0 0 0 0,-1 0-1 0 0,1 0 1 0 0,0 1 0 0 0,0 0 0 0 0,0 1-1 0 0,0-1 1 0 0,0 1 0 0 0,1 0 0 0 0,-1 1 0 0 0,0-1-1 0 0,1 1 1 0 0,0 1 0 0 0,-1-1 0 0 0,1 1-1 0 0,-1 0 1 0 0,1 1 0 0 0,0-1 0 0 0,-1 1 0 0 0,1 1-1 0 0,6 1 1 0 0,-4 0 0 0 0,-1 0 1 0 0,1 1-1 0 0,-1 0 0 0 0,0 0 1 0 0,0 1-1 0 0,-1 0 0 0 0,1 0 1 0 0,-1 1-1 0 0,0-1 0 0 0,0 2 0 0 0,11 13 1 0 0,-15-17-6 0 0,-1 1-1 0 0,0-1 1 0 0,0 1 0 0 0,0 0 0 0 0,0-1 0 0 0,0 1-1 0 0,-1 0 1 0 0,0 0 0 0 0,0 0 0 0 0,0 0 0 0 0,0 0 0 0 0,-1 1-1 0 0,1-1 1 0 0,-1 0 0 0 0,0 0 0 0 0,0 0 0 0 0,-1 1-1 0 0,1-1 1 0 0,-1 0 0 0 0,0 0 0 0 0,0 0 0 0 0,0 0 0 0 0,-1 0-1 0 0,1 0 1 0 0,-1-1 0 0 0,0 1 0 0 0,0 0 0 0 0,-3 3-1 0 0,-1 0-2 0 0,0 0 0 0 0,-1 0 0 0 0,1 0 0 0 0,-1-1 0 0 0,-1 0 0 0 0,1 0 0 0 0,-1-1 0 0 0,0 0 0 0 0,-13 6 0 0 0,-6 4 0 0 0,22-12 2 0 0,7-3-6 0 0,11-3-74 0 0,-5 3 82 0 0,0 0 0 0 0,0 1 0 0 0,0-1 0 0 0,0 2 0 0 0,0-1 0 0 0,8 3 0 0 0,-13-3-3 0 0,0 0 0 0 0,-1 1 0 0 0,1-1 0 0 0,-1 0 0 0 0,0 1 0 0 0,1 0 0 0 0,-1-1 0 0 0,0 1 0 0 0,0 0 0 0 0,0 0 0 0 0,0 0 0 0 0,0 1 0 0 0,0-1 0 0 0,-1 0 0 0 0,1 1 0 0 0,-1-1 0 0 0,0 1 0 0 0,1-1 0 0 0,-1 1 0 0 0,1 5-1 0 0,1 3 0 0 0,-1 1 0 0 0,0 0 0 0 0,-1 0 0 0 0,0 1 0 0 0,-1-1 0 0 0,0 0 0 0 0,-3 19 0 0 0,-1-9 0 0 0,-1-1 0 0 0,-1 1 0 0 0,-10 25 0 0 0,10-32-13 0 0,-2 0 0 0 0,0 0 0 0 0,0-1 0 0 0,-1 0 0 0 0,-1 0 0 0 0,0-1 0 0 0,-24 22 0 0 0,32-32 0 0 0,0-1 0 0 0,-1 0-1 0 0,1 0 1 0 0,-1 0-1 0 0,0 0 1 0 0,1 0-1 0 0,-1-1 1 0 0,0 1-1 0 0,0-1 1 0 0,0 1-1 0 0,0-1 1 0 0,0 0-1 0 0,0-1 1 0 0,-1 1-1 0 0,1 0 1 0 0,0-1-1 0 0,-4 0 1 0 0,0-1-1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3.4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24 0 0,'0'1'2'0'0,"-1"0"1"0"0,1-1-1 0 0,-1 1 1 0 0,1 0-1 0 0,0 0 1 0 0,-1 0-1 0 0,1 0 1 0 0,0-1-1 0 0,-1 1 1 0 0,1 0-1 0 0,0 0 1 0 0,0 0-1 0 0,0 0 1 0 0,0 0-1 0 0,0-1 1 0 0,0 1-1 0 0,0 0 1 0 0,0 0-1 0 0,1 0 1 0 0,-1 0-1 0 0,0 1 1 0 0,10 22 98 0 0,-7-16-114 0 0,5 12 28 0 0,1-1-1 0 0,0 1 0 0 0,2-1 0 0 0,0-1 1 0 0,1 0-1 0 0,1 0 0 0 0,0-2 0 0 0,17 17 0 0 0,-19-23-14 0 0,-1 1 0 0 0,10 13 0 0 0,-17-20 0 0 0,0 1 0 0 0,0-1 0 0 0,0 1 0 0 0,-1-1 0 0 0,0 1 0 0 0,0 0 0 0 0,0 0 0 0 0,0 0 0 0 0,1 8 0 0 0,-3-7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3.6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173 14 24 0 0,'-1'-1'4'0'0,"1"0"0"0"0,-1 0 1 0 0,1 0-1 0 0,-1 0 1 0 0,0 0-1 0 0,0 1 1 0 0,1-1-1 0 0,-1 0 1 0 0,0 0-1 0 0,0 1 0 0 0,0-1 1 0 0,0 1-1 0 0,0-1 1 0 0,0 1-1 0 0,0-1 1 0 0,0 1-1 0 0,0 0 1 0 0,0-1-1 0 0,0 1 0 0 0,0 0 1 0 0,0 0-1 0 0,-1 0 1 0 0,1-1-1 0 0,0 1 1 0 0,0 0-1 0 0,0 1 1 0 0,-2-1-1 0 0,0 1 10 0 0,0 1 0 0 0,0-1 1 0 0,0 1-1 0 0,0 0 0 0 0,0 0 0 0 0,0 0 0 0 0,1 0 0 0 0,-4 4 0 0 0,-3 2 2 0 0,1 1 0 0 0,0 1 0 0 0,1 0-1 0 0,0 0 1 0 0,1 0 0 0 0,0 1 0 0 0,-9 21-1 0 0,5-6 6 0 0,1 0 0 0 0,-6 37-1 0 0,9-29-20 0 0,-3 45 0 0 0,9-68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3.9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0 24 0 0,'-2'1'11'0'0,"1"1"0"0"0,-1-1 1 0 0,0 0-1 0 0,0 1 1 0 0,1-1-1 0 0,-1 1 0 0 0,1-1 1 0 0,-1 1-1 0 0,1 0 1 0 0,0-1-1 0 0,-1 1 1 0 0,1 0-1 0 0,0 0 0 0 0,0 0 1 0 0,1 0-1 0 0,-1 0 1 0 0,0 0-1 0 0,1 0 1 0 0,-1 0-1 0 0,0 3 0 0 0,-1 19 21 0 0,0 1-1 0 0,2 37 0 0 0,1-9 14 0 0,-1-44-30 0 0,-8 156 77 0 0,7-164-92 0 0,-4 81 13 0 0,5-72-16 0 0,0 0 0 0 0,1 0 0 0 0,0 0 1 0 0,1-1-1 0 0,0 1 0 0 0,4 12 0 0 0,-1-12-84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4.2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15 125 24 0 0,'-3'6'9'0'0,"1"0"1"0"0,0 0 0 0 0,0 0-1 0 0,1 0 1 0 0,0 1 0 0 0,-1 8-1 0 0,1 42 118 0 0,1-42-146 0 0,0-5 24 0 0,0 1 0 0 0,1-1-1 0 0,0 0 1 0 0,1 0-1 0 0,0 0 1 0 0,4 12-1 0 0,-5-20-2 0 0,0 1-1 0 0,0-1 0 0 0,0 1 0 0 0,0-1 0 0 0,0 0 0 0 0,1 0 0 0 0,-1 1 0 0 0,1-1 0 0 0,0 0 0 0 0,-1 0 0 0 0,1 0 0 0 0,0-1 0 0 0,0 1 0 0 0,0 0 0 0 0,0-1 1 0 0,1 1-1 0 0,-1-1 0 0 0,0 0 0 0 0,1 0 0 0 0,-1 0 0 0 0,1 0 0 0 0,-1 0 0 0 0,1 0 0 0 0,-1-1 0 0 0,1 1 0 0 0,-1-1 0 0 0,1 0 0 0 0,0 0 0 0 0,3 0 0 0 0,6-1 10 0 0,0-1 0 0 0,0-1-1 0 0,-1 0 1 0 0,1 0 0 0 0,-1-1-1 0 0,1 0 1 0 0,-1-1 0 0 0,19-12-1 0 0,0-3 38 0 0,46-39 0 0 0,-72 56-48 0 0,0-1 0 0 0,0 1 0 0 0,-1-1 0 0 0,1 0 0 0 0,-1 0 0 0 0,0-1 0 0 0,4-6 0 0 0,-6 9 3 0 0,0 0 0 0 0,0 0 0 0 0,-1 0 0 0 0,1 0 0 0 0,-1 0 0 0 0,1 0 0 0 0,-1 0 0 0 0,0-1 0 0 0,0 1 0 0 0,0 0 1 0 0,0 0-1 0 0,0 0 0 0 0,0 0 0 0 0,-1-1 0 0 0,1 1 0 0 0,-1 0 0 0 0,1 0 0 0 0,-1 0 0 0 0,0 0 0 0 0,-2-3 0 0 0,-10-18-3 0 0,-2 0 0 0 0,-1 2 0 0 0,0 0 0 0 0,-1 0 0 0 0,-26-22 0 0 0,22 26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4.4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 3 23 0 0,'0'0'0'0'0,"-2"0"0"0"0,0-2 80 0 0,1 2 16 0 0,-1 0-96 0 0,-1 2 0 0 0,1-1 64 0 0,-1 2-64 0 0,0 2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5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290 0 24 0 0,'-23'5'-13'0'0,"4"-2"33"0"0,-22 7 1 0 0,35-8-14 0 0,0 1-1 0 0,0-1 0 0 0,0 1 1 0 0,1 0-1 0 0,-1 0 1 0 0,1 1-1 0 0,-9 7 0 0 0,-3 5-1 0 0,2 0 0 0 0,0 2 0 0 0,0-1 0 0 0,2 2 0 0 0,0 0 0 0 0,-13 27 0 0 0,20-33-2 0 0,0 0-1 0 0,1 1 0 0 0,0-1 1 0 0,1 1-1 0 0,0 1 1 0 0,1-1-1 0 0,1 0 1 0 0,0 1-1 0 0,1-1 1 0 0,1 1-1 0 0,1 14 0 0 0,0-21-1 0 0,0 0 0 0 0,1 0 0 0 0,0 0 0 0 0,0-1 0 0 0,1 1 0 0 0,0-1 0 0 0,0 1 0 0 0,1-1 0 0 0,0 0 0 0 0,8 11-1 0 0,-5-10 3 0 0,0-1 0 0 0,0 1 0 0 0,1-1-1 0 0,0-1 1 0 0,0 1 0 0 0,0-2 0 0 0,14 8-1 0 0,-1-3 3 0 0,-1-1 0 0 0,1-2-1 0 0,1 0 1 0 0,-1-1-1 0 0,1-1 1 0 0,44 4-1 0 0,-52-8-4 0 0,0 0 0 0 0,0-1 0 0 0,0-1 0 0 0,-1 0 0 0 0,1 0 0 0 0,22-7 0 0 0,-27 5 0 0 0,-1 0 0 0 0,0 0 0 0 0,0-1 0 0 0,0 0 0 0 0,0 0 0 0 0,-1-1 0 0 0,1 0 0 0 0,-1 0 0 0 0,0-1 0 0 0,-1 0 0 0 0,9-10 0 0 0,2-5 0 0 0,-2 0 0 0 0,0-1 0 0 0,-1-1 0 0 0,-2 0 0 0 0,0-1 0 0 0,-1 0 0 0 0,-2-1 0 0 0,0 0 0 0 0,-2-1 0 0 0,7-38 0 0 0,-13 54 0 0 0,0 0 0 0 0,-1-1 0 0 0,0 1 0 0 0,0-1 0 0 0,-1 1 0 0 0,-3-13 0 0 0,3 18 0 0 0,0 0 0 0 0,0 0 0 0 0,-1 1 0 0 0,0-1 0 0 0,0 1 0 0 0,-1-1 0 0 0,1 1 0 0 0,-1 0 0 0 0,0 0 0 0 0,0 0 0 0 0,0 0 0 0 0,0 0 0 0 0,-1 1 0 0 0,1 0 0 0 0,-7-5 0 0 0,1 2 8 0 0,-2-1 0 0 0,1 1 0 0 0,-18-7 0 0 0,25 12-6 0 0,-1-1 0 0 0,1 1 0 0 0,0 0 0 0 0,-1 1-1 0 0,1-1 1 0 0,-1 1 0 0 0,1-1 0 0 0,-1 1-1 0 0,1 0 1 0 0,-1 0 0 0 0,1 1 0 0 0,-1-1 0 0 0,1 1-1 0 0,-1-1 1 0 0,1 1 0 0 0,0 0 0 0 0,-4 2-1 0 0,-4 3-1 0 0,1 0 0 0 0,0 1 0 0 0,1 1 0 0 0,-1-1 0 0 0,2 1 0 0 0,-1 1 0 0 0,1 0 0 0 0,0 0 0 0 0,1 0 0 0 0,0 1 0 0 0,0 0 0 0 0,-5 13 0 0 0,-4 9 0 0 0,3 1 0 0 0,-19 64 0 0 0,24-70-12 0 0,1-2-48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6.3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209 1 79 0 0,'-24'8'11'0'0,"12"-1"-6"0"0,0 1 1 0 0,0 0-1 0 0,1 0 0 0 0,0 1 1 0 0,0 1-1 0 0,1 0 0 0 0,1 0 0 0 0,0 1 1 0 0,0 0-1 0 0,-8 15 0 0 0,8-11-5 0 0,2 0-1 0 0,0 1 1 0 0,0 0-1 0 0,1 0 1 0 0,2 1-1 0 0,-1-1 1 0 0,2 1-1 0 0,-2 19 0 0 0,3-24 2 0 0,-4 87 33 0 0,6-88-30 0 0,0 0 0 0 0,1 0-1 0 0,0-1 1 0 0,1 1 0 0 0,0 0-1 0 0,1-1 1 0 0,4 11-1 0 0,-5-17-3 0 0,0 0 0 0 0,0-1 0 0 0,1 1 0 0 0,-1 0 0 0 0,1-1 0 0 0,0 0 0 0 0,0 1 0 0 0,0-1 0 0 0,0 0 0 0 0,1-1 0 0 0,-1 1 0 0 0,1 0 0 0 0,-1-1 0 0 0,1 0 0 0 0,0 0 0 0 0,0 0 0 0 0,0-1 0 0 0,0 1 0 0 0,1-1 0 0 0,-1 0 0 0 0,8 1 0 0 0,-7-1 0 0 0,1 0 0 0 0,-1-1 0 0 0,1 0 0 0 0,0 0 0 0 0,-1-1 0 0 0,1 0 0 0 0,-1 0 0 0 0,1 0 0 0 0,-1 0 0 0 0,1-1 0 0 0,-1 0 0 0 0,0 0 0 0 0,0 0 0 0 0,0-1 0 0 0,0 0 0 0 0,7-5 0 0 0,-1-1 0 0 0,0-2 0 0 0,-1 1 0 0 0,0-1 0 0 0,0 0 0 0 0,-1-1 0 0 0,-1 0 0 0 0,12-24 0 0 0,-10 16 0 0 0,-2-1 0 0 0,0 0 0 0 0,-2 0 0 0 0,7-33 0 0 0,-7 22 16 0 0,3-56 0 0 0,-8 78-12 0 0,-1 0-1 0 0,-1-1 0 0 0,1 1 0 0 0,-2 0 0 0 0,0 0 1 0 0,0 0-1 0 0,0 0 0 0 0,-2 0 0 0 0,-6-16 0 0 0,9 24-3 0 0,0 0 0 0 0,0 0 0 0 0,0 0 0 0 0,0 0 0 0 0,-1 0 0 0 0,1 1 0 0 0,-1-1 0 0 0,1 0 0 0 0,-1 1 0 0 0,1-1 0 0 0,-1 1 0 0 0,0-1 0 0 0,0 1 0 0 0,0 0 0 0 0,0 0 0 0 0,0 0 0 0 0,0 0 0 0 0,0 0 0 0 0,0 0 0 0 0,0 1 0 0 0,0-1 0 0 0,-1 1 0 0 0,1-1 0 0 0,0 1 0 0 0,0 0 0 0 0,-1 0 0 0 0,1 0 0 0 0,0 0 0 0 0,0 0 0 0 0,-1 1 0 0 0,1-1 0 0 0,0 1 0 0 0,-4 1 0 0 0,0 0 0 0 0,0 1 0 0 0,1 0 0 0 0,-1 0 0 0 0,1 0 0 0 0,-1 1 0 0 0,1 0 0 0 0,0 0 0 0 0,1 0 0 0 0,-1 1 0 0 0,1-1 0 0 0,-4 7 0 0 0,-9 11 11 0 0,2 1 0 0 0,1 1-1 0 0,1 1 1 0 0,1 0 0 0 0,-12 33-1 0 0,23-53-10 0 0,0-1 0 0 0,0 1 0 0 0,0 0 0 0 0,0 0 0 0 0,0 0 0 0 0,1 0 0 0 0,0 0 0 0 0,1 5 0 0 0,-1-9 0 0 0,0 1 0 0 0,1 0 0 0 0,-1 0 0 0 0,1-1 0 0 0,-1 1 0 0 0,1 0 0 0 0,-1-1 0 0 0,1 1 0 0 0,0 0 0 0 0,0-1 0 0 0,0 1 0 0 0,0-1 0 0 0,0 0 0 0 0,0 1 0 0 0,1-1 0 0 0,-1 0 0 0 0,0 0 0 0 0,1 0 0 0 0,-1 1 0 0 0,0-1 0 0 0,1-1 0 0 0,-1 1 0 0 0,1 0 0 0 0,3 1 0 0 0,8 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6.5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222 0 311 0 0,'-4'0'3'0'0,"0"0"0"0"0,0 0-1 0 0,0 1 1 0 0,1-1 0 0 0,-1 1-1 0 0,0 0 1 0 0,1 0 0 0 0,-1 0-1 0 0,0 0 1 0 0,1 0 0 0 0,-1 1-1 0 0,1 0 1 0 0,0 0 0 0 0,-1 0-1 0 0,1 0 1 0 0,0 0 0 0 0,0 1-1 0 0,1-1 1 0 0,-1 1 0 0 0,0 0-1 0 0,1 0 1 0 0,-1 0 0 0 0,-1 4-1 0 0,-8 10-2 0 0,1 1 0 0 0,1 1 0 0 0,0 0 0 0 0,1 0 0 0 0,2 1 0 0 0,-11 39 0 0 0,-16 129 0 0 0,33-176 0 0 0,-25 244 32 0 0,24-183-16 0 0,9 111 0 0 0,-6-176-16 0 0,2 17 0 0 0,8 41 0 0 0,-9-60 0 0 0,0 0 0 0 0,0 1 0 0 0,0-1 0 0 0,1 0 0 0 0,0 0 0 0 0,0-1 0 0 0,0 1 0 0 0,1 0 0 0 0,0-1 0 0 0,0 0 0 0 0,7 7 0 0 0,2-3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7.2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0 79 0 0,'0'1'6'0'0,"-1"0"0"0"0,1 1-1 0 0,0-1 1 0 0,0 0-1 0 0,-1 0 1 0 0,1 0-1 0 0,0 0 1 0 0,0 1-1 0 0,0-1 1 0 0,1 0-1 0 0,-1 0 1 0 0,0 0-1 0 0,0 0 1 0 0,1 0-1 0 0,-1 1 1 0 0,0-1-1 0 0,2 2 1 0 0,1 8 54 0 0,46 297 68 0 0,-47-300-128 0 0,4 22 0 0 0,-5-29 0 0 0,-1 0 0 0 0,0 0 0 0 0,1 1 0 0 0,-1-1 0 0 0,1 0 0 0 0,-1 0 0 0 0,1 0 0 0 0,0 0 0 0 0,-1 0 0 0 0,1 0 0 0 0,0 0 0 0 0,0 0 0 0 0,0 0 0 0 0,0 0 0 0 0,0 0 0 0 0,0 0 0 0 0,1 1 0 0 0,0-2 0 0 0,-1 0 0 0 0,0 0 0 0 0,1 0 0 0 0,-1 0 0 0 0,0 0 0 0 0,1-1 0 0 0,-1 1 0 0 0,0 0 0 0 0,1 0 0 0 0,-1-1 0 0 0,0 1 0 0 0,0-1 0 0 0,0 1 0 0 0,1-1 0 0 0,-1 0 0 0 0,0 1 0 0 0,0-1 0 0 0,0 0 0 0 0,0 0 0 0 0,0 0 0 0 0,0 0 0 0 0,0 0 0 0 0,1-1 0 0 0,18-26 0 0 0,-10 8 10 0 0,-1 0-1 0 0,-1 0 0 0 0,-1 0 1 0 0,-1-1-1 0 0,5-33 0 0 0,-1 9-1 0 0,16-79-8 0 0,-27 177 0 0 0,-3 46 54 0 0,3-84-47 0 0,-1 6-6 0 0,0 0 0 0 0,2 29 0 0 0,0-50-1 0 0,0 0 0 0 0,0 1 0 0 0,0-1 0 0 0,0 0 0 0 0,0 1 0 0 0,0-1 0 0 0,0 1 0 0 0,0-1 0 0 0,0 0 0 0 0,0 1 0 0 0,1-1 0 0 0,-1 1 0 0 0,0-1 0 0 0,0 0 0 0 0,0 1 0 0 0,0-1 0 0 0,0 0 0 0 0,1 1 0 0 0,-1-1 0 0 0,0 0 0 0 0,0 1 0 0 0,1-1 0 0 0,-1 0 0 0 0,0 0 0 0 0,0 1 0 0 0,1-1 0 0 0,-1 0 0 0 0,0 0 0 0 0,1 1 0 0 0,-1-1 0 0 0,0 0 0 0 0,1 0 0 0 0,0 0 0 0 0,0 0 0 0 0,-1-1 0 0 0,1 1 0 0 0,0 0 0 0 0,-1-1 0 0 0,1 1 0 0 0,0-1 0 0 0,-1 1 0 0 0,1 0 0 0 0,0-1 0 0 0,-1 0 0 0 0,1 1 0 0 0,-1-1 0 0 0,1 0 0 0 0,17-27 0 0 0,-17 27 0 0 0,5-10 0 0 0,25-46 0 0 0,50-67 0 0 0,-75 116 0 0 0,0 1 0 0 0,1 0 0 0 0,0 0 0 0 0,1 0 0 0 0,0 1 0 0 0,0 0 0 0 0,0 0 0 0 0,11-5 0 0 0,-16 10 0 0 0,0-1 0 0 0,0 1 0 0 0,1 0 0 0 0,-1 0 0 0 0,0 0 0 0 0,1 1 0 0 0,-1-1 0 0 0,1 1 0 0 0,-1 0 0 0 0,1-1 0 0 0,5 2 0 0 0,-7 0 0 0 0,1-1 0 0 0,-1 1 0 0 0,1 0 0 0 0,-1 0 0 0 0,1 0 0 0 0,-1 0 0 0 0,1 1 0 0 0,-1-1 0 0 0,0 0 0 0 0,0 1 0 0 0,0 0 0 0 0,0 0 0 0 0,0-1 0 0 0,0 1 0 0 0,0 0 0 0 0,2 5 0 0 0,0-1 0 0 0,0 0 0 0 0,-1 1 0 0 0,-1-1 0 0 0,1 1 0 0 0,-1 0 0 0 0,0-1 0 0 0,0 1 0 0 0,-1 0 0 0 0,0 0 0 0 0,1 11 0 0 0,-2 9 0 0 0,-4 38 0 0 0,3-52 0 0 0,-18 114 0 0 0,8-63 0 0 0,10-60 1 0 0,1 0 0 0 0,0 1 0 0 0,0-1 0 0 0,0 0 0 0 0,1 7 0 0 0,-1-10-2 0 0,0-1 0 0 0,0 1-1 0 0,0-1 1 0 0,1 1 0 0 0,-1-1 0 0 0,0 1-1 0 0,0-1 1 0 0,0 1 0 0 0,0-1-1 0 0,1 1 1 0 0,-1-1 0 0 0,0 1 0 0 0,0-1-1 0 0,1 1 1 0 0,-1-1 0 0 0,0 0-1 0 0,1 1 1 0 0,-1-1 0 0 0,0 1-1 0 0,1-1 1 0 0,-1 0 0 0 0,1 0 0 0 0,-1 1-1 0 0,1-1 1 0 0,-1 0 0 0 0,1 0-1 0 0,-1 1 1 0 0,1-1 0 0 0,-1 0-1 0 0,1 0 1 0 0,-1 0 0 0 0,1 0 0 0 0,-1 0-1 0 0,1 0 1 0 0,-1 1 0 0 0,1-1-1 0 0,-1-1 1 0 0,1 1 0 0 0,-1 0 0 0 0,1 0-1 0 0,-1 0 1 0 0,1 0 0 0 0,-1 0-1 0 0,1 0 1 0 0,-1-1 0 0 0,1 1-1 0 0,-1 0 1 0 0,1 0 0 0 0,-1-1 0 0 0,1 1-1 0 0,-1 0 1 0 0,0-1 0 0 0,1 1-1 0 0,-1 0 1 0 0,1-1 0 0 0,4-4-77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8.2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1 111 0 0,'1'4'0'0'0,"0"-1"0"0"0,0 1 0 0 0,0 0 0 0 0,-1 0-1 0 0,1 0 1 0 0,-1 4 0 0 0,1 9 12 0 0,31 150 20 0 0,6 52 24 0 0,-35-186-50 0 0,0 1 0 0 0,-3 0 0 0 0,-1 0 0 0 0,-8 52-1 0 0,9-83-5 0 0,-1 1 0 0 0,1-1 0 0 0,-1 1 0 0 0,1-1 0 0 0,0 0 0 0 0,1 4 0 0 0,-1-6 0 0 0,0-1 0 0 0,0 0 0 0 0,0 0 0 0 0,0 0 0 0 0,0 0 0 0 0,0 1 0 0 0,0-1 0 0 0,0 0 0 0 0,0 0 0 0 0,1 0 0 0 0,-1 0 0 0 0,0 1 0 0 0,0-1 0 0 0,0 0 0 0 0,0 0 0 0 0,0 0 0 0 0,0 0 0 0 0,0 0 0 0 0,1 1 0 0 0,-1-1 0 0 0,0 0 0 0 0,0 0 0 0 0,0 0 0 0 0,0 0 0 0 0,0 0 0 0 0,1 0 0 0 0,-1 0 0 0 0,0 0 0 0 0,0 0 0 0 0,0 1 0 0 0,0-1 0 0 0,1 0 0 0 0,-1 0 0 0 0,0 0 0 0 0,0 0 0 0 0,0 0 0 0 0,1 0 0 0 0,-1 0 0 0 0,1-1 0 0 0,0 0 0 0 0,0 1 0 0 0,0-1 0 0 0,0 0 0 0 0,0 1 0 0 0,0-1 0 0 0,0 0 0 0 0,-1 0 0 0 0,1 0 0 0 0,0 0 0 0 0,0-1 0 0 0,13-16 0 0 0,-7 7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8.7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81 24 0 0,'-1'0'5'0'0,"1"0"1"0"0,0 0 0 0 0,-1 0 0 0 0,1 0 0 0 0,-1 0-1 0 0,1 0 1 0 0,-1 0 0 0 0,1 0 0 0 0,-1 0 0 0 0,1 0-1 0 0,0 0 1 0 0,-1-1 0 0 0,1 1 0 0 0,-1 0 0 0 0,1 0-1 0 0,0 0 1 0 0,-1-1 0 0 0,1 1 0 0 0,-1 0 0 0 0,1 0-1 0 0,-1-1 1 0 0,3-6 20 0 0,8-3-36 0 0,4 2 23 0 0,0 0-1 0 0,0 0 1 0 0,1 1-1 0 0,0 1 0 0 0,0 1 1 0 0,1 0-1 0 0,0 1 0 0 0,27-4 1 0 0,-34 7-10 0 0,0 0 1 0 0,0 1-1 0 0,0 1 1 0 0,0-1-1 0 0,0 2 1 0 0,0-1-1 0 0,14 5 1 0 0,-18-4 0 0 0,1 0 0 0 0,0 1 0 0 0,-1 0 0 0 0,0 0 0 0 0,1 0 0 0 0,-1 0 0 0 0,0 1 0 0 0,-1 0 0 0 0,1 0 0 0 0,-1 1 0 0 0,1-1 0 0 0,2 6 0 0 0,-4-7-4 0 0,-1 1 0 0 0,0-1 0 0 0,0 1-1 0 0,0 0 1 0 0,-1-1 0 0 0,1 1 0 0 0,-1 0-1 0 0,0 0 1 0 0,0 0 0 0 0,0 0 0 0 0,0 1-1 0 0,-1-1 1 0 0,0 0 0 0 0,0 0 0 0 0,0 0-1 0 0,0 0 1 0 0,-2 6 0 0 0,0-1 8 0 0,0 1 0 0 0,-1-1 1 0 0,-1 0-1 0 0,0 0 0 0 0,0 0 1 0 0,-7 10-1 0 0,5-10-6 0 0,-1-1 1 0 0,0 1-1 0 0,-1-2 1 0 0,-16 15-1 0 0,2-3-4 0 0,13-11 2 0 0,0 0 0 0 0,-1-1 0 0 0,0-1 0 0 0,-18 10 0 0 0,-46 16 0 0 0,53-24 0 0 0,32-16 0 0 0,12-5 0 0 0,-17 10 0 0 0,1 1 0 0 0,0 0 0 0 0,0 0 0 0 0,0 0 0 0 0,0 1 0 0 0,0 0 0 0 0,0 1 0 0 0,0-1 0 0 0,1 1 0 0 0,-1 1 0 0 0,0-1 0 0 0,8 3 0 0 0,-11-3 0 0 0,-1 1 0 0 0,1 0 0 0 0,-1 1 0 0 0,1-1 0 0 0,-1 1 0 0 0,1-1 0 0 0,-1 1 0 0 0,0 0 0 0 0,0 0 0 0 0,0 0 0 0 0,0 1 0 0 0,0-1 0 0 0,0 1 0 0 0,-1-1 0 0 0,1 1 0 0 0,-1 0 0 0 0,0 0 0 0 0,1 0 0 0 0,-2 0 0 0 0,1 1 0 0 0,0-1 0 0 0,-1 0 0 0 0,1 1 0 0 0,1 5 0 0 0,-2 0 0 0 0,0-1 0 0 0,0 0 0 0 0,-1 1 0 0 0,0-1 0 0 0,0 0 0 0 0,-1 1 0 0 0,0-1 0 0 0,-1 0 0 0 0,1 0 0 0 0,-2 1 0 0 0,1-2 0 0 0,-1 1 0 0 0,0 0 0 0 0,-1 0 0 0 0,-4 7 0 0 0,1-4 0 0 0,0-1 0 0 0,0 1 0 0 0,-1-1 0 0 0,0-1 0 0 0,-1 1 0 0 0,0-2 0 0 0,-1 1 0 0 0,1-1 0 0 0,-15 9 0 0 0,22-16 0 0 0,-12 8-8 0 0,-1 0-1 0 0,0-1 1 0 0,0 0-1 0 0,-1-1 1 0 0,0-1-1 0 0,-22 6 0 0 0,25-12-13 0 0,3-1-32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9.4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97 113 111 0 0,'-15'-10'21'0'0,"12"7"-11"0"0,0 0-1 0 0,0 1 1 0 0,0 0 0 0 0,-1 0 0 0 0,1 0 0 0 0,-1 0 0 0 0,0 0 0 0 0,0 1 0 0 0,1-1-1 0 0,-1 1 1 0 0,-5-1 0 0 0,8 2-6 0 0,0 1 0 0 0,0-1 0 0 0,0 0 0 0 0,0 0 0 0 0,0 1 1 0 0,0-1-1 0 0,0 1 0 0 0,0-1 0 0 0,0 1 0 0 0,1-1 0 0 0,-1 1 0 0 0,0 0 0 0 0,0-1 0 0 0,0 1 0 0 0,1 0 0 0 0,-1-1 0 0 0,1 1 0 0 0,-1 0 0 0 0,0 0 0 0 0,1 0 1 0 0,-1 0-1 0 0,1 0 0 0 0,0 0 0 0 0,-1-1 0 0 0,1 1 0 0 0,0 0 0 0 0,-1 2 0 0 0,-5 32-2 0 0,6-29-1 0 0,-2 11-1 0 0,-1 10 0 0 0,0 29 0 0 0,3-49 0 0 0,0 0 0 0 0,0-1 0 0 0,1 1 0 0 0,0 0 0 0 0,1-1 0 0 0,0 1 0 0 0,0-1 0 0 0,0 1 0 0 0,6 10 0 0 0,-8-16 0 0 0,1 1 0 0 0,0-1 0 0 0,0 0 0 0 0,0 1 0 0 0,0-1 0 0 0,0 0 0 0 0,0 0 0 0 0,0 0 0 0 0,1 0 0 0 0,-1 0 0 0 0,0 0 0 0 0,0 0 0 0 0,1-1 0 0 0,-1 1 0 0 0,1 0 0 0 0,-1-1 0 0 0,1 1 0 0 0,-1-1 0 0 0,1 1 0 0 0,1-1 0 0 0,0 0 0 0 0,0 0 0 0 0,0 0 0 0 0,-1 0 0 0 0,1-1 0 0 0,0 1 0 0 0,-1-1 0 0 0,1 0 0 0 0,-1 0 0 0 0,1 0 0 0 0,4-2 0 0 0,4-4 0 0 0,-1 0 0 0 0,0 0 0 0 0,-1-1 0 0 0,10-9 0 0 0,-18 16 0 0 0,140-146 64 0 0,-134 139-64 0 0,9-11 0 0 0,23-37 0 0 0,-6 9 0 0 0,-33 47 0 0 0,0 0 0 0 0,0-1 0 0 0,0 1 0 0 0,0 0 0 0 0,0 0 0 0 0,0 0 0 0 0,0 0 0 0 0,0 0 0 0 0,0 0 0 0 0,0-1 0 0 0,0 1 0 0 0,0 0 0 0 0,0 0 0 0 0,0 0 0 0 0,0 0 0 0 0,0 0 0 0 0,0 0 0 0 0,1 0 0 0 0,-1 0 0 0 0,0 0 0 0 0,0-1 0 0 0,0 1 0 0 0,0 0 0 0 0,0 0 0 0 0,0 0 0 0 0,0 0 0 0 0,1 0 0 0 0,-1 0 0 0 0,0 0 0 0 0,0 0 0 0 0,0 0 0 0 0,0 0 0 0 0,0 0 0 0 0,0 0 0 0 0,0 0 0 0 0,1 0 0 0 0,-1 0 0 0 0,0 0 0 0 0,0 0 0 0 0,0 0 0 0 0,0 0 0 0 0,0 0 0 0 0,0 0 0 0 0,1 0 0 0 0,-1 0 0 0 0,0 0 0 0 0,0 8 0 0 0,-4 15 0 0 0,3-20 0 0 0,-30 125 32 0 0,-50 130 0 0 0,79-254-32 0 0,-31 97 0 0 0,27-80 0 0 0,1-1 0 0 0,2 1 0 0 0,-2 21 0 0 0,5-31-5 0 0,0-1 0 0 0,3 18-1 0 0,-2-24-74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09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0 112 24 0 0,'0'0'0'0'0,"0"0"0"0"0,0 0 0 0 0,0 0 0 0 0,0 0 0 0 0,0 1 0 0 0,0-1 0 0 0,1 0 0 0 0,-1 0 0 0 0,0 0 0 0 0,0 0 0 0 0,0 1 0 0 0,0-1 0 0 0,0 0 0 0 0,0 0 0 0 0,0 0 0 0 0,0 0 0 0 0,0 0 1 0 0,1 0-1 0 0,-1 1 0 0 0,0-1 0 0 0,0 0 0 0 0,0 0 0 0 0,0 0 0 0 0,0 0 0 0 0,1 0 0 0 0,-1 0 0 0 0,0 0 0 0 0,0 0 0 0 0,0 0 0 0 0,0 0 0 0 0,1 0 0 0 0,-1 1 0 0 0,0-1 0 0 0,0 0 0 0 0,0 0 1 0 0,0 0-1 0 0,1 0 0 0 0,-1 0 0 0 0,0 0 0 0 0,0-1 0 0 0,1 1 0 0 0,11-3 63 0 0,10-9 15 0 0,44-40-32 0 0,-18 14-17 0 0,-36 28 24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10.2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1 200 24 0 0,'3'0'18'0'0,"0"-1"0"0"0,0 1 0 0 0,0-1 0 0 0,0 0 0 0 0,0 0 0 0 0,0-1 0 0 0,0 1 0 0 0,-1-1 0 0 0,1 1 0 0 0,0-1 0 0 0,-1 0 0 0 0,1 0 0 0 0,3-4 0 0 0,-4 3-15 0 0,0 1 1 0 0,0 0-1 0 0,1 1 1 0 0,-1-1-1 0 0,0 0 1 0 0,1 1-1 0 0,-1-1 1 0 0,1 1-1 0 0,-1 0 1 0 0,1-1-1 0 0,0 1 1 0 0,-1 1-1 0 0,1-1 1 0 0,0 0-1 0 0,0 1 1 0 0,5-1-1 0 0,-4 2 0 0 0,0 0 0 0 0,0 0-1 0 0,0 0 1 0 0,0 0-1 0 0,-1 1 1 0 0,5 2-1 0 0,-5-3 3 0 0,0 1 0 0 0,1 0 0 0 0,-1-1 1 0 0,1 0-1 0 0,6 1 0 0 0,-8-1-5 0 0,-1-1 1 0 0,1 0 0 0 0,0 0 0 0 0,-1-1 0 0 0,1 1 0 0 0,0 0 0 0 0,-1-1 0 0 0,1 1 0 0 0,0-1 0 0 0,-1 1 0 0 0,1-1 0 0 0,0 0 0 0 0,-1 0 0 0 0,1 1 0 0 0,-1-1 0 0 0,3-2-1 0 0,4-5 8 0 0,0 0-1 0 0,-1-1 0 0 0,0 1 0 0 0,0-1 0 0 0,-1-1 0 0 0,0 1 0 0 0,0-1 0 0 0,4-12 0 0 0,-10 22-7 0 0,0 0 0 0 0,0 0 0 0 0,0 0 0 0 0,0 0 0 0 0,0 1 0 0 0,0-1 0 0 0,0 0 0 0 0,0 0 0 0 0,0 0 0 0 0,0 0 0 0 0,0 0 0 0 0,0 0 0 0 0,0 0 0 0 0,0 0 0 0 0,0 0 0 0 0,0 0 0 0 0,0 0 0 0 0,0 0 0 0 0,0 0 0 0 0,0 0 0 0 0,0 0 0 0 0,0 0 0 0 0,1 0 0 0 0,-1 0 0 0 0,0 0 0 0 0,0 0 0 0 0,0 0 0 0 0,0 0 0 0 0,0 0 0 0 0,0 1 0 0 0,0-1 0 0 0,0 0 0 0 0,0 0 0 0 0,0 0 0 0 0,0 0 0 0 0,0 0 0 0 0,0 0 0 0 0,0 0 0 0 0,0 0 0 0 0,0 0 0 0 0,0 0 0 0 0,1 0 0 0 0,-1 0 0 0 0,0-1 0 0 0,0 1 0 0 0,0 0 0 0 0,0 0 0 0 0,0 0 0 0 0,0 0 0 0 0,0 0 0 0 0,0 0 0 0 0,0 0 0 0 0,0 0 0 0 0,0 0 0 0 0,0 0 0 0 0,0 0 0 0 0,0 0 0 0 0,0 0 0 0 0,0 0 0 0 0,0 0 0 0 0,0 0 0 0 0,0 0 0 0 0,2 9 0 0 0,-1 14 0 0 0,-5 5 34 0 0,3-16-29 0 0,-1 0 0 0 0,1 0 0 0 0,1 0 0 0 0,0 0 0 0 0,3 20 0 0 0,-3-32-5 0 0,0 0 0 0 0,0 1 0 0 0,0-1 0 0 0,0 0 0 0 0,0 0 0 0 0,0 0 0 0 0,0 0 0 0 0,0 0 0 0 0,1 0 0 0 0,-1 1 0 0 0,0-1 0 0 0,0 0 0 0 0,0 0 0 0 0,0 0 0 0 0,0 0 0 0 0,0 0 0 0 0,0 0 0 0 0,0 0 0 0 0,0 1 0 0 0,0-1 0 0 0,1 0 0 0 0,-1 0 0 0 0,0 0 0 0 0,0 0 0 0 0,0 0 0 0 0,0 0 0 0 0,0 0 0 0 0,0 0 0 0 0,1 0 0 0 0,-1 0 0 0 0,0 0 0 0 0,0 0 0 0 0,0 0 0 0 0,0 0 0 0 0,0 0 0 0 0,1 0 0 0 0,-1 0 0 0 0,0 0 0 0 0,0 0 0 0 0,0 0 0 0 0,0 0 0 0 0,0 0 0 0 0,1 0 0 0 0,6-5 0 0 0,4-9 0 0 0,13-22 0 0 0,43-56 0 0 0,-59 82 0 0 0,0 1 0 0 0,1 1 0 0 0,0 0 0 0 0,0 0 0 0 0,1 1 0 0 0,0 0 0 0 0,12-7 0 0 0,-19 12 0 0 0,1 1 0 0 0,-1-1 0 0 0,0 1 0 0 0,0 0 0 0 0,1 0 0 0 0,-1 0 0 0 0,1 0 0 0 0,-1 1 0 0 0,1-1 0 0 0,-1 1 0 0 0,1 0 0 0 0,0 0 0 0 0,3 1 0 0 0,-5-1 0 0 0,0 1 0 0 0,-1 0 0 0 0,1-1 0 0 0,0 1 0 0 0,0 0 0 0 0,0 0 0 0 0,-1 0 0 0 0,1 0 0 0 0,-1 1 0 0 0,1-1 0 0 0,-1 0 0 0 0,1 1 0 0 0,-1-1 0 0 0,0 1 0 0 0,1-1 0 0 0,-1 1 0 0 0,0 0 0 0 0,0-1 0 0 0,0 1 0 0 0,-1 0 0 0 0,1 0 0 0 0,0 0 0 0 0,-1 0 0 0 0,1 3 0 0 0,2 5 0 0 0,-1 1 0 0 0,-1 0 0 0 0,0 0 0 0 0,0 0 0 0 0,-1 0 0 0 0,-3 20 0 0 0,-16 67 0 0 0,3-27 0 0 0,16-67 0 0 0,-1-1-1 0 0,1 0 1 0 0,-1 1-1 0 0,1-1 0 0 0,1 1 1 0 0,-1-1-1 0 0,1 6 0 0 0,-1-8-1 0 0,0-1-1 0 0,1 1 0 0 0,-1 0 1 0 0,0-1-1 0 0,1 1 0 0 0,-1-1 1 0 0,0 1-1 0 0,1 0 0 0 0,-1-1 1 0 0,1 1-1 0 0,-1-1 0 0 0,1 1 1 0 0,-1-1-1 0 0,1 1 0 0 0,-1-1 1 0 0,1 1-1 0 0,-1-1 0 0 0,1 0 1 0 0,0 1-1 0 0,-1-1 0 0 0,1 0 1 0 0,-1 0-1 0 0,1 1 0 0 0,0-1 1 0 0,-1 0-1 0 0,1 0 0 0 0,0 0 1 0 0,0 0-1 0 0,-1 0 0 0 0,1 0 1 0 0,0 0-1 0 0,-1 0 0 0 0,1 0 1 0 0,0 0-1 0 0,-1 0 0 0 0,1 0 0 0 0,0 0 1 0 0,-1-1-1 0 0,1 1 0 0 0,0 0 1 0 0,0-1-1 0 0,6-2-8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0:10.8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1 181 223 0 0,'0'-1'1'0'0,"0"1"0"0"0,0 0 0 0 0,0-1-1 0 0,0 1 1 0 0,0 0 0 0 0,-1 0-1 0 0,1-1 1 0 0,0 1 0 0 0,0 0-1 0 0,0-1 1 0 0,0 1 0 0 0,0 0 0 0 0,0 0-1 0 0,1-1 1 0 0,-1 1 0 0 0,0 0-1 0 0,0 0 1 0 0,0-1 0 0 0,0 1-1 0 0,0 0 1 0 0,0-1 0 0 0,0 1 0 0 0,0 0-1 0 0,1 0 1 0 0,-1 0 0 0 0,0-1-1 0 0,0 1 1 0 0,0 0 0 0 0,1 0-1 0 0,-1 0 1 0 0,0-1 0 0 0,0 1 0 0 0,1 0-1 0 0,-1 0 1 0 0,0 0 0 0 0,0 0-1 0 0,1-1 1 0 0,8 9 59 0 0,6 19 43 0 0,-8-7-80 0 0,-2 0 0 0 0,7 42 0 0 0,-9-42-22 0 0,1 1 1 0 0,1-1-1 0 0,8 22 0 0 0,-12-40-1 0 0,0 1 0 0 0,0-1 0 0 0,0 0 0 0 0,0 0 0 0 0,0 1 0 0 0,1-1 0 0 0,-1 0 0 0 0,1 0 0 0 0,-1 0 0 0 0,1-1 0 0 0,0 1 0 0 0,0 0 0 0 0,0-1 0 0 0,0 1 0 0 0,0-1 0 0 0,0 1 0 0 0,0-1 0 0 0,0 0 0 0 0,1 0 0 0 0,-1 0 0 0 0,0 0 0 0 0,1 0 0 0 0,-1-1 0 0 0,1 1 0 0 0,-1-1 0 0 0,1 0 0 0 0,-1 1 0 0 0,1-1 0 0 0,-1 0 0 0 0,1 0 0 0 0,-1-1 0 0 0,0 1 0 0 0,1 0 0 0 0,-1-1 0 0 0,1 0 0 0 0,-1 1 0 0 0,0-1 0 0 0,1 0 0 0 0,-1 0 0 0 0,0-1 0 0 0,0 1 0 0 0,1 0 0 0 0,-1-1 0 0 0,3-2 0 0 0,19-18 13 0 0,-2 0 0 0 0,0-1 0 0 0,-2-1 0 0 0,22-33-1 0 0,-42 56-12 0 0,17-21 0 0 0,-16 21 0 0 0,0 0 0 0 0,0 0 0 0 0,0 0 0 0 0,0 0 0 0 0,0 0 0 0 0,1 0 0 0 0,-1 0 0 0 0,0 0 0 0 0,1 0 0 0 0,-1 0 0 0 0,0 1 0 0 0,1-1 0 0 0,2 0 0 0 0,-3 1 0 0 0,0 1 0 0 0,-1 0 0 0 0,1 0 0 0 0,0 0 0 0 0,-1 0 0 0 0,1-1 0 0 0,-1 1 0 0 0,1 0 0 0 0,-1 0 0 0 0,1 0 0 0 0,-1 0 0 0 0,0 1 0 0 0,1-1 0 0 0,-1 0 0 0 0,0 0 0 0 0,0 0 0 0 0,0 1 0 0 0,8 75 19 0 0,-6-52-7 0 0,0 0-1 0 0,2 0 0 0 0,10 37 0 0 0,-13-58-11 0 0,1 0 0 0 0,-1-1 0 0 0,1 1 0 0 0,0-1 0 0 0,0 1 0 0 0,0-1 0 0 0,0 0 0 0 0,0 0 0 0 0,1 0 0 0 0,0 0 0 0 0,-1-1 0 0 0,5 4 0 0 0,-5-4 0 0 0,0-1 0 0 0,0 0 0 0 0,-1-1 0 0 0,1 1 0 0 0,0 0 0 0 0,0 0 0 0 0,0-1 0 0 0,0 1 0 0 0,-1-1 0 0 0,1 0 0 0 0,0 1 0 0 0,0-1 0 0 0,0 0 0 0 0,0 0 0 0 0,0 0 0 0 0,0 0 0 0 0,0-1 0 0 0,0 1 0 0 0,0-1 0 0 0,0 1 0 0 0,0-1 0 0 0,0 1 0 0 0,-1-1 0 0 0,1 0 0 0 0,2-1 0 0 0,7-5 0 0 0,-1 0 0 0 0,0-1 0 0 0,0 0 0 0 0,-1-1 0 0 0,15-16 0 0 0,36-54 0 0 0,-60 78 0 0 0,39-53 0 0 0,1 3 0 0 0,3 1 0 0 0,53-49 0 0 0,15 0 0 0 0,-74 65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35.1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117 39 24 0 0,'16'-38'263'0'0,"-16"38"-260"0"0,0 0-1 0 0,0 0 0 0 0,0 0 1 0 0,0 0-1 0 0,0 0 0 0 0,0 1 0 0 0,0-1 1 0 0,0 0-1 0 0,0 0 0 0 0,0 0 1 0 0,0 0-1 0 0,0 0 0 0 0,0 0 0 0 0,0 0 1 0 0,0 0-1 0 0,0 0 0 0 0,0 0 0 0 0,-1 0 1 0 0,1 0-1 0 0,0 0 0 0 0,0 0 1 0 0,0 0-1 0 0,0 0 0 0 0,0 0 0 0 0,0 0 1 0 0,0 0-1 0 0,0 0 0 0 0,0 0 0 0 0,0 0 1 0 0,0 0-1 0 0,0 0 0 0 0,0 0 1 0 0,0 0-1 0 0,0 0 0 0 0,0 0 0 0 0,-1 0 1 0 0,1 0-1 0 0,0 0 0 0 0,0 0 0 0 0,0 0 1 0 0,0 0-1 0 0,0 0 0 0 0,0 0 1 0 0,0-1-1 0 0,0 1 0 0 0,0 0 0 0 0,0 0 1 0 0,0 0-1 0 0,0 0 0 0 0,0 0 1 0 0,0 0-1 0 0,0 0 0 0 0,0 0 0 0 0,0 0 1 0 0,0 0-1 0 0,0 0 0 0 0,0 0 0 0 0,0 0 1 0 0,0 0-1 0 0,0 0 0 0 0,0 0 1 0 0,0 0-1 0 0,0-1 0 0 0,0 1 0 0 0,0 0 1 0 0,0 0-1 0 0,0 0 0 0 0,0 0 0 0 0,0 0 1 0 0,-8 4 63 0 0,-10 7-60 0 0,-1 4 17 0 0,13-12-13 0 0,1 1 1 0 0,0 0-1 0 0,-8 9 0 0 0,7-6-10 0 0,1-2 1 0 0,1 0 0 0 0,-1 1 0 0 0,1 0 0 0 0,0 0 0 0 0,0 0 0 0 0,0 0 0 0 0,1 0 0 0 0,0 1-1 0 0,0-1 1 0 0,1 1 0 0 0,-2 8 0 0 0,1 1 6 0 0,2 0 0 0 0,0 0-1 0 0,1 1 1 0 0,0-1 0 0 0,2 0-1 0 0,-1 0 1 0 0,2 0 0 0 0,4 15 0 0 0,8 19 20 0 0,24 53 1 0 0,-29-78-27 0 0,17 34-1 0 0,2-1 0 0 0,44 63 0 0 0,27 51 0 0 0,-26-6 0 0 0,10 17 0 0 0,-66-148 0 0 0,2-2 0 0 0,1 0 0 0 0,31 36 0 0 0,8-5 32 0 0,121 100 0 0 0,-109-102-32 0 0,145 114 0 0 0,-205-167 4 0 0,21 11 0 0 0,-28-18-14 0 0,-1 0 0 0 0,1 0 0 0 0,0 0 0 0 0,0 0 0 0 0,-1-1 0 0 0,1 0 0 0 0,0 0 0 0 0,7 0 0 0 0,-11-1 3 0 0,-1 1 1 0 0,0-1 0 0 0,1 0-1 0 0,-1 0 1 0 0,1 0-1 0 0,-1 0 1 0 0,1 0-1 0 0,-1 0 1 0 0,0 0-1 0 0,1 0 1 0 0,-1 0 0 0 0,1 0-1 0 0,-1-1 1 0 0,1 1-1 0 0,-1 0 1 0 0,0 0-1 0 0,1 0 1 0 0,-1 0 0 0 0,1-1-1 0 0,-1 1 1 0 0,0 0-1 0 0,1 0 1 0 0,-1-1-1 0 0,0 1 1 0 0,1 0 0 0 0,-1-1-1 0 0,0 1 1 0 0,0 0-1 0 0,1-1 1 0 0,-1 1-1 0 0,0 0 1 0 0,0-1-1 0 0,1 1 1 0 0,-1-1 0 0 0,0 1-1 0 0,0-1 1 0 0,0 1-1 0 0,0 0 1 0 0,0-1-1 0 0,0 1 1 0 0,0-1 0 0 0,0 1-1 0 0,0-1 1 0 0,0 1-1 0 0,0-1 1 0 0,-1-2-80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29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0 161 167 0 0,'22'-1'157'0'0,"25"-4"0"0"0,-27 2-84 0 0,24 0 0 0 0,50-3 65 0 0,140-6 66 0 0,-137 5-136 0 0,4 5-62 0 0,117 12 1 0 0,40 1-10 0 0,-203-12 6 0 0,345 4 58 0 0,-40-3-61 0 0,-122-3 0 0 0,184-2 0 0 0,-196 1 0 0 0,-71 2 0 0 0,140-26 0 0 0,-48 2 0 0 0,-173 22 0 0 0,0-3 0 0 0,132-30 0 0 0,-159 26 0 0 0,57-4 0 0 0,-82 13 1 0 0,-21 2-22 0 0,1 0-1 0 0,-1 0 1 0 0,0 0 0 0 0,1 0-1 0 0,-1 0 1 0 0,1 0-1 0 0,-1 1 1 0 0,0-1 0 0 0,1 0-1 0 0,-1 1 1 0 0,0-1 0 0 0,1 1-1 0 0,0 0 1 0 0,-8 1-241 0 0,3 0 174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30.0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914 1 79 0 0,'1'3'8'0'0,"1"-1"-1"0"0,0 1 0 0 0,-1 0 0 0 0,0 0 0 0 0,0 0 0 0 0,0 0 0 0 0,0 0 0 0 0,0 0 0 0 0,-1 0 0 0 0,1 0 0 0 0,-1 0 0 0 0,0 0 0 0 0,0 1 0 0 0,0-1 0 0 0,-1 5 0 0 0,1 5 8 0 0,-1 51 76 0 0,-17 121 0 0 0,13-161-68 0 0,0 1 0 0 0,-2-1 0 0 0,0 0 1 0 0,-18 37-1 0 0,-54 87 62 0 0,35-68-84 0 0,-78 182-1 0 0,44-86 0 0 0,58-134-6 0 0,-177 338 151 0 0,179-352-130 0 0,-1-1-1 0 0,-2 0 0 0 0,-41 40 1 0 0,46-51-16 0 0,-1-1 1 0 0,-1-2-1 0 0,0 1 0 0 0,0-2 1 0 0,-2-1-1 0 0,-31 15 0 0 0,48-25-8 0 0,-1 1 14 0 0,1-1 1 0 0,-1 1-1 0 0,1-1 1 0 0,-1 0-1 0 0,-4 0 1 0 0,8-1-5 0 0,0 0 0 0 0,-1 0 1 0 0,1 0-1 0 0,-1 0 1 0 0,1 0-1 0 0,0 0 1 0 0,-1 0-1 0 0,1 0 1 0 0,-1 0-1 0 0,1 0 0 0 0,0 0 1 0 0,-1 0-1 0 0,1-1 1 0 0,0 1-1 0 0,-1 0 1 0 0,1 0-1 0 0,0 0 1 0 0,-1-1-1 0 0,1 1 1 0 0,0 0-1 0 0,-1-1 0 0 0,1 0 0 0 0,-1 1-1 0 0,1-1 1 0 0,0 0 0 0 0,0 1-1 0 0,0-1 1 0 0,-1 0-1 0 0,1 1 1 0 0,0-1-1 0 0,0 0 1 0 0,0 1-1 0 0,0-1 1 0 0,0 0-1 0 0,0 0 1 0 0,1 1-1 0 0,-1-1 1 0 0,0-1-1 0 0,15-64-424 0 0,-12 39 288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30.8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4 111 79 0 0,'-3'-3'12'0'0,"10"1"17"0"0,21-2 38 0 0,-12 2-47 0 0,9-4 32 0 0,36-13 0 0 0,-46 14-38 0 0,9-2-6 0 0,1 1 0 0 0,0 1 0 0 0,-1 1 0 0 0,33 0 0 0 0,102 5 25 0 0,-122 1-32 0 0,-5-1-1 0 0,58 2 0 0 0,97-9 0 0 0,165-7 31 0 0,-180 10-8 0 0,-11-9-11 0 0,36 1-14 0 0,-33 16 2 0 0,-77-1 0 0 0,128-10 0 0 0,0-2 0 0 0,-227 9-21 0 0,-1 1 0 0 0,1 1-1 0 0,-21 7 1 0 0,6-2-32 0 0,12-6-1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3.6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71 134 24 0 0,'0'-12'0'0'0,"2"1"0"0"0,-1-1 0 0 0,7-20 0 0 0,-8 31 0 0 0,0-1 5 0 0,0 0 1 0 0,1 0 0 0 0,-1 0-1 0 0,0 0 1 0 0,-1 0 0 0 0,1 0 0 0 0,0 0-1 0 0,-2-3 1 0 0,1-12 17 0 0,0-1 52 0 0,0 8 31 0 0,4 17-106 0 0,0 0 0 0 0,3 14 0 0 0,-3 10 10 0 0,-1 0-1 0 0,-2 0 0 0 0,-7 60 1 0 0,-27 91 55 0 0,6-34-40 0 0,5 49-25 0 0,21-152 0 0 0,2 0 0 0 0,8 63 0 0 0,-6-97 0 0 0,1 0 0 0 0,0 0 0 0 0,0 0 0 0 0,8 14 0 0 0,-5-9 0 0 0,-1-8 2 0 0,2-2-18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4.6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0 151 24 0 0,'3'-2'19'0'0,"1"1"0"0"0,-1-1 1 0 0,0 0-1 0 0,1 1 1 0 0,-1-1-1 0 0,1 1 1 0 0,-1 0-1 0 0,1 0 0 0 0,5 0 1 0 0,9-3 4 0 0,26-11 33 0 0,-27 8-41 0 0,-1 1 1 0 0,20-3 0 0 0,34-1-12 0 0,125-1 0 0 0,-122 9-5 0 0,26-5 0 0 0,113-21 0 0 0,-157 20 0 0 0,0 3 0 0 0,0 2 0 0 0,1 2 0 0 0,66 8 0 0 0,-65-1 0 0 0,0-3 0 0 0,98-6 0 0 0,71-8 0 0 0,-2 20 0 0 0,-170-8-16 0 0,0-2 0 0 0,0-2 0 0 0,77-15 0 0 0,-100 13 7 0 0,0 2 0 0 0,0 1 0 0 0,0 2 0 0 0,0 1 0 0 0,0 1 0 0 0,58 12-1 0 0,-85-13 10 0 0,14 4 0 0 0,-17-5 0 0 0,-1 0 0 0 0,1 1 0 0 0,0-1 0 0 0,0 0 0 0 0,-1 1 0 0 0,1-1 0 0 0,0 1 0 0 0,-1-1 0 0 0,1 1 0 0 0,-1-1 0 0 0,1 1 0 0 0,0-1 0 0 0,-1 1 0 0 0,1 0 0 0 0,-1-1 0 0 0,1 1 0 0 0,-1 0 0 0 0,0-1 0 0 0,1 2 0 0 0,-1-1 0 0 0,0-1 0 0 0,0 0 0 0 0,0 1 0 0 0,0-1 0 0 0,0 1 0 0 0,0-1 0 0 0,-1 0 0 0 0,1 1 0 0 0,0-1 0 0 0,0 1 0 0 0,0-1 0 0 0,-1 0 0 0 0,1 1 0 0 0,0-1 0 0 0,0 0 0 0 0,-1 1 0 0 0,1-1 0 0 0,0 0 0 0 0,-1 1 0 0 0,1-1 0 0 0,0 0 0 0 0,-1 0 0 0 0,1 1 0 0 0,0-1 0 0 0,-1 0 0 0 0,-13 8 0 0 0,6-5 0 0 0,0 2 0 0 0,4-3 0 0 0,0 0 0 0 0,1 0 0 0 0,-1 1 0 0 0,1-1 0 0 0,-1 1 0 0 0,1-1 0 0 0,0 1 0 0 0,0 0 0 0 0,-4 6 0 0 0,7-9 0 0 0,0 0 0 0 0,0 0 0 0 0,0 1 0 0 0,0-1 0 0 0,0 0 0 0 0,0 0 0 0 0,-1 1 0 0 0,1-1 0 0 0,0 0 0 0 0,0 0 0 0 0,0 1 0 0 0,0-1 0 0 0,0 0 0 0 0,0 0 0 0 0,0 1 0 0 0,0-1 0 0 0,0 0 0 0 0,0 0 0 0 0,0 1 0 0 0,1-1 0 0 0,-1 0 0 0 0,0 0 0 0 0,0 0 0 0 0,0 1 0 0 0,0-1 0 0 0,0 0 0 0 0,1 1 0 0 0,7 4 0 0 0,0 0 0 0 0,-8-5 0 0 0,0 0 0 0 0,0 1 0 0 0,0-1 0 0 0,1 0 0 0 0,-1 0 0 0 0,0 0 0 0 0,0 0 0 0 0,0 0 0 0 0,0 0 0 0 0,0 0 0 0 0,1 1 0 0 0,-1-1 0 0 0,0 0 0 0 0,0 0 0 0 0,0 0 0 0 0,0 0 0 0 0,0 1 0 0 0,0-1 0 0 0,0 0 0 0 0,0 0 0 0 0,0 0 0 0 0,0 0 0 0 0,0 1 0 0 0,1-1 0 0 0,-1 0 0 0 0,0 0 0 0 0,0 0 0 0 0,0 1 0 0 0,0-1 0 0 0,0 0 0 0 0,-1 0 0 0 0,1 0 0 0 0,0 0 0 0 0,0 1 0 0 0,0-1 0 0 0,0 0 0 0 0,0 0 0 0 0,0 0 0 0 0,0 1 0 0 0,0-1 0 0 0,0 0 0 0 0,0 0 0 0 0,0 0 0 0 0,-1 0 0 0 0,1 0 0 0 0,0 1 0 0 0,0-1 0 0 0,0 0 0 0 0,0 0 0 0 0,0 0 0 0 0,-1 0 0 0 0,1 0 0 0 0,0 0 0 0 0,-6 9 0 0 0,2-1 0 0 0,1-1 0 0 0,0 0 0 0 0,-2 12 0 0 0,0-4 0 0 0,-37 117 0 0 0,19-61 0 0 0,-13 75 0 0 0,22-86 0 0 0,7-24 0 0 0,1 1 0 0 0,2-1 0 0 0,2 1 0 0 0,1 0 0 0 0,2-1 0 0 0,7 47 0 0 0,-4-71 15 0 0,-4-12-14 0 0,1 1 1 0 0,-1 0-1 0 0,0-1 0 0 0,1 1 0 0 0,-1-1 1 0 0,0 1-1 0 0,1 0 0 0 0,-1-1 1 0 0,0 1-1 0 0,0 0 0 0 0,0-1 1 0 0,0 1-1 0 0,0 0 0 0 0,0-1 1 0 0,0 1-1 0 0,0 0 0 0 0,0 0 0 0 0,0-1 1 0 0,0 1-1 0 0,0 0 0 0 0,0-1 1 0 0,0 1-1 0 0,-1 0 0 0 0,1-1 1 0 0,0 1-1 0 0,0-1 0 0 0,-1 1 0 0 0,1 0 1 0 0,0-1-1 0 0,-1 1 0 0 0,1-1 1 0 0,-1 1-1 0 0,1-1 0 0 0,-1 1 1 0 0,1-1-1 0 0,-1 1 0 0 0,0 0 0 0 0,-6 2-1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5.5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313 0 24 0 0,'-3'0'6'0'0,"0"0"1"0"0,0 0 0 0 0,1 1 0 0 0,-1-1-1 0 0,0 1 1 0 0,0-1 0 0 0,1 1 0 0 0,-1 0 0 0 0,0 0-1 0 0,-2 2 1 0 0,-7 2 0 0 0,0 1 0 0 0,1 1 0 0 0,0 0 0 0 0,0 0-1 0 0,0 1 1 0 0,1 0 0 0 0,1 1 0 0 0,-1 0 0 0 0,1 1 0 0 0,1 0-1 0 0,0 0 1 0 0,-9 15 0 0 0,-4 13 9 0 0,1 1 0 0 0,-20 55 0 0 0,3-8 28 0 0,33-76-44 0 0,1-4 0 0 0,0-1 0 0 0,0 1 0 0 0,1 0 0 0 0,0 0 0 0 0,1 0 0 0 0,-1 0 0 0 0,-1 10 0 0 0,3-16 0 0 0,0 1 0 0 0,0-1 0 0 0,1 1 0 0 0,-1-1 0 0 0,0 1 0 0 0,0-1 0 0 0,0 1 0 0 0,0 0 0 0 0,0-1 0 0 0,1 1 0 0 0,-1-1 0 0 0,0 0 0 0 0,1 1 0 0 0,-1-1 0 0 0,0 1 0 0 0,1-1 0 0 0,-1 1 0 0 0,0-1 0 0 0,1 0 0 0 0,-1 1 0 0 0,1-1 0 0 0,-1 0 0 0 0,0 1 0 0 0,1-1 0 0 0,0 1 0 0 0,17 2 0 0 0,-12-4 0 0 0,0 1 0 0 0,0-1 0 0 0,-1 0 0 0 0,8-2 0 0 0,1-2-13 0 0,0-1-54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5.8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569 0 143 0 0,'-3'4'0'0'0,"-1"-1"0"0"0,0 1 0 0 0,-1-1 0 0 0,1 0 0 0 0,0-1 0 0 0,-9 5 0 0 0,7-4 0 0 0,1 0 0 0 0,0 1 0 0 0,1 0 0 0 0,-1-1 0 0 0,-5 7 0 0 0,-3 3 0 0 0,-89 76 16 0 0,-109 100 32 0 0,145-132-48 0 0,40-37 0 0 0,2 2 0 0 0,-25 27 0 0 0,49-49 1 0 0,-1 1-1 0 0,0 0 0 0 0,1-1 0 0 0,-1 1 0 0 0,1 0 0 0 0,-1 0 0 0 0,1-1 0 0 0,0 1 0 0 0,-1 0 1 0 0,1 0-1 0 0,0 0 0 0 0,-1 1 0 0 0,1-2 0 0 0,0 1 0 0 0,0-1 0 0 0,0 0 0 0 0,0 0 0 0 0,0 0 0 0 0,0 1 0 0 0,0-1 0 0 0,1 0 0 0 0,-1 0 0 0 0,0 1 0 0 0,0-1 0 0 0,0 0 0 0 0,0 0 0 0 0,0 0 0 0 0,0 0 0 0 0,0 1 1 0 0,1-1-1 0 0,-1 0 0 0 0,0 0 0 0 0,0 0 0 0 0,0 0 0 0 0,1 0 0 0 0,-1 0 0 0 0,0 1 0 0 0,0-1 0 0 0,0 0 0 0 0,1 0 0 0 0,-1 0 0 0 0,0 0 0 0 0,0 0 0 0 0,1 0 0 0 0,1 0-1 0 0,0 0-1 0 0,-1 0 1 0 0,1 0 0 0 0,0 0-1 0 0,0 0 1 0 0,0 0 0 0 0,0-1-1 0 0,0 1 1 0 0,3-2 0 0 0,6-3-53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6.0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484 0 111 0 0,'-77'49'27'0'0,"-134"110"0"0"0,108-65-16 0 0,84-74-11 0 0,0 1 0 0 0,2 0 0 0 0,-15 25-1 0 0,29-41 1 0 0,1 2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6.3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560 0 199 0 0,'0'1'0'0'0,"0"0"0"0"0,-1 1 0 0 0,1-1 0 0 0,0 0 0 0 0,-1 0 0 0 0,1 0 0 0 0,-1 0 0 0 0,1 0 0 0 0,-1 0 0 0 0,0 0 0 0 0,1-1 0 0 0,-1 1 0 0 0,0 0 0 0 0,0 0 0 0 0,0 0 0 0 0,-1 0 0 0 0,-21 15 0 0 0,11-8 0 0 0,-23 18 13 0 0,1 2 0 0 0,1 1 0 0 0,2 2 0 0 0,-31 38-1 0 0,59-65-11 0 0,-109 126 31 0 0,91-108-24 0 0,-1-1 0 0 0,-1-2 0 0 0,-41 29-1 0 0,-1-8-7 0 0,65-40 0 0 0,-1 1 0 0 0,1-1 0 0 0,-1 0 0 0 0,1 0 0 0 0,-1 1 0 0 0,1-1 0 0 0,-1 0 0 0 0,1 1 0 0 0,-1-1 0 0 0,1 0 0 0 0,0 1 0 0 0,-1-1 0 0 0,1 1 0 0 0,-1-1 0 0 0,1 1 0 0 0,0-1 0 0 0,0 1 0 0 0,-1-1 0 0 0,1 1 0 0 0,0-1 0 0 0,0 1 0 0 0,0-1 0 0 0,-1 1 0 0 0,1-1 0 0 0,0 2 0 0 0,3 1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6.6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870 1 199 0 0,'-3'2'2'0'0,"0"1"0"0"0,1-1 0 0 0,-1 1 0 0 0,0 0 0 0 0,1 0 0 0 0,-1 0 0 0 0,1 1 0 0 0,0-1 0 0 0,0 1-1 0 0,-2 5 1 0 0,-4 6 44 0 0,-10 12-1 0 0,0 0 0 0 0,-38 41-1 0 0,34-46-24 0 0,0-1 0 0 0,-2 0 0 0 0,0-2 0 0 0,-1-1 0 0 0,-40 22-1 0 0,-87 36-19 0 0,72-37 0 0 0,-84 53 0 0 0,149-82-13 0 0,0 0-1 0 0,-1-1 0 0 0,0-1 0 0 0,0 0 0 0 0,-1-1 0 0 0,1-1 1 0 0,-21 4-1 0 0,22-9-71 0 0,15-4 45 0 0,8 0 27 0 0,7-2-9 0 0,0-1-1 0 0,-1-1 0 0 0,15-8 1 0 0,-5 0-32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6.7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587 0 167 0 0,'-7'15'0'0'0,"0"-1"0"0"0,-17 25 0 0 0,18-33 0 0 0,-1-1 0 0 0,1 1 0 0 0,-1-2 0 0 0,0 1 0 0 0,0-1 0 0 0,0 0 0 0 0,-1 0 0 0 0,-8 2 0 0 0,1 1 0 0 0,-249 107 42 0 0,84-44-20 0 0,174-67-22 0 0,5-2 0 0 0,1-1 0 0 0,-1 1 0 0 0,1-1 0 0 0,-1 0 0 0 0,1 0 0 0 0,-1 1 0 0 0,0-1 0 0 0,1 0 0 0 0,-1 0 0 0 0,0 0 0 0 0,1 1 0 0 0,-1-1 0 0 0,1 0 0 0 0,-1 0 0 0 0,-1 0 0 0 0,0-2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8.1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332 7 111 0 0,'-3'-2'5'0'0,"1"1"-1"0"0,-1 0 0 0 0,0 0 0 0 0,-1 1 0 0 0,1-1 0 0 0,0 1 0 0 0,0 0 0 0 0,0-1 0 0 0,0 1 0 0 0,0 0 0 0 0,0 1 0 0 0,0-1 0 0 0,-1 1 0 0 0,1-1 0 0 0,0 1 0 0 0,0 0 0 0 0,0 0 0 0 0,1 0 0 0 0,-1 1 0 0 0,0-1 0 0 0,-4 3 0 0 0,-5 4 25 0 0,0 1 1 0 0,1 0 0 0 0,-15 14 0 0 0,13-10-22 0 0,-7 5-2 0 0,9-9 6 0 0,0 0-1 0 0,-12 15 1 0 0,20-21-10 0 0,1 1 0 0 0,-1-1 0 0 0,1 1-1 0 0,0 0 1 0 0,0 0 0 0 0,0 0 0 0 0,0-1 0 0 0,1 2-1 0 0,0-1 1 0 0,0 0 0 0 0,0 0 0 0 0,-1 5-1 0 0,2-4 0 0 0,0 0 0 0 0,0 0-1 0 0,1-1 1 0 0,0 1 0 0 0,-1 0-1 0 0,1-1 1 0 0,1 1 0 0 0,-1-1-1 0 0,1 1 1 0 0,0-1 0 0 0,0 0-1 0 0,0 0 1 0 0,0 1 0 0 0,6 6-1 0 0,3 2 8 0 0,1 0-1 0 0,25 20 1 0 0,-23-21 2 0 0,23 26 1 0 0,-26-23 9 0 0,16 25 0 0 0,-21-29-14 0 0,0 0-1 0 0,0 1 1 0 0,-1 0 0 0 0,-1 0 0 0 0,6 23-1 0 0,-10-28-2 0 0,1-1-1 0 0,-1 0 1 0 0,0 0-1 0 0,-1 1 1 0 0,1-1-1 0 0,-1 0 1 0 0,0 0-1 0 0,-1 0 1 0 0,0 0-1 0 0,0 0 1 0 0,0 0-1 0 0,-4 7 0 0 0,-3 4 9 0 0,-1-1 0 0 0,-21 27-1 0 0,25-36-7 0 0,0 0-1 0 0,-1-1 1 0 0,1 0-1 0 0,-1 0 1 0 0,-1 0-1 0 0,1-1 1 0 0,-1 0-1 0 0,0-1 1 0 0,0 1-1 0 0,-1-2 1 0 0,1 1-1 0 0,-16 3 0 0 0,20-5 0 0 0,-1-1-1 0 0,0 0 0 0 0,1 0 0 0 0,-1-1 1 0 0,0 0-1 0 0,0 0 0 0 0,1 0 0 0 0,-1 0 1 0 0,0 0-1 0 0,0-1 0 0 0,1 0 0 0 0,-1 0 0 0 0,0 0 1 0 0,1-1-1 0 0,-1 0 0 0 0,1 0 0 0 0,0 0 1 0 0,0 0-1 0 0,0 0 0 0 0,0-1 0 0 0,0 0 1 0 0,0 0-1 0 0,0 0 0 0 0,1 0 0 0 0,-6-8 0 0 0,7 10-5 0 0,1-1 0 0 0,0 0-1 0 0,0 0 1 0 0,0 1-1 0 0,0-1 1 0 0,0 0 0 0 0,0 0-1 0 0,1 0 1 0 0,-1 0-1 0 0,1 0 1 0 0,-1 0 0 0 0,1 0-1 0 0,0 0 1 0 0,0 0-1 0 0,0-1 1 0 0,0 1 0 0 0,0 0-1 0 0,0 0 1 0 0,1-4-1 0 0,5-11-75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49.7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0 111 0 0,'1'0'0'0'0,"-1"0"0"0"0,0 1 0 0 0,0-1 0 0 0,1 0 0 0 0,-1 0 0 0 0,0 0 0 0 0,0 0 0 0 0,1 0 0 0 0,-1 1 0 0 0,0-1 0 0 0,0 0 0 0 0,1 0 0 0 0,-1 0 0 0 0,0 1 0 0 0,0-1 0 0 0,0 0 0 0 0,0 0 0 0 0,1 1-1 0 0,-1-1 1 0 0,0 0 0 0 0,0 1 0 0 0,0-1 0 0 0,0 0 0 0 0,0 0 0 0 0,0 1 0 0 0,0-1 0 0 0,0 0 0 0 0,0 1 0 0 0,0-1 0 0 0,0 0 0 0 0,0 0 0 0 0,0 1 0 0 0,0-1 0 0 0,0 0 0 0 0,0 1 0 0 0,0-1-1 0 0,0 0 1 0 0,0 0 0 0 0,0 1 0 0 0,-5 18 2 0 0,2-8 9 0 0,-4 25 17 0 0,-14 44-1 0 0,12-53-11 0 0,2 0-1 0 0,1 0 1 0 0,-5 51-1 0 0,10-66-15 0 0,1-7 1 0 0,-1 0 0 0 0,1-1 0 0 0,0 1 0 0 0,0 0 0 0 0,1 0 1 0 0,-1-1-1 0 0,1 1 0 0 0,0-1 0 0 0,3 9 0 0 0,1-1 46 0 0,-4-10-47 0 0,-1-1 0 0 0,1 1 1 0 0,-1-1-1 0 0,1 1 0 0 0,-1-1 1 0 0,1 0-1 0 0,0 1 0 0 0,0-1 1 0 0,0 0-1 0 0,0 1 0 0 0,0-1 1 0 0,0 0-1 0 0,0 0 0 0 0,0 0 1 0 0,0 0-1 0 0,1 0 0 0 0,-1 0 1 0 0,0 0-1 0 0,1 0 0 0 0,1 0 0 0 0,0 0 0 0 0,0 1 0 0 0,0-1 0 0 0,1 0 0 0 0,-1-1 0 0 0,1 1 0 0 0,-1 0 0 0 0,1-1 0 0 0,-1 0 0 0 0,1 0 0 0 0,-1 0 0 0 0,1 0 0 0 0,-1-1 0 0 0,1 1 0 0 0,3-2 0 0 0,-2-2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0.2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1 100 55 0 0,'2'1'0'0'0,"-1"1"0"0"0,12-8 134 0 0,-3 3-113 0 0,0-1 0 0 0,13-7 1 0 0,8-4 42 0 0,8 0-18 0 0,2 1 0 0 0,45-9 0 0 0,-63 19-35 0 0,0 1 0 0 0,0 0-1 0 0,1 2 1 0 0,-1 1 0 0 0,38 4-1 0 0,-55-3-10 0 0,-1 0 0 0 0,0 0 0 0 0,0 1 0 0 0,0 0 0 0 0,0 0 0 0 0,-1 0 0 0 0,1 0 0 0 0,0 1 0 0 0,-1 0 0 0 0,1 0 0 0 0,-1 0 0 0 0,0 0 0 0 0,6 8 0 0 0,-7-9 0 0 0,-1 1 0 0 0,0 0 0 0 0,0-1 0 0 0,0 1 0 0 0,0 0 0 0 0,-1 0 0 0 0,1 1 0 0 0,-1-1 0 0 0,0 0 0 0 0,1 0 0 0 0,-2 1 0 0 0,1-1 0 0 0,0 1 0 0 0,-1-1 0 0 0,1 0 0 0 0,-1 1 0 0 0,0-1 0 0 0,0 1 0 0 0,-1-1 0 0 0,1 1 0 0 0,-2 5 0 0 0,-6 20 0 0 0,-15 31 0 0 0,-6 18 28 0 0,-9 17 8 0 0,30-79-36 0 0,1 1 0 0 0,-7 25 0 0 0,14-42-1 0 0,0 0-1 0 0,0 0 0 0 0,0 0 0 0 0,0 1 0 0 0,0-1 0 0 0,0 0 0 0 0,0 0 0 0 0,0 0 0 0 0,0 0 1 0 0,0 1-1 0 0,0-1 0 0 0,0 0 0 0 0,0 0 0 0 0,0 0 0 0 0,0 0 0 0 0,0 0 0 0 0,0 1 0 0 0,0-1 0 0 0,0 0 1 0 0,0 0-1 0 0,0 0 0 0 0,0 0 0 0 0,0 1 0 0 0,0-1 0 0 0,0 0 0 0 0,1 0 0 0 0,-1 0 0 0 0,0 0 1 0 0,0 0-1 0 0,0 0 0 0 0,0 0 0 0 0,0 1 0 0 0,0-1 0 0 0,1 0 0 0 0,-1 0 0 0 0,0 0 0 0 0,0 0 0 0 0,-2 0-70 0 0,0 0 72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0.4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89 167 0 0,'12'-12'80'0'0,"48"-27"323"0"0,-48 33-372 0 0,0-1 1 0 0,0 2 0 0 0,1 0-1 0 0,0 0 1 0 0,25-5-1 0 0,-26 12-12 0 0,-12-2-23 0 0,0-1 0 0 0,1 1 0 0 0,-1 0 0 0 0,0 0 0 0 0,0 0 0 0 0,0 0 0 0 0,1 0 0 0 0,-1 0 0 0 0,0 0 1 0 0,0 0-1 0 0,0 0 0 0 0,0 0 0 0 0,1 1 0 0 0,-1-1 0 0 0,0 0 0 0 0,0 0 0 0 0,0 0 0 0 0,0 0 0 0 0,1 0 1 0 0,-1 0-1 0 0,0 0 0 0 0,0 0 0 0 0,0 0 0 0 0,0 1 0 0 0,1-1 0 0 0,-1 0 0 0 0,0 0 0 0 0,0 0 1 0 0,0 0-1 0 0,0 0 0 0 0,0 1 0 0 0,0-1 0 0 0,0 0 0 0 0,0 0 0 0 0,0 0 0 0 0,1 0 0 0 0,-1 1 0 0 0,0-1 1 0 0,0 0-1 0 0,0 0 0 0 0,0 0 0 0 0,0 1 0 0 0,0-1 0 0 0,0 0 0 0 0,0 0 0 0 0,0 0 0 0 0,0 1 0 0 0,0-1 1 0 0,0 0-1 0 0,-1 0 0 0 0,1 0 0 0 0,0 0 0 0 0,0 1 0 0 0,0-1 0 0 0,0 0 0 0 0,0 0 0 0 0,0 1 0 0 0,-2-1-68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2.3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25 24 0 0,'2'-2'1'0'0,"-1"0"1"0"0,1 0 0 0 0,-1 1 0 0 0,1-1 0 0 0,0 0 0 0 0,0 1 0 0 0,-1-1 0 0 0,1 1 0 0 0,0 0 0 0 0,0-1 0 0 0,1 1 0 0 0,-1 0 0 0 0,0 0 0 0 0,0 0 0 0 0,5 0 0 0 0,-2 0 2 0 0,-1 1 0 0 0,1 0 0 0 0,0 0 0 0 0,-1 0 0 0 0,1 1 0 0 0,0 0 0 0 0,6 2 0 0 0,26 5 18 0 0,0-2-1 0 0,45 2 0 0 0,76-4 43 0 0,-52-3-10 0 0,-106-1-54 0 0,0 0 0 0 0,0 0 0 0 0,0-1 0 0 0,0 1 1 0 0,-1 0-1 0 0,1 0 0 0 0,0 0 0 0 0,0 0 0 0 0,0 0 0 0 0,0 0 1 0 0,0 0-1 0 0,-1 0 0 0 0,1-1 0 0 0,0 1 0 0 0,0 0 0 0 0,0 0 0 0 0,0 0 1 0 0,0 0-1 0 0,0 0 0 0 0,0-1 0 0 0,0 1 0 0 0,0 0 0 0 0,-1 0 0 0 0,1 0 1 0 0,0 0-1 0 0,0-1 0 0 0,0 1 0 0 0,0 0 0 0 0,0 0 0 0 0,0 0 1 0 0,0 0-1 0 0,0-1 0 0 0,0 1 0 0 0,0 0 0 0 0,0 0 0 0 0,0 0 0 0 0,0 0 1 0 0,1-1-1 0 0,-1 1 0 0 0,0 0 0 0 0,0 0 0 0 0,0 0 0 0 0,0 0 1 0 0,0-1-1 0 0,0 1 0 0 0,0 0 0 0 0,0 0 0 0 0,0 0 0 0 0,1 0 0 0 0,-1 0 1 0 0,0 0-1 0 0,0-1 0 0 0,0 1 0 0 0,0 0 0 0 0,0 0 0 0 0,1 0 1 0 0,-1 0-1 0 0,0 0 0 0 0,0 0 0 0 0,0 0 0 0 0,0 0 0 0 0,1 0 0 0 0,-1 0 1 0 0,0 0-1 0 0,0 0 0 0 0,0 0 0 0 0,0 0 0 0 0,1 0 0 0 0,-1 0 0 0 0,-6-3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2.8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 0 24 0 0,'0'5'18'0'0,"0"-1"1"0"0,0 1 0 0 0,-1-1 0 0 0,-2 9 0 0 0,3-11-23 0 0,-19 111 95 0 0,-7 189-1 0 0,12-135-90 0 0,-1 46 0 0 0,16-206 0 0 0,0 1 0 0 0,0 0 0 0 0,0-1 0 0 0,1 1 0 0 0,0-1 0 0 0,0 1 0 0 0,1-1 0 0 0,0 0 0 0 0,7 12 0 0 0,-9-16 6 0 0,1 0 0 0 0,-1-1 0 0 0,0 1 0 0 0,0 0 0 0 0,-1-1-1 0 0,1 1 1 0 0,-1 0 0 0 0,1 0 0 0 0,-1 0 0 0 0,0 4-1 0 0,-1-5-65 0 0,-1-4 48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8.4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628 53 199 0 0,'-1'-2'6'0'0,"1"0"-1"0"0,0 0 1 0 0,0 0-1 0 0,-1-1 1 0 0,1 1-1 0 0,-1 0 1 0 0,1 0-1 0 0,-1 0 1 0 0,0 0-1 0 0,0 0 1 0 0,0 0-1 0 0,0 1 1 0 0,0-1-1 0 0,-1 0 0 0 0,1 0 1 0 0,0 1-1 0 0,-1-1 1 0 0,1 1-1 0 0,-1-1 1 0 0,0 1-1 0 0,0 0 1 0 0,1 0-1 0 0,-1-1 1 0 0,0 1-1 0 0,0 0 1 0 0,0 1-1 0 0,0-1 1 0 0,0 0-1 0 0,0 0 0 0 0,-4 0 1 0 0,0 0 8 0 0,-1 0 0 0 0,0 0 0 0 0,1 1 0 0 0,-1 0 0 0 0,1 0 0 0 0,-1 0 0 0 0,1 1 0 0 0,-1 0 0 0 0,-7 2 0 0 0,-43 16 23 0 0,-94 43 0 0 0,121-47-26 0 0,0 1 0 0 0,-36 26-1 0 0,48-29-3 0 0,1 1-1 0 0,1 0 1 0 0,0 1-1 0 0,-24 31 0 0 0,32-35-1 0 0,1 0 0 0 0,0 1-1 0 0,1 1 1 0 0,0-1-1 0 0,1 1 1 0 0,-5 19-1 0 0,3-6 7 0 0,2 0 0 0 0,-3 37-1 0 0,7-56-10 0 0,1 0 0 0 0,0 0 0 0 0,0 0 0 0 0,1 0 0 0 0,0 0 0 0 0,0-1 0 0 0,1 1 0 0 0,-1 0 0 0 0,2 0 0 0 0,-1-1 0 0 0,1 1 0 0 0,0-1 0 0 0,7 12 0 0 0,-4-10 0 0 0,0-1 0 0 0,0 0 0 0 0,1 0 0 0 0,0 0 0 0 0,0-1 0 0 0,1 0 0 0 0,-1-1 0 0 0,1 1 0 0 0,16 6 0 0 0,11 3 13 0 0,1-1-1 0 0,1-2 0 0 0,68 13 0 0 0,-4-1 3 0 0,-94-23-9 0 0,7 2-49 0 0,-12-3-34 0 0,-7 1-58 0 0,4-2 75 0 0,-3-1 49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2:58.6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79 0 0,'0'1'0'0'0,"-2"-1"0"0"0,2-1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3:00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616 1 79 0 0,'-31'24'0'0'0,"-12"19"11"0"0,-15 27 29 0 0,38-44-24 0 0,0-1-1 0 0,-1-2 1 0 0,-2 0-1 0 0,-33 26 0 0 0,8-14 17 0 0,-43 41 0 0 0,76-62-22 0 0,0 1-1 0 0,2 1 0 0 0,0 0 0 0 0,1 0 0 0 0,0 1 0 0 0,-14 31 0 0 0,8-9-9 0 0,3 0 0 0 0,1 2 0 0 0,2-1 0 0 0,-10 58 0 0 0,15-47 0 0 0,-3 98 0 0 0,10-139 4 0 0,0 0 0 0 0,1 0-1 0 0,1 0 1 0 0,0 0-1 0 0,0 0 1 0 0,1 0-1 0 0,0-1 1 0 0,0 1-1 0 0,1-1 1 0 0,1 0 0 0 0,0 0-1 0 0,0 0 1 0 0,0-1-1 0 0,1 0 1 0 0,0 0-1 0 0,1 0 1 0 0,14 12-1 0 0,-11-11 0 0 0,1-1 0 0 0,1 0 0 0 0,-1-1 0 0 0,2 0 0 0 0,-1-1 0 0 0,0 0 0 0 0,1-1 0 0 0,17 4 0 0 0,13 2 14 0 0,53 5 1 0 0,-59-10-16 0 0,-1-1-2 0 0,-8-1 0 0 0,-1 0 0 0 0,32 11 0 0 0,-59-15 0 0 0,0 0 0 0 0,0 0 0 0 0,0 0 0 0 0,0 0 0 0 0,0 0 0 0 0,0 0 0 0 0,0 0 0 0 0,0 0 0 0 0,1 0 0 0 0,-1 0 0 0 0,0 0 0 0 0,0 1 0 0 0,0-1 0 0 0,0 0 0 0 0,0 0 0 0 0,0 0 0 0 0,0 0 0 0 0,0 0 0 0 0,0 0 0 0 0,1 0 0 0 0,-1 0 0 0 0,0 0 0 0 0,0 0 0 0 0,0 0 0 0 0,0 0 0 0 0,0 0 0 0 0,0 0 0 0 0,0 0 0 0 0,0 0 0 0 0,1 0 0 0 0,-1 0 0 0 0,0 0 0 0 0,0 0 0 0 0,0 0 0 0 0,0-1 0 0 0,0 1 0 0 0,0 0 0 0 0,0 0 0 0 0,0 0 0 0 0,0 0 0 0 0,0 0 0 0 0,1 0 0 0 0,-1 0 0 0 0,0 0 0 0 0,0 0 0 0 0,0 0 0 0 0,0 0 0 0 0,0 0 0 0 0,0-1 0 0 0,0 1 0 0 0,0 0 0 0 0,0 0 0 0 0,0 0 0 0 0,0 0 0 0 0,0 0 0 0 0,0 0 0 0 0,0 0 0 0 0,0 0 0 0 0,0-1 0 0 0,0 1 0 0 0,0 0 0 0 0,0 0 0 0 0,1-4 0 0 0,2-24-85 0 0,-3 21 18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3:13.3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1 79 0 0,'2'1'0'0'0,"-1"-1"0"0"0,0 1 0 0 0,1 0 0 0 0,-1 0 0 0 0,0-1 0 0 0,1 1 0 0 0,-1-1 0 0 0,1 1 0 0 0,-1-1 0 0 0,1 0 0 0 0,-1 1 0 0 0,1-1 0 0 0,1 0 0 0 0,26 0 0 0 0,-17-1 0 0 0,20 1 8 0 0,-17-1 2 0 0,1 1-1 0 0,-1 0 0 0 0,1 1 1 0 0,-1 1-1 0 0,20 5 0 0 0,-34-7-8 0 0,1 0 0 0 0,-1 1 0 0 0,0 0 0 0 0,0-1 0 0 0,1 1-1 0 0,-1 0 1 0 0,0-1 0 0 0,0 1 0 0 0,0 0 0 0 0,1 0-1 0 0,-1 0 1 0 0,0 0 0 0 0,0 0 0 0 0,-1 0 0 0 0,1 0 0 0 0,0 1-1 0 0,0-1 1 0 0,0 0 0 0 0,-1 0 0 0 0,1 1 0 0 0,-1-1-1 0 0,1 0 1 0 0,-1 1 0 0 0,0-1 0 0 0,1 1 0 0 0,-1-1 0 0 0,0 1-1 0 0,0-1 1 0 0,0 0 0 0 0,0 1 0 0 0,0-1 0 0 0,0 1-1 0 0,0-1 1 0 0,0 1 0 0 0,-1-1 0 0 0,0 3 0 0 0,-2 5 5 0 0,0 0 1 0 0,-1 1 0 0 0,0-2 0 0 0,-6 12-1 0 0,8-17-6 0 0,-16 32 0 0 0,2-4 0 0 0,-21 31 0 0 0,30-53 0 0 0,0 0 0 0 0,0 0 0 0 0,-1-1 0 0 0,0 0 0 0 0,0 0 0 0 0,0-1 0 0 0,-15 9 0 0 0,13-9 0 0 0,-1-1 0 0 0,0-1 0 0 0,0 1 0 0 0,-15 4 0 0 0,21-9 0 0 0,0 0 0 0 0,0 0 0 0 0,0 0 0 0 0,0-1 0 0 0,0 0 0 0 0,0 0 0 0 0,0 0 0 0 0,0 0 0 0 0,0-1 0 0 0,1 1 0 0 0,-1-2 0 0 0,0 1 0 0 0,-7-3 0 0 0,-2-1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15.7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93 24 0 0,'2'-3'5'0'0,"0"1"1"0"0,0-1 0 0 0,0 1 0 0 0,0-1 0 0 0,0 1-1 0 0,1 0 1 0 0,-1 0 0 0 0,1 0 0 0 0,-1 0 0 0 0,6-3 0 0 0,31-13 90 0 0,-34 16-102 0 0,19-7 28 0 0,1 1 0 0 0,0 0-1 0 0,0 3 1 0 0,1 0 0 0 0,44-3 0 0 0,-28 7 16 0 0,0 1 0 0 0,77 12 0 0 0,-86-5-22 0 0,0 1 0 0 0,-1 1 0 0 0,35 16 0 0 0,-58-22-16 0 0,-1 1 0 0 0,0 1 0 0 0,0 0 0 0 0,0 0 0 0 0,-1 0 0 0 0,9 8 0 0 0,-15-13 0 0 0,-1 1 0 0 0,0-1 0 0 0,0 0 0 0 0,0 0 0 0 0,0 0 0 0 0,0 0 0 0 0,0 0 0 0 0,0 0 0 0 0,0 0 0 0 0,0 0 0 0 0,0 0 0 0 0,0 0 0 0 0,0 0 0 0 0,1 0 0 0 0,-1 0 0 0 0,0 0 0 0 0,0 0 0 0 0,0 0 0 0 0,0-1 0 0 0,0 1 0 0 0,0 0 0 0 0,0 0 0 0 0,0 0 0 0 0,0 0 0 0 0,0 0 0 0 0,0 0 0 0 0,0 0 0 0 0,0 0 0 0 0,0 0 0 0 0,1 0 0 0 0,-1 0 0 0 0,0 0 0 0 0,0 0 0 0 0,0 0 0 0 0,0 0 0 0 0,0 0 0 0 0,0 0 0 0 0,0-1 0 0 0,0 1 0 0 0,0 0 0 0 0,0 0 0 0 0,0 0 0 0 0,0 0 0 0 0,0 0 0 0 0,0 0 0 0 0,0 0 0 0 0,0 0 0 0 0,0 0 0 0 0,0 0 0 0 0,0 0 0 0 0,0 0 0 0 0,0-1 0 0 0,0 1 0 0 0,0 0 0 0 0,0 0 0 0 0,0 0 0 0 0,0 0 0 0 0,0 0 0 0 0,0 0 0 0 0,0 0 0 0 0,0 0 0 0 0,-1 0 0 0 0,1-2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16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 1 24 0 0,'-3'9'48'0'0,"1"1"0"0"0,0 0 0 0 0,0 13 0 0 0,0 0-11 0 0,-26 427 173 0 0,29-367-178 0 0,16 123 0 0 0,-17-203-33 0 0,0 0-1 0 0,1 0 0 0 0,0 1 0 0 0,0-1 0 0 0,0 0 0 0 0,0 0 0 0 0,0 0 0 0 0,3 4 0 0 0,-1-4-85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16.6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 24 0 0,'-1'4'8'0'0,"0"-1"0"0"0,0 1 1 0 0,0 0-1 0 0,0 0 1 0 0,1 0-1 0 0,0 0 0 0 0,0 6 1 0 0,0-9-6 0 0,0 0 0 0 0,1 1 1 0 0,-1-1-1 0 0,1 0 1 0 0,-1 0-1 0 0,1 1 0 0 0,0-1 1 0 0,0 0-1 0 0,-1 0 0 0 0,1 0 1 0 0,0 0-1 0 0,0 0 0 0 0,0 0 1 0 0,0 0-1 0 0,0 0 1 0 0,0 0-1 0 0,0 0 0 0 0,1 0 1 0 0,-1-1-1 0 0,0 1 0 0 0,0 0 1 0 0,1-1-1 0 0,-1 1 0 0 0,0-1 1 0 0,3 1-1 0 0,10 2 16 0 0,1 0 0 0 0,0-1-1 0 0,0-1 1 0 0,0 0 0 0 0,16-2-1 0 0,4 1-5 0 0,30 1 15 0 0,119 0 46 0 0,-128-3-57 0 0,72-12 0 0 0,-45-3-17 0 0,-49 9 0 0 0,0 1 0 0 0,69-3 0 0 0,-94 10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17.2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268 2292 24 0 0,'-13'-10'0'0'0,"-50"-43"0"0"0,57 47 0 0 0,0 0 0 0 0,0-1 0 0 0,1 1 0 0 0,0-1 0 0 0,0 0 0 0 0,1-1 0 0 0,-6-12 0 0 0,-24-73 35 0 0,4-1 1 0 0,-28-157 0 0 0,48 182-14 0 0,3 0 0 0 0,3-1-1 0 0,3 1 1 0 0,12-109-1 0 0,2 89 11 0 0,28-105 0 0 0,-31 162-32 0 0,1 1 0 0 0,2 1 0 0 0,0 0 0 0 0,2 1 0 0 0,1 0 0 0 0,2 1 0 0 0,26-32 0 0 0,7 0 0 0 0,109-99 0 0 0,-38 44 0 0 0,77-68 11 0 0,-176 164-4 0 0,1 1-1 0 0,1 1 1 0 0,1 1 0 0 0,0 1-1 0 0,1 1 1 0 0,0 1 0 0 0,48-14-1 0 0,1 8-6 0 0,1 4 0 0 0,0 3 0 0 0,1 4 0 0 0,92 2 0 0 0,-115 7 0 0 0,-1 2 0 0 0,1 3 0 0 0,76 19 0 0 0,-86-14 0 0 0,-2 3 0 0 0,0 1 0 0 0,-1 2 0 0 0,62 35 0 0 0,4 15 0 0 0,127 105 0 0 0,-191-136 8 0 0,-2 1 0 0 0,-1 3 0 0 0,45 55 0 0 0,-67-70-4 0 0,-1 1 0 0 0,-1 0 0 0 0,-1 1 0 0 0,-1 1 0 0 0,-2 0 0 0 0,0 1 0 0 0,12 46 0 0 0,-13-21 24 0 0,-2 1 0 0 0,5 106-1 0 0,-23 113 72 0 0,2-216-89 0 0,-3 0 1 0 0,-2-1 0 0 0,-3-1-1 0 0,-2 0 1 0 0,-2-1 0 0 0,-38 77-1 0 0,37-99 0 0 0,0 0-1 0 0,-3 0 0 0 0,0-2 0 0 0,-2-1 0 0 0,-1-1 0 0 0,-45 40 0 0 0,-272 275-9 0 0,226-223 0 0 0,90-97 0 0 0,-1-2 0 0 0,-54 35 0 0 0,-99 38-68 0 0,128-69 11 0 0,-53 28-58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1.0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30 55 0 0,'-7'-29'118'0'0,"8"34"-106"0"0,1 1 0 0 0,0 0 0 0 0,0-1 0 0 0,0 1-1 0 0,5 5 1 0 0,-3-2 3 0 0,10 19 27 0 0,2-1-1 0 0,1 0 0 0 0,1-2 0 0 0,1 1 0 0 0,30 28 1 0 0,-3-10 44 0 0,82 63 0 0 0,105 72-166 0 0,-223-172 80 0 0,1-1 0 0 0,1 0 0 0 0,-1-1 0 0 0,1 0 0 0 0,0 0 0 0 0,0-1 0 0 0,0-1 0 0 0,1 0 0 0 0,-1-1 0 0 0,25 2 0 0 0,6-4 0 0 0,80-7 0 0 0,-94 4 2 0 0,-1-1 0 0 0,37-10 0 0 0,-55 11-21 0 0,-1 0 0 0 0,0 0 1 0 0,0-1-1 0 0,0 0 0 0 0,-1-1 1 0 0,1 0-1 0 0,-1-1 0 0 0,0 1 1 0 0,-1-1-1 0 0,13-13 0 0 0,-12 11-45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1.7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0,'0'8'36'0'0,"1"0"0"0"0,0 1 0 0 0,4 10 0 0 0,1 9-37 0 0,7 52 52 0 0,34 309 45 0 0,-41-254-45 0 0,3 258-49 0 0,-10-369-2 0 0,2 0 0 0 0,0 0 0 0 0,1 1 0 0 0,1-1 0 0 0,2-1 0 0 0,8 31 0 0 0,-12-52 0 0 0,0 1 0 0 0,1-1 0 0 0,-1 1 0 0 0,1-1 0 0 0,-1 0 0 0 0,1 0 0 0 0,3 4 0 0 0,-5-4 0 0 0,-4 0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2.0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0,'30'382'293'0'0,"-26"-346"-291"0"0,2-1-1 0 0,1 1 1 0 0,2-2 0 0 0,2 1 0 0 0,14 33-1 0 0,-23-63-1 0 0,1 0 0 0 0,-1-1 0 0 0,1 0 0 0 0,0 1 0 0 0,0-1 0 0 0,0 0 0 0 0,1 0 0 0 0,-1-1 0 0 0,1 1 0 0 0,0-1 0 0 0,0 1 0 0 0,0-1 0 0 0,7 4 0 0 0,-6-5 0 0 0,-1-1 0 0 0,1 1 0 0 0,0-1 0 0 0,0 0 0 0 0,-1 0 0 0 0,1 0 0 0 0,0-1 0 0 0,0 1 0 0 0,0-1 0 0 0,0-1 0 0 0,0 1 0 0 0,0-1 0 0 0,-1 1 0 0 0,8-3 0 0 0,-1 0 0 0 0,0-1 0 0 0,0-1 0 0 0,0 0 0 0 0,-1 0 0 0 0,1-1 0 0 0,-1 0 0 0 0,-1 0 0 0 0,1-1 0 0 0,14-14 0 0 0,-14 10 0 0 0,1-1 0 0 0,-1 1 0 0 0,-1-2 0 0 0,0 1 0 0 0,0-1 0 0 0,-2-1 0 0 0,8-15 0 0 0,101-314 8 0 0,-110 321-5 0 0,22-67 50 0 0,-26 83-53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4.3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 24 0 0,'0'0'1'0'0,"1"0"1"0"0,-1 0-1 0 0,0-1 1 0 0,0 1 0 0 0,0 0-1 0 0,1 0 1 0 0,-1 0 0 0 0,0 0-1 0 0,0 0 1 0 0,0 0 0 0 0,1 0-1 0 0,-1 0 1 0 0,0 0 0 0 0,0 0-1 0 0,0 0 1 0 0,1 0 0 0 0,-1 0-1 0 0,0 0 1 0 0,0 0 0 0 0,0 0-1 0 0,1 0 1 0 0,-1 0 0 0 0,0 0-1 0 0,0 0 1 0 0,0 0 0 0 0,1 1-1 0 0,-1-1 1 0 0,0 0 0 0 0,0 0-1 0 0,0 0 1 0 0,0 0 0 0 0,1 0-1 0 0,-1 1 1 0 0,0-1 0 0 0,0 0-1 0 0,0 0 1 0 0,0 0 0 0 0,0 0-1 0 0,0 1 1 0 0,1-1 0 0 0,-1 0-1 0 0,0 0 1 0 0,0 0-1 0 0,0 1 1 0 0,0-1 0 0 0,0 0-1 0 0,0 1 1 0 0,1 9 34 0 0,-1-8-21 0 0,7 175 86 0 0,-15 185 1 0 0,5 25-38 0 0,4-369-58 0 0,-1 1-5 0 0,0 1-1 0 0,2-1 1 0 0,0 0 0 0 0,2 0 0 0 0,7 25-1 0 0,-11-43 0 0 0,0-1 0 0 0,0 1 0 0 0,0-1 0 0 0,0 1 0 0 0,0-1 0 0 0,0 0 0 0 0,0 1 0 0 0,1-1 0 0 0,-1 1 0 0 0,0-1 0 0 0,0 0 0 0 0,1 1 0 0 0,-1-1 0 0 0,0 0 0 0 0,0 1 0 0 0,1-1 0 0 0,-1 0 0 0 0,0 1 0 0 0,1-1 0 0 0,-1 0 0 0 0,1 0 0 0 0,-1 1 0 0 0,0-1 0 0 0,1 0 0 0 0,-1 0 0 0 0,1 0 0 0 0,-1 0 0 0 0,1 0 0 0 0,0 0 0 0 0,-1 0 0 0 0,1 0 0 0 0,-1-1 0 0 0,1 1 0 0 0,-1 0 0 0 0,0-1 0 0 0,1 1 0 0 0,-1 0 0 0 0,1-1 0 0 0,-1 1 0 0 0,0-1 0 0 0,1 1 0 0 0,-1-1 0 0 0,0 1 0 0 0,1-1 0 0 0,-1 0 0 0 0,10-24 0 0 0,-9 24 0 0 0,4-32-10 0 0,-3 11-44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7.8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0 172 55 0 0,'2'1'5'0'0,"0"-1"0"0"0,0 0 0 0 0,-1 0 0 0 0,1 0 0 0 0,0 0 0 0 0,0 0 0 0 0,0 0 0 0 0,0-1 0 0 0,-1 1 0 0 0,1 0 0 0 0,0-1 0 0 0,-1 1 0 0 0,1-1 0 0 0,2-1 0 0 0,10-2 38 0 0,-9 3-34 0 0,-1 1 0 0 0,1 0 1 0 0,0 1-1 0 0,-1-1 0 0 0,1 1 0 0 0,-1 0 0 0 0,1 0 1 0 0,4 2-1 0 0,38 17 105 0 0,-21-8-85 0 0,36 15-13 0 0,-36-14 0 0 0,0-2 0 0 0,55 16 0 0 0,-52-22 12 0 0,-1 0-1 0 0,57 0 0 0 0,1-8 9 0 0,-29-2-15 0 0,-44 3-13 0 0,6 1 14 0 0,-1-1 0 0 0,0-1 0 0 0,0 0 0 0 0,35-13-1 0 0,-50 15-21 0 0,0 0 0 0 0,0 0 0 0 0,0 0 0 0 0,1 1 0 0 0,-1-1 0 0 0,0 1 0 0 0,1-1 0 0 0,-1 1 0 0 0,1 0 0 0 0,-1 0 0 0 0,0 1 0 0 0,1-1 0 0 0,3 2 0 0 0,2 1 0 0 0,1 0 0 0 0,18 9 0 0 0,-11-3 0 0 0,0-3 8 0 0,-1-1 0 0 0,1-1-1 0 0,0 0 1 0 0,24 2 0 0 0,-18-3 5 0 0,38 11-1 0 0,-19-3-12 0 0,-1-2 0 0 0,46 3 0 0 0,-66-10 0 0 0,1-1 0 0 0,-1 0 0 0 0,0-2 0 0 0,1-1 0 0 0,-1-1 0 0 0,41-10 0 0 0,-37 6 0 0 0,0 0 0 0 0,0 1 0 0 0,40-4 0 0 0,-54 9 0 0 0,-9 0 0 0 0,0 1 0 0 0,0-1 0 0 0,0 1 0 0 0,0 0 0 0 0,-1 0 0 0 0,1 0 0 0 0,0 0 0 0 0,0 0 0 0 0,0 1 0 0 0,0-1 0 0 0,0 1 0 0 0,3 0 0 0 0,-5-1 1 0 0,0 0 0 0 0,0 0-1 0 0,0 0 1 0 0,1 0-1 0 0,-1 1 1 0 0,0-1-1 0 0,0 0 1 0 0,0 0 0 0 0,0 0-1 0 0,1 0 1 0 0,-1 0-1 0 0,0 0 1 0 0,0 1-1 0 0,0-1 1 0 0,0 0 0 0 0,0 0-1 0 0,0 0 1 0 0,1 0-1 0 0,-1 1 1 0 0,0-1-1 0 0,0 0 1 0 0,0 0 0 0 0,0 0-1 0 0,0 0 1 0 0,0 1-1 0 0,0-1 1 0 0,0 0-1 0 0,0 0 1 0 0,0 0 0 0 0,0 1-1 0 0,0-1 1 0 0,0 0-1 0 0,0 0 1 0 0,0 0-1 0 0,0 1 1 0 0,0-1 0 0 0,0 0-1 0 0,0 0 1 0 0,0 0-1 0 0,0 0 1 0 0,-1 1-1 0 0,1-1 1 0 0,0 0 0 0 0,0 0-1 0 0,0 0 1 0 0,0 0-1 0 0,0 1 1 0 0,0-1-1 0 0,-1 0 1 0 0,1 0 0 0 0,0 0-1 0 0,0 0 1 0 0,0 0-1 0 0,0 0 1 0 0,-1 1-1 0 0,-9 3 32 0 0,10-6-26 0 0,-1-1-1 0 0,1 1 1 0 0,0 0-1 0 0,0-1 1 0 0,0 1-1 0 0,0-1 1 0 0,1 1-1 0 0,-1 0 0 0 0,2-4 1 0 0,-1-2 3 0 0,5-38-9 0 0,2 1 0 0 0,2 0 0 0 0,18-49 0 0 0,-23 76 0 0 0,-4 14 0 0 0,0-1 0 0 0,1 1 0 0 0,-1 0 0 0 0,1 0 0 0 0,-1-1 0 0 0,1 1 0 0 0,1 0 0 0 0,3-5 0 0 0,-2 36 0 0 0,-14 71-13 0 0,-1 19-19 0 0,10-93 26 0 0,1 0 0 0 0,6 44-1 0 0,-5-63 7 0 0,0 0 0 0 0,0 0 0 0 0,1 0 0 0 0,-1 0 0 0 0,1-1 0 0 0,3 7 0 0 0,-4-10 0 0 0,-1 0 0 0 0,1-1 0 0 0,-1 1 0 0 0,1 0 0 0 0,-1-1 0 0 0,1 1 0 0 0,-1 0 0 0 0,1-1 0 0 0,0 1 0 0 0,-1-1 0 0 0,1 1 0 0 0,0-1 0 0 0,-1 1 0 0 0,1-1 0 0 0,0 1 0 0 0,0-1 0 0 0,0 0 0 0 0,-1 1 0 0 0,1-1 0 0 0,0 0 0 0 0,0 0 0 0 0,0 0 0 0 0,0 1 0 0 0,-1-1 0 0 0,1 0 0 0 0,0 0 0 0 0,0 0 0 0 0,0 0 0 0 0,0-1 0 0 0,0 1 0 0 0,-1 0 0 0 0,1 0 0 0 0,0 0 0 0 0,0-1 0 0 0,0 1 0 0 0,-1-1 0 0 0,1 1 0 0 0,0 0 0 0 0,0-1 0 0 0,-1 1 0 0 0,1-1 0 0 0,0 1 0 0 0,0-2 0 0 0,10-7 0 0 0,-2-1 0 0 0,1-1 0 0 0,-1 1 0 0 0,-1-1 0 0 0,12-20 0 0 0,10-12 0 0 0,53-70 0 0 0,-76 104 0 0 0,-1 0 0 0 0,1 1 0 0 0,10-9 0 0 0,-15 15 0 0 0,1-1 0 0 0,-1 1 0 0 0,1 0 0 0 0,0 0 0 0 0,0 0 0 0 0,0 1 0 0 0,0-1 0 0 0,0 1 0 0 0,0-1 0 0 0,0 1 0 0 0,0 0 0 0 0,0 0 0 0 0,1 1 0 0 0,3-2 0 0 0,-6 3 0 0 0,0-1 0 0 0,-1 0 0 0 0,1 0 0 0 0,0 1 0 0 0,-1-1 0 0 0,1 0 0 0 0,0 1 0 0 0,-1-1 0 0 0,1 0 0 0 0,0 1 0 0 0,-1-1 0 0 0,1 1 0 0 0,-1-1 0 0 0,1 1 0 0 0,-1-1 0 0 0,1 1 0 0 0,-1 0 0 0 0,0-1 0 0 0,1 1 0 0 0,-1 0 0 0 0,1-1 0 0 0,-1 1 0 0 0,0 0 0 0 0,0-1 0 0 0,1 1 0 0 0,-1 0 0 0 0,0 0 0 0 0,0-1 0 0 0,0 2 0 0 0,2 23 0 0 0,-4 47-40 0 0,2 53 16 0 0,1-120 24 0 0,0 0 0 0 0,0 0 0 0 0,0 1 0 0 0,1-1 0 0 0,-1 0 0 0 0,1-1 0 0 0,1 1 0 0 0,-1 0 0 0 0,4 5 0 0 0,-5-9 0 0 0,-1 0 0 0 0,1 0 0 0 0,0 0 0 0 0,-1 0 0 0 0,1 0 0 0 0,0-1 0 0 0,0 1 0 0 0,0 0 0 0 0,0 0 0 0 0,-1 0 0 0 0,1-1 0 0 0,0 1 0 0 0,0-1 0 0 0,1 1 0 0 0,-1-1 0 0 0,0 1 0 0 0,0-1 0 0 0,0 1 0 0 0,0-1 0 0 0,0 0 0 0 0,0 0 0 0 0,1 1 0 0 0,-1-1 0 0 0,0 0 0 0 0,0 0 0 0 0,0 0 0 0 0,0-1 0 0 0,1 1 0 0 0,-1 0 0 0 0,0 0 0 0 0,0 0 0 0 0,0-1 0 0 0,0 1 0 0 0,0-1 0 0 0,1 1 0 0 0,-1-1 0 0 0,0 1 0 0 0,0-1 0 0 0,0 0 0 0 0,-1 1 0 0 0,1-1 0 0 0,0 0 0 0 0,0 0 0 0 0,0 0 0 0 0,0-1 0 0 0,4-3 0 0 0,0-1 0 0 0,0 0 0 0 0,-1-1 0 0 0,6-10 0 0 0,-7 10 0 0 0,1 1 0 0 0,0-1 0 0 0,0 1 0 0 0,9-9 0 0 0,-4 6 0 0 0,-1-1 0 0 0,0 0 0 0 0,0 0 0 0 0,-1-1 0 0 0,0 0 0 0 0,-1 0 0 0 0,7-17 0 0 0,-13 27 0 0 0,1 0 0 0 0,-1 0 0 0 0,0 0 0 0 0,0 0 0 0 0,1 0 0 0 0,-1 0 0 0 0,0 0 0 0 0,0-1 0 0 0,0 1 0 0 0,0 0 0 0 0,0 0 0 0 0,-1 0 0 0 0,1 0 0 0 0,0-2 0 0 0,-6 11 0 0 0,6-8 0 0 0,0 0 0 0 0,-1 0 0 0 0,1 1 0 0 0,0-1 0 0 0,0 0 0 0 0,0 0 0 0 0,0 0 0 0 0,0 0 0 0 0,0 0 0 0 0,0 0 0 0 0,0 1 0 0 0,-1-1 0 0 0,1 0 0 0 0,0 0 0 0 0,0 0 0 0 0,0 0 0 0 0,0 0 0 0 0,0 1 0 0 0,0-1 0 0 0,0 0 0 0 0,0 0 0 0 0,0 0 0 0 0,0 0 0 0 0,0 1 0 0 0,0-1 0 0 0,0 0 0 0 0,0 0 0 0 0,0 0 0 0 0,0 0 0 0 0,0 1 0 0 0,0-1 0 0 0,0 0 0 0 0,1 0 0 0 0,-1 0 0 0 0,0 0 0 0 0,0 0 0 0 0,0 1 0 0 0,0-1 0 0 0,0 0 0 0 0,0 0 0 0 0,0 0 0 0 0,0 0 0 0 0,1 0 0 0 0,-1 0 0 0 0,0 1 0 0 0,0-1 0 0 0,0 0 0 0 0,0 0 0 0 0,1 0 0 0 0,-1 0 0 0 0,-1 0 0 0 0,1 0 0 0 0,0 0 0 0 0,0 0 0 0 0,0-1 0 0 0,0 1 0 0 0,0 0 0 0 0,0 0 0 0 0,0 0 0 0 0,0 0 0 0 0,0 0 0 0 0,0 0 0 0 0,0 0 0 0 0,0 0 0 0 0,0-1 0 0 0,0 1 0 0 0,0 0 0 0 0,0 0 0 0 0,0 0 0 0 0,0 0 0 0 0,0 0 0 0 0,0 0 0 0 0,0 0 0 0 0,0-1 0 0 0,0 1 0 0 0,0 0 0 0 0,0 0 0 0 0,0 0 0 0 0,0 0 0 0 0,0 0 0 0 0,0 0 0 0 0,0 0 0 0 0,0-1 0 0 0,0 1 0 0 0,0 0 0 0 0,0 0 0 0 0,0 0 0 0 0,0 0 0 0 0,0 0 0 0 0,0 0 0 0 0,0 0 0 0 0,1 0 0 0 0,-1 0 0 0 0,0 0 0 0 0,0 0 0 0 0,0-1 0 0 0,0 1 0 0 0,0 0 0 0 0,0 0 0 0 0,0 0 0 0 0,0 0 0 0 0,1 0 0 0 0,-1 0 0 0 0,0 0 0 0 0,0 0 0 0 0,0 0 0 0 0,0 0 0 0 0,0 0 0 0 0,0 0 0 0 0,1 0 0 0 0,-3-6 0 0 0,-3 5 0 0 0,51-3 0 0 0,154-3 0 0 0,116-11-10 0 0,-155 6-44 0 0,-88 6 54 0 0,135-7 0 0 0,48 19 0 0 0,-106 5 0 0 0,-58-2 0 0 0,33 8 0 0 0,11 1 0 0 0,-109-16 12 0 0,-17-1-1 0 0,1 0-1 0 0,-1-1 1 0 0,0 0-1 0 0,20-3 0 0 0,-30 3-10 0 0,0 0 0 0 0,0 0 0 0 0,1 0 0 0 0,-1-1 0 0 0,0 1 0 0 0,0 0 0 0 0,1 0 0 0 0,-1 0 0 0 0,0 0 0 0 0,0 0 0 0 0,1 0 0 0 0,-1 0 0 0 0,0 0 0 0 0,1 0 0 0 0,-1 0 0 0 0,0 0 0 0 0,0 0 0 0 0,1 0 0 0 0,-1 0 0 0 0,0 0 0 0 0,0 0 0 0 0,1 1 0 0 0,-1-1 0 0 0,0 0 0 0 0,0 0 0 0 0,0 0 0 0 0,1 0 0 0 0,-1 0 0 0 0,0 1 0 0 0,0-1 0 0 0,0 0 0 0 0,1 0 0 0 0,-1 1 0 0 0,-2 4-10 0 0,0 0-1 0 0,0 0 0 0 0,0 1 1 0 0,-1 5-1 0 0,6-2 0 0 0,1 1 14 0 0,-3-10-5 0 0,-1 0 0 0 0,0 0 1 0 0,0 0-1 0 0,0 1 1 0 0,0-1-1 0 0,0 0 0 0 0,0 0 1 0 0,0 0-1 0 0,0 0 1 0 0,0 1-1 0 0,0-1 0 0 0,0 0 1 0 0,0 0-1 0 0,-1 0 1 0 0,1 0-1 0 0,0 0 0 0 0,0 1 1 0 0,0-1-1 0 0,0 0 1 0 0,0 0-1 0 0,0 0 0 0 0,0 0 1 0 0,0 0-1 0 0,0 0 1 0 0,0 1-1 0 0,-1-1 0 0 0,1 0 1 0 0,0 0-1 0 0,0 0 1 0 0,0 0-1 0 0,0 0 0 0 0,0 0 1 0 0,0 0-1 0 0,-1 0 1 0 0,1 0-1 0 0,0 0 0 0 0,0 0 1 0 0,0 0-1 0 0,0 0 1 0 0,-1 0-1 0 0,1 1 0 0 0,0-1 1 0 0,0 0-1 0 0,0 0 1 0 0,0-1-1 0 0,0 1 0 0 0,-1 0 1 0 0,-2 5-111 0 0,2-4 103 0 0,1 0-1 0 0,-1 0 1 0 0,1 0 0 0 0,0-1-1 0 0,-1 1 1 0 0,1 0-1 0 0,-1 0 1 0 0,0-1-1 0 0,1 1 1 0 0,-1 0-1 0 0,1-1 1 0 0,-2 2-1 0 0,0-1 5 0 0,0 0 1 0 0,0 0-1 0 0,0 1 0 0 0,0-1 1 0 0,1 1-1 0 0,-1-1 0 0 0,1 1 1 0 0,-1 0-1 0 0,1 0 0 0 0,-1-1 1 0 0,1 1-1 0 0,0 0 0 0 0,0 0 1 0 0,0 0-1 0 0,-1 5 0 0 0,-9 32 5 0 0,2 0 0 0 0,-6 70 0 0 0,-3 12 0 0 0,-27 232 0 0 0,43-332 2 0 0,-6 166 60 0 0,12-139-62 0 0,-4-48 1 0 0,0 1 0 0 0,0-1-1 0 0,0 1 1 0 0,0 0-1 0 0,0-1 1 0 0,0 1-1 0 0,-1 0 1 0 0,1-1-1 0 0,0 1 1 0 0,0-1 0 0 0,-1 1-1 0 0,1-1 1 0 0,0 1-1 0 0,-1-1 1 0 0,1 1-1 0 0,0-1 1 0 0,-1 1-1 0 0,1-1 1 0 0,-1 1-1 0 0,1-1 1 0 0,-2 1 0 0 0,-16 5 27 0 0,8-5-6 0 0,0 0 0 0 0,-13-1 0 0 0,15 0-11 0 0,-24 0-4 0 0,0 1 1 0 0,1 2-1 0 0,0 2 1 0 0,-1 0-1 0 0,2 2 1 0 0,-1 2-1 0 0,1 1 1 0 0,0 1-1 0 0,-55 29 0 0 0,72-33-7 0 0,-3 2 0 0 0,0 0 0 0 0,1 2 0 0 0,-18 13 0 0 0,25-17 0 0 0,7-6 0 0 0,0-1 0 0 0,0 1 0 0 0,0 0 0 0 0,1-1 0 0 0,-1 1 0 0 0,0 0 0 0 0,0 0 0 0 0,1 0 0 0 0,-1 0 0 0 0,0-1 0 0 0,0 3 0 0 0,1-2 0 0 0,0 0 0 0 0,0 0 0 0 0,0-1 0 0 0,0 1 0 0 0,0 0 0 0 0,1 0 0 0 0,-1 0 0 0 0,0-1 0 0 0,0 1 0 0 0,1 0 0 0 0,-1 0 0 0 0,1-1 0 0 0,-1 1 0 0 0,1 0 0 0 0,-1-1 0 0 0,1 1 0 0 0,-1-1 0 0 0,1 1 0 0 0,-1 0 0 0 0,1-1 0 0 0,0 1 0 0 0,4 3 1 0 0,0 0-1 0 0,0 0 0 0 0,0 0 0 0 0,0-1 0 0 0,0 0 0 0 0,1 0 0 0 0,-1-1 0 0 0,1 1 0 0 0,0-1 0 0 0,0 0 0 0 0,0-1 0 0 0,0 1 0 0 0,0-1 0 0 0,1 0 0 0 0,-1-1 0 0 0,0 0 0 0 0,0 0 0 0 0,13-1 0 0 0,6-3 18 0 0,-1-1 1 0 0,1-1-1 0 0,33-14 1 0 0,-12 5 45 0 0,-40 13-53 0 0,72-18 36 0 0,-68 18-48 0 0,-1 0 0 0 0,1 1 1 0 0,0 1-1 0 0,0-1 1 0 0,0 2-1 0 0,9 1 0 0 0,-18-2 2 0 0,0 0-1 0 0,0 0 0 0 0,-1 0 0 0 0,1 0 1 0 0,0 0-1 0 0,0 0 0 0 0,-1 0 0 0 0,1 1 1 0 0,0-1-1 0 0,0 0 0 0 0,-1 1 0 0 0,1-1 1 0 0,0 1-1 0 0,-1-1 0 0 0,1 0 0 0 0,-1 1 1 0 0,1-1-1 0 0,-1 1 0 0 0,1 0 0 0 0,0 0 1 0 0,-1-1 1 0 0,0 1 0 0 0,0-1 0 0 0,0 1 0 0 0,0-1 1 0 0,0 1-1 0 0,0-1 0 0 0,0 1 0 0 0,0-1 0 0 0,0 1 1 0 0,0-1-1 0 0,0 1 0 0 0,-1-1 0 0 0,1 1 0 0 0,0-1 1 0 0,0 0-1 0 0,-1 1 0 0 0,1-1 0 0 0,0 1 0 0 0,0-1 1 0 0,-1 0-1 0 0,1 1 0 0 0,-1 0 0 0 0,-3 3 19 0 0,-1 0 1 0 0,0-1-1 0 0,-9 6 0 0 0,13-8-22 0 0,-21 11 30 0 0,-1-1-1 0 0,-34 11 1 0 0,29-12-2 0 0,-36 20 0 0 0,42-19-27 0 0,3-1 0 0 0,-22 15 0 0 0,37-22 0 0 0,0 0 0 0 0,0 1 0 0 0,0-1 0 0 0,0 1 0 0 0,0 0 0 0 0,1 0 0 0 0,0 0 0 0 0,0 0 0 0 0,0 0 0 0 0,-3 7 0 0 0,5-10 0 0 0,0 0 0 0 0,1 1 0 0 0,-1-1 0 0 0,1 0 0 0 0,0 0 0 0 0,-1 0 0 0 0,1 0 0 0 0,0 1 0 0 0,0-1 0 0 0,0 0 0 0 0,0 0 0 0 0,0 0 0 0 0,0 1 0 0 0,0-1 0 0 0,0 0 0 0 0,0 0 0 0 0,0 0 0 0 0,1 1 0 0 0,-1-1 0 0 0,0 0 0 0 0,1 0 0 0 0,-1 0 0 0 0,1 0 0 0 0,-1 0 0 0 0,1 0 0 0 0,0 0 0 0 0,0 0 0 0 0,-1 0 0 0 0,1 0 0 0 0,0 0 0 0 0,0 0 0 0 0,0 0 0 0 0,0-1 0 0 0,1 2 0 0 0,18 6 0 0 0,1 0 0 0 0,0-2 0 0 0,0 0 0 0 0,29 3 0 0 0,-15-3 0 0 0,8 1-22 0 0,20 4-50 0 0,-56-9 66 0 0,0 0 0 0 0,-1 0 0 0 0,1 1 0 0 0,-1-1 0 0 0,0 2 0 0 0,12 6 0 0 0,-18-9 6 0 0,0-1 0 0 0,0 0 0 0 0,0 0 0 0 0,1 1 0 0 0,-1-1 0 0 0,0 0 0 0 0,0 1 0 0 0,0-1 0 0 0,0 0 0 0 0,0 1 0 0 0,0-1 0 0 0,0 0 0 0 0,1 1 0 0 0,-1-1 0 0 0,0 0 0 0 0,0 1 0 0 0,0-1 0 0 0,-1 0 0 0 0,1 1 0 0 0,0-1 0 0 0,0 0 0 0 0,0 1 0 0 0,0-1 0 0 0,0 0 0 0 0,0 1 0 0 0,0-1 0 0 0,0 0 0 0 0,-1 0 0 0 0,1 1 0 0 0,0-1 0 0 0,0 0 0 0 0,0 1 0 0 0,-1-1 0 0 0,1 0 0 0 0,0 0 0 0 0,0 0 0 0 0,-1 1 0 0 0,1-1 0 0 0,0 0 0 0 0,-1 0 0 0 0,1 1 0 0 0,-18 12 0 0 0,12-9 0 0 0,-8 5 0 0 0,0-1 0 0 0,-1 0 0 0 0,0-1 0 0 0,-1 0 0 0 0,0-1 0 0 0,0-1 0 0 0,0-1 0 0 0,-22 3 0 0 0,20-5 0 0 0,12-2 0 0 0,1 0 0 0 0,-1 1 0 0 0,-10 1 0 0 0,15-1 0 0 0,0-1 0 0 0,-1 0 0 0 0,1 1 0 0 0,0-1 0 0 0,0 1 0 0 0,0-1 0 0 0,0 1 0 0 0,0 0 0 0 0,0-1 0 0 0,1 1 0 0 0,-1 0 0 0 0,0-1 0 0 0,0 1 0 0 0,0 0 0 0 0,1 0 0 0 0,-1 0 0 0 0,0 0 0 0 0,1 0 0 0 0,-1 0 0 0 0,1 0 0 0 0,-1 0 0 0 0,1 0 0 0 0,-1 0 0 0 0,1 2 0 0 0,0-1 0 0 0,0 0 0 0 0,0 0 0 0 0,0 0 0 0 0,0-1 0 0 0,1 1 0 0 0,-1 0 0 0 0,1 0 0 0 0,-1 0 0 0 0,1 0 0 0 0,0 0 0 0 0,0-1 0 0 0,0 1 0 0 0,0 0 0 0 0,0-1 0 0 0,0 1 0 0 0,0 0 0 0 0,1-1 0 0 0,-1 0 0 0 0,0 1 0 0 0,3 1 0 0 0,-2-1 0 0 0,0 0 0 0 0,0 0 0 0 0,0 0 0 0 0,0 0 0 0 0,-1 0 0 0 0,1 1 0 0 0,-1-1 0 0 0,1 1 0 0 0,-1-1 0 0 0,0 1 0 0 0,1 3 0 0 0,1 22 0 0 0,-1 0 0 0 0,-2 0 0 0 0,-4 45 0 0 0,1-39 0 0 0,3 63 0 0 0,5-36 0 0 0,7 73 0 0 0,-3 18 0 0 0,-5-31 0 0 0,4-39 0 0 0,9 167 0 0 0,-19-214 0 0 0,-11 61 0 0 0,0 5 0 0 0,3-28 0 0 0,1-9 0 0 0,5 1-117 0 0,4-63 104 0 0,0-1-1 0 0,0 0 1 0 0,0 0-1 0 0,0 1 1 0 0,-1-1-1 0 0,1 0 1 0 0,-1 0-1 0 0,1 1 1 0 0,-1-1-1 0 0,1 0 1 0 0,-1 0-1 0 0,0 0 1 0 0,1 0-1 0 0,-1 0 1 0 0,0 0-1 0 0,0 0 1 0 0,0 0-1 0 0,0 0 1 0 0,1 0-1 0 0,-2 0 1 0 0,1-1-1 0 0,0 1 1 0 0,-1 0-1 0 0,-3 0-73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9.2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 1 55 0 0,'-6'10'0'0'0,"2"0"0"0"0,0 0 0 0 0,0 0 0 0 0,1 1 0 0 0,-3 13 0 0 0,2 8 8 0 0,0 1 0 0 0,3 0 0 0 0,2 44 0 0 0,20 98 24 0 0,-17-139-32 0 0,-1 51 0 0 0,-5-67 0 0 0,1-20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29.7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30 79 0 0,'52'-20'54'0'0,"-44"18"-48"0"0,-1 0 0 0 0,1 0 0 0 0,0 1 0 0 0,-1 0 1 0 0,1 0-1 0 0,0 1 0 0 0,12 1 0 0 0,-17-1-1 0 0,1 1 0 0 0,0 0-1 0 0,-1 0 1 0 0,1 0 0 0 0,-1 1-1 0 0,1-1 1 0 0,-1 1 0 0 0,0 0-1 0 0,0 0 1 0 0,0 0 0 0 0,0 0 0 0 0,0 0-1 0 0,0 1 1 0 0,-1-1 0 0 0,1 1-1 0 0,-1 0 1 0 0,1 0 0 0 0,1 4-1 0 0,2 1 4 0 0,-1 1 0 0 0,-1 0 0 0 0,0 0 0 0 0,0 0 0 0 0,-1 1 0 0 0,0-1 0 0 0,3 20 0 0 0,-5-22-3 0 0,0-1 0 0 0,-1 0-1 0 0,1 1 1 0 0,-2-1-1 0 0,1 1 1 0 0,-1-1-1 0 0,0 0 1 0 0,0 1 0 0 0,0-1-1 0 0,-1 0 1 0 0,0 0-1 0 0,-1 0 1 0 0,-4 9-1 0 0,7-14-3 0 0,-1 1 0 0 0,0-1 0 0 0,0 0 0 0 0,0 1 0 0 0,0-1 0 0 0,0 0-1 0 0,0 0 1 0 0,-1 1 0 0 0,1-1 0 0 0,0 0 0 0 0,0-1 0 0 0,-1 1 0 0 0,1 0-1 0 0,-1 0 1 0 0,1 0 0 0 0,-1-1 0 0 0,1 1 0 0 0,-1-1 0 0 0,1 1 0 0 0,-1-1-1 0 0,0 0 1 0 0,1 1 0 0 0,-1-1 0 0 0,1 0 0 0 0,-1 0 0 0 0,0 0 0 0 0,1 0-1 0 0,-1-1 1 0 0,0 1 0 0 0,1 0 0 0 0,-3-1 0 0 0,-3-2 5 0 0,0 0 0 0 0,0 0-1 0 0,0-1 1 0 0,0 0 0 0 0,-7-6 0 0 0,5 4-5 0 0,12 10-1 0 0,1 0 0 0 0,-1 0 0 0 0,0 1 0 0 0,0-1 0 0 0,5 10 0 0 0,13 33 0 0 0,18 63 0 0 0,-39-108 0 0 0,0-1 0 0 0,1 0 0 0 0,-1 0 0 0 0,0 0 0 0 0,1 0 0 0 0,-1 0 0 0 0,1 0 0 0 0,0 0 0 0 0,-1 0 0 0 0,1 0 0 0 0,0 0 0 0 0,-1 0 0 0 0,1 0 0 0 0,0-1 0 0 0,0 1 0 0 0,0 0 0 0 0,0 0 0 0 0,0-1 0 0 0,0 1 0 0 0,0-1 0 0 0,0 1 0 0 0,0-1 0 0 0,0 1 0 0 0,0-1 0 0 0,0 1 0 0 0,0-1 0 0 0,0 0 0 0 0,1 0 0 0 0,-1 0 0 0 0,0 0 0 0 0,0 0 0 0 0,0 0 0 0 0,0 0 0 0 0,1 0 0 0 0,-1 0 0 0 0,0 0 0 0 0,0-1 0 0 0,0 1 0 0 0,0 0 0 0 0,0-1 0 0 0,0 1 0 0 0,0-1 0 0 0,0 1 0 0 0,0-1 0 0 0,0 0 0 0 0,0 1 0 0 0,0-1 0 0 0,2-1 0 0 0,5-4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0.2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195 27 24 0 0,'-1'-1'7'0'0,"1"0"1"0"0,0 1-1 0 0,-1-1 1 0 0,1 0-1 0 0,0 1 1 0 0,-1-1 0 0 0,1 1-1 0 0,-1-1 1 0 0,1 0-1 0 0,-1 1 1 0 0,0-1 0 0 0,1 1-1 0 0,-1-1 1 0 0,1 1-1 0 0,-1 0 1 0 0,0-1 0 0 0,1 1-1 0 0,-1-1 1 0 0,-1 1-1 0 0,-19-8 81 0 0,16 6-77 0 0,1 0 2 0 0,1 1 0 0 0,0 0-1 0 0,-1 1 1 0 0,1-1 0 0 0,-1 0 0 0 0,1 1 0 0 0,-7 0-1 0 0,5 0-4 0 0,0 1 0 0 0,0 0 0 0 0,0 0 0 0 0,0 0 0 0 0,1 1 0 0 0,-1 0 0 0 0,0-1 0 0 0,-6 5 0 0 0,5-3-6 0 0,0 1 0 0 0,0 0 0 0 0,1 1 0 0 0,-1-1 0 0 0,-7 9 0 0 0,9-8-3 0 0,0 0 0 0 0,0 0 0 0 0,-4 8-1 0 0,7-11 2 0 0,-1 1 0 0 0,1 0 0 0 0,0 0 0 0 0,0 0 0 0 0,0 0 0 0 0,0 0 0 0 0,0 0 0 0 0,1 0 0 0 0,-1 0 0 0 0,1 0 0 0 0,0 0 0 0 0,0 0 0 0 0,0 0 0 0 0,0 1 0 0 0,0-1 0 0 0,1 0 0 0 0,0 3 0 0 0,1-2 0 0 0,0 0 0 0 0,0 0 0 0 0,0-1 0 0 0,0 1 0 0 0,0-1 0 0 0,1 0 0 0 0,0 1 0 0 0,-1-1 0 0 0,1 0 0 0 0,0 0 0 0 0,1-1 0 0 0,4 4 0 0 0,7 5 0 0 0,-1 0 0 0 0,0 0 0 0 0,-1 1 0 0 0,0 1 0 0 0,19 24 0 0 0,-32-36 0 0 0,9 10 0 0 0,-1 2 0 0 0,10 20 0 0 0,-17-30 0 0 0,1 0 0 0 0,-1 0 0 0 0,0 1 0 0 0,0-1 0 0 0,0 0 0 0 0,0 1 0 0 0,-1-1 0 0 0,1 1 0 0 0,-1-1 0 0 0,0 0 0 0 0,0 1 0 0 0,0-1 0 0 0,-1 1 0 0 0,1-1 0 0 0,-1 1 0 0 0,-2 5 0 0 0,2-6 4 0 0,-1-1-1 0 0,0 1 1 0 0,0-1-1 0 0,0 1 0 0 0,0-1 1 0 0,0 0-1 0 0,0 0 0 0 0,-1 0 1 0 0,1 0-1 0 0,-1 0 1 0 0,0-1-1 0 0,1 1 0 0 0,-1-1 1 0 0,0 0-1 0 0,0 1 0 0 0,0-1 1 0 0,0-1-1 0 0,0 1 1 0 0,0 0-1 0 0,-4 0 0 0 0,-2 0-6 0 0,1 0 0 0 0,-1-1 0 0 0,1 0-1 0 0,-1 0 1 0 0,1-1 0 0 0,-12-2-1 0 0,12 2-44 0 0,-1-2-1 0 0,-14-5 0 0 0,10 1 35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29.7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 24 0 0,'15'-3'0'0'0,"1"0"0"0"0,0 0 0 0 0,0 2 0 0 0,0 0 0 0 0,0 0 1 0 0,17 3-1 0 0,6-1 12 0 0,324 2 150 0 0,-211-2-162 0 0,153-7 0 0 0,-285 4 0 0 0,-2-3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0.0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 23 24 0 0,'-4'-5'1'0'0,"1"2"1"0"0,0 1 0 0 0,1-1 0 0 0,-1 1 0 0 0,0-1 0 0 0,-4-2 0 0 0,9 8 47 0 0,0 0 1 0 0,0-1 0 0 0,-1 1-1 0 0,1 0 1 0 0,0 0 0 0 0,-1 0-1 0 0,2 6 1 0 0,1 0-29 0 0,4 9-21 0 0,-2 0 0 0 0,0 1 0 0 0,-1 0 0 0 0,-1 0 0 0 0,4 34 0 0 0,-4 100 0 0 0,-4-87 0 0 0,1-9 0 0 0,4 128 0 0 0,-4-151-35 0 0,-3 37-1 0 0,0-44 27 0 0,0 6 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3.1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61 79 0 0,'1'1'0'0'0,"0"1"0"0"0,-1-1 0 0 0,1 1 0 0 0,0-1 0 0 0,0 0 0 0 0,0 1 0 0 0,0-1 0 0 0,0 0-1 0 0,0 0 1 0 0,0 0 0 0 0,1 0 0 0 0,-1 0 0 0 0,0 0 0 0 0,0 0 0 0 0,1 0 0 0 0,-1-1 0 0 0,1 1 0 0 0,-1 0-1 0 0,1-1 1 0 0,-1 1 0 0 0,1-1 0 0 0,-1 1 0 0 0,2-1 0 0 0,8 2 4 0 0,-1 0 0 0 0,14 0 0 0 0,-23-2-3 0 0,10 1 17 0 0,-1-1 0 0 0,1-1 0 0 0,0 1 1 0 0,-1-2-1 0 0,1 0 0 0 0,-1 0 0 0 0,1-1 0 0 0,-1 0 0 0 0,0-1 0 0 0,0 0 0 0 0,0 0 0 0 0,-1-1 0 0 0,13-8 0 0 0,-9 5 6 0 0,1 1-1 0 0,-1 1 0 0 0,1 1 0 0 0,0 0 0 0 0,1 0 0 0 0,-1 1 0 0 0,1 1 0 0 0,23-1 0 0 0,-32 4-23 0 0,1 0 0 0 0,-1 0 0 0 0,0 1 0 0 0,1 0 0 0 0,-1 1 0 0 0,0-1 0 0 0,0 1 0 0 0,10 5 0 0 0,-4-2 0 0 0,-1 1 0 0 0,1 1 0 0 0,11 9 0 0 0,-20-13-7 0 0,-2-2 3 0 0,-1-1 1 0 0,0 1-1 0 0,0-1 0 0 0,1 0 1 0 0,-1 1-1 0 0,0-1 0 0 0,1 0 1 0 0,-1 0-1 0 0,0 1 0 0 0,1-1 1 0 0,-1 0-1 0 0,0 0 0 0 0,1 0 1 0 0,-1 1-1 0 0,1-1 0 0 0,-1 0 1 0 0,1 0-1 0 0,-1 0 0 0 0,0 0 1 0 0,1 0-1 0 0,0 0 0 0 0,1-1-84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3.7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 2 143 0 0,'0'-1'0'0'0,"-4"9"0"0"0,2-1 1 0 0,-1 1-1 0 0,1-1 0 0 0,1 1 0 0 0,-1 0 0 0 0,1 0 0 0 0,0 10 0 0 0,-1 4 10 0 0,-7 177 45 0 0,8-115 7 0 0,7 90-62 0 0,-6-172 0 0 0,0-1 0 0 0,0 0 0 0 0,0 0 0 0 0,0 0 0 0 0,0 0 0 0 0,0 1 0 0 0,1-1 0 0 0,-1 0 0 0 0,0 0 0 0 0,0 0 0 0 0,1 0 0 0 0,-1 0 0 0 0,2 2 0 0 0,-2-6 0 0 0,-2 1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4.0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0 133 55 0 0,'2'12'0'0'0,"-1"-5"0"0"0,1 0 0 0 0,-1 0 0 0 0,1 0 0 0 0,1 0 0 0 0,-1 0 0 0 0,1 0 0 0 0,4 7 0 0 0,-5-12 1 0 0,-1 0 0 0 0,0 0 0 0 0,0 0 0 0 0,1 0 0 0 0,-1-1 0 0 0,1 1 0 0 0,0-1 0 0 0,-1 1 0 0 0,1-1 0 0 0,0 1 0 0 0,0-1 0 0 0,0 0 0 0 0,0 0 0 0 0,0 0-1 0 0,0 0 1 0 0,0 0 0 0 0,0 0 0 0 0,0-1 0 0 0,4 1 0 0 0,-2-1 2 0 0,-1 0-1 0 0,0 0 1 0 0,1-1 0 0 0,-1 1-1 0 0,1-1 1 0 0,-1 0 0 0 0,0 0-1 0 0,0 0 1 0 0,0 0 0 0 0,1-1-1 0 0,-1 0 1 0 0,3-1 0 0 0,9-8 15 0 0,-1 0 1 0 0,0-1-1 0 0,-1 0 1 0 0,0-1 0 0 0,17-24-1 0 0,11-10 9 0 0,-26 33-27 0 0,0 1 0 0 0,2 0 0 0 0,17-11 0 0 0,-15 10 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5.1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46 24 0 0,'-10'-15'59'0'0,"8"12"-33"0"0,0 1 0 0 0,0-1 1 0 0,1 0-1 0 0,-1 0 1 0 0,1 0-1 0 0,-3-6 0 0 0,4 9-24 0 0,0 0-1 0 0,0 0 0 0 0,0 0 0 0 0,0-1 0 0 0,0 1 0 0 0,0 0 0 0 0,0 0 0 0 0,0 0 1 0 0,0 0-1 0 0,0-1 0 0 0,0 1 0 0 0,0 0 0 0 0,0 0 0 0 0,0 0 0 0 0,0 0 0 0 0,0 0 1 0 0,0-1-1 0 0,0 1 0 0 0,0 0 0 0 0,0 0 0 0 0,0 0 0 0 0,0 0 0 0 0,1 0 0 0 0,-1-1 1 0 0,0 1-1 0 0,0 0 0 0 0,0 0 0 0 0,0 0 0 0 0,0 0 0 0 0,0 0 0 0 0,1 0 0 0 0,-1 0 0 0 0,0 0 1 0 0,0-1-1 0 0,0 1 0 0 0,0 0 0 0 0,0 0 0 0 0,1 0 0 0 0,-1 0 0 0 0,0 0 0 0 0,0 0 1 0 0,0 0-1 0 0,0 0 0 0 0,0 0 0 0 0,1 0 0 0 0,-1 0 0 0 0,0 0 0 0 0,0 0 0 0 0,0 0 1 0 0,0 0-1 0 0,1 0 0 0 0,-1 0 0 0 0,0 0 0 0 0,0 0 0 0 0,0 1 0 0 0,0-1 0 0 0,0 0 1 0 0,1 0-1 0 0,-1 0 0 0 0,0 0 0 0 0,0 0 0 0 0,0 0 0 0 0,12 6 60 0 0,-12-6-61 0 0,16 11 4 0 0,0-1 0 0 0,-1 2 0 0 0,-1 0 0 0 0,0 1 0 0 0,0 0 0 0 0,-2 1 0 0 0,13 17 0 0 0,-6-5 4 0 0,-1 2 0 0 0,-2 0 0 0 0,17 37 0 0 0,31 113 54 0 0,-15 4 33 0 0,34 105 76 0 0,-72-258-128 0 0,1-2 0 0 0,19 33-1 0 0,-26-54-37 0 0,-1 0 0 0 0,2 1-1 0 0,-1-2 1 0 0,1 1 0 0 0,0-1-1 0 0,0 0 1 0 0,0 0 0 0 0,1 0-1 0 0,10 5 1 0 0,-9-4-172 0 0,-4-2 23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5.9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 24 0 0,'0'0'5'0'0,"1"0"0"0"0,-1 1 0 0 0,0-1 0 0 0,1 0 1 0 0,-1 1-1 0 0,0-1 0 0 0,1 0 0 0 0,-1 1 1 0 0,0-1-1 0 0,1 1 0 0 0,-1-1 0 0 0,0 0 1 0 0,0 1-1 0 0,0-1 0 0 0,1 1 0 0 0,-1-1 1 0 0,0 1-1 0 0,0-1 0 0 0,0 1 0 0 0,0-1 1 0 0,0 1-1 0 0,0-1 0 0 0,0 1 0 0 0,0-1 0 0 0,0 1 1 0 0,0 0-1 0 0,0 20 30 0 0,0-15-14 0 0,-9 250 149 0 0,4-147-130 0 0,4-90-29 0 0,0-13-3 0 0,0 0-1 0 0,1 0 1 0 0,0 1 0 0 0,0-1-1 0 0,1 0 1 0 0,2 12-1 0 0,-2-16 4 0 0,-1-2-8 0 0,1 0-1 0 0,-1-1 1 0 0,1 1-1 0 0,-1 0 1 0 0,1 0-1 0 0,-1 0 1 0 0,1 0-1 0 0,-1-1 1 0 0,0 1-1 0 0,1 0 1 0 0,-1 0-1 0 0,1-1 1 0 0,-1 1-1 0 0,0 0 1 0 0,1-1-1 0 0,-1 1 1 0 0,0 0-1 0 0,1-1 1 0 0,-1 1-1 0 0,0 0 1 0 0,0-1-1 0 0,1 1 1 0 0,-1-1-1 0 0,0 1 1 0 0,0-1-1 0 0,0 1 1 0 0,1-1-1 0 0,-1 0 6 0 0,1 0-1 0 0,-1 0 0 0 0,1 1 0 0 0,-1-1 0 0 0,1 0 0 0 0,-1 0 1 0 0,1 1-1 0 0,0-1 0 0 0,-1 0 0 0 0,1 1 0 0 0,0-1 0 0 0,0 1 1 0 0,1-2-1 0 0,-1-1-36 0 0,0 0 1 0 0,0 0-1 0 0,0 0 0 0 0,0-1 1 0 0,-1 1-1 0 0,1-5 1 0 0,-1 3 14 0 0,2-9-66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6.3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24 0 0,'0'1'0'0'0,"-1"0"1"0"0,1 1 0 0 0,0-1 0 0 0,-1 0 0 0 0,1 0-1 0 0,0 1 1 0 0,0-1 0 0 0,0 0 0 0 0,0 1 0 0 0,0-1 0 0 0,0 0-1 0 0,0 2 1 0 0,0 7 42 0 0,-5 414 131 0 0,7-240-122 0 0,-2-157-52 0 0,0 2 0 0 0,0 1 0 0 0,9 52 0 0 0,-9-79 7 0 0,1-1 0 0 0,0 1-1 0 0,-1-1 1 0 0,1 1 0 0 0,0 0-1 0 0,0-1 1 0 0,3 5 0 0 0,-3-8-7 0 0,0 0 1 0 0,-1 1 0 0 0,1-1-1 0 0,-1 0 1 0 0,0 0 0 0 0,1 0-1 0 0,-1 0 1 0 0,1 0-1 0 0,-1 0 1 0 0,0 0 0 0 0,0 0-1 0 0,0 1 1 0 0,0-1-1 0 0,1 0 1 0 0,-2-2 0 0 0,2 2-1 0 0,5-54 0 0 0,-5 40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6.7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78 24 0 0,'1'-2'9'0'0,"0"-1"0"0"0,1 1 0 0 0,-1-1 1 0 0,0 1-1 0 0,1 0 0 0 0,-1 0 0 0 0,1-1 1 0 0,0 1-1 0 0,0 0 0 0 0,0 0 0 0 0,4-2 1 0 0,0-3 12 0 0,-2 3-18 0 0,0 0 0 0 0,0 0 1 0 0,0 1-1 0 0,1 0 0 0 0,-1-1 1 0 0,1 2-1 0 0,0-1 0 0 0,0 0 1 0 0,0 1-1 0 0,0 0 0 0 0,1 0 1 0 0,-1 1-1 0 0,0-1 0 0 0,1 1 1 0 0,-1 0-1 0 0,1 1 0 0 0,-1-1 1 0 0,1 1-1 0 0,-1 0 0 0 0,1 0 1 0 0,-1 1-1 0 0,1 0 0 0 0,-1 0 1 0 0,1 0-1 0 0,-1 1 0 0 0,0-1 1 0 0,1 1-1 0 0,-1 1 0 0 0,0-1 1 0 0,0 1-1 0 0,6 4 0 0 0,-3-2 9 0 0,0 1-1 0 0,-1 0 1 0 0,0 0-1 0 0,0 1 0 0 0,9 12 1 0 0,-12-14 5 0 0,-1 1 0 0 0,0 0 0 0 0,0-1 0 0 0,0 1 1 0 0,-1 0-1 0 0,1 0 0 0 0,-2 1 0 0 0,1-1 0 0 0,0 7 0 0 0,0-6-14 0 0,-2 0 0 0 0,1 0-1 0 0,-1-1 1 0 0,0 1 0 0 0,0 0-1 0 0,-1 0 1 0 0,0 0 0 0 0,0 0-1 0 0,0 0 1 0 0,-1-1 0 0 0,0 1-1 0 0,-1-1 1 0 0,1 1 0 0 0,-7 9-1 0 0,-1 2-7 0 0,0-1 0 0 0,-1-1 0 0 0,-19 22 0 0 0,26-34 4 0 0,1 0 0 0 0,-2 0 0 0 0,1 0 0 0 0,0 0 1 0 0,-1-1-1 0 0,1 0 0 0 0,-1 0 0 0 0,0 0 0 0 0,0-1 0 0 0,0 1 0 0 0,0-1 0 0 0,-1 0 0 0 0,1-1 0 0 0,-1 1 0 0 0,1-1 0 0 0,-1 0 0 0 0,-6 0 0 0 0,10-2 0 0 0,-1 1 0 0 0,0-1 0 0 0,1 1 0 0 0,-1-1 0 0 0,0 0 0 0 0,-2-1 0 0 0,-16-3 0 0 0,21 5 0 0 0,0 1 0 0 0,-1-1 0 0 0,1 1 0 0 0,0-1 0 0 0,0 1 0 0 0,-1-1 0 0 0,1 1 0 0 0,0 0 0 0 0,0-1 0 0 0,0 1 0 0 0,0 0 0 0 0,-1-1 0 0 0,1 1 0 0 0,0-1 0 0 0,0 1 0 0 0,0 0 0 0 0,1-1 0 0 0,-1 1 0 0 0,0 1 0 0 0,2 13 0 0 0,3 18-4 0 0,-1-7 9 0 0,1-1 1 0 0,16 48-1 0 0,-18-66-1 0 0,0 0-1 0 0,0 0 1 0 0,1 0-1 0 0,0 0 1 0 0,1 0-1 0 0,-1-1 1 0 0,1 0-1 0 0,1 0 1 0 0,-1 0-1 0 0,1-1 1 0 0,0 1-1 0 0,0-2 1 0 0,0 1-1 0 0,8 4 0 0 0,79 34 61 0 0,-85-37-59 0 0,-7-5-8 0 0,1 0 1 0 0,-1-1 0 0 0,0 1 0 0 0,0 0 0 0 0,1 0 0 0 0,-1-1 0 0 0,0 1 0 0 0,1 0-1 0 0,-1-1 1 0 0,1 1 0 0 0,1-1 0 0 0,1 0-105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4:37.2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21 24 0 0,'2'-14'-2'0'0,"-2"14"4"0"0,0 0-1 0 0,0 0 1 0 0,0-1 0 0 0,0 1 0 0 0,0 0 0 0 0,0 0 0 0 0,0 0-1 0 0,0-1 1 0 0,0 1 0 0 0,0 0 0 0 0,0 0 0 0 0,0-1 0 0 0,0 1 0 0 0,0 0-1 0 0,0 0 1 0 0,0 0 0 0 0,0-1 0 0 0,0 1 0 0 0,-1 0 0 0 0,1 0 0 0 0,0 0-1 0 0,0-1 1 0 0,0 1 0 0 0,0 0 0 0 0,0 0 0 0 0,-1 0 0 0 0,1 0-1 0 0,0-1 1 0 0,0 1 0 0 0,0 0 0 0 0,-1 0 0 0 0,1 0 0 0 0,0 0 0 0 0,0 0-1 0 0,0 0 1 0 0,-1 0 0 0 0,1-1 0 0 0,0 1 0 0 0,0 0 0 0 0,-1 0 0 0 0,1 0-1 0 0,0 0 1 0 0,0 0 0 0 0,0 0 0 0 0,-1 0 0 0 0,1 0 0 0 0,0 0-1 0 0,0 0 1 0 0,-1 1 0 0 0,0 0 4 0 0,0 0-1 0 0,-1 0 0 0 0,1 0 1 0 0,0 1-1 0 0,0-1 1 0 0,0 1-1 0 0,0-1 1 0 0,0 0-1 0 0,1 1 0 0 0,-1 0 1 0 0,0-1-1 0 0,1 1 1 0 0,-1-1-1 0 0,1 1 1 0 0,-1 2-1 0 0,0 0 15 0 0,-12 47 12 0 0,2 0 1 0 0,-5 67 0 0 0,12-83-3 0 0,4-31-32 0 0,-2 9 17 0 0,0-1-1 0 0,2 1 1 0 0,-1 0 0 0 0,3 18 0 0 0,-1-28-12 0 0,-1 1 1 0 0,1-1-1 0 0,0 1 1 0 0,0-1-1 0 0,0 0 1 0 0,1 0 0 0 0,-1 1-1 0 0,1-1 1 0 0,0 0-1 0 0,0 0 1 0 0,0 0-1 0 0,0-1 1 0 0,0 1 0 0 0,1 0-1 0 0,-1-1 1 0 0,1 0-1 0 0,0 1 1 0 0,-1-1-1 0 0,1 0 1 0 0,6 3-1 0 0,2-1 3 0 0,0 1-1 0 0,0-2 0 0 0,0 1 0 0 0,24 3 0 0 0,49 1 30 0 0,-58-6-32 0 0,-5-2 19 0 0,-1-1-1 0 0,39-5 0 0 0,-35 1-20 0 0,-17 3-6 0 0,1 1 0 0 0,0-1 0 0 0,8 1-1 0 0,-10 1-94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0.8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64 24 0 0,'4'0'25'0'0,"-1"0"1"0"0,1 0-1 0 0,-1 0 1 0 0,1 0 0 0 0,0 0-1 0 0,3-1 1 0 0,-3 0-30 0 0,130-18 36 0 0,52-6 72 0 0,-141 22-80 0 0,286-12 80 0 0,-207 21-117 0 0,-105-6-54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2.6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5 636 24 0 0,'0'-2'0'0'0,"-4"-16"-2"0"0,4 18 3 0 0,0-1-1 0 0,0 0 1 0 0,1 1 0 0 0,-1-1-1 0 0,0 0 1 0 0,0 1 0 0 0,1-1-1 0 0,-1 0 1 0 0,0 1-1 0 0,1-1 1 0 0,-1 1 0 0 0,1-1-1 0 0,-1 0 1 0 0,0 1-1 0 0,1-1 1 0 0,0 1 0 0 0,-1 0-1 0 0,1-1 1 0 0,-1 1-1 0 0,1-1 1 0 0,-1 1 0 0 0,1 0-1 0 0,1-1 1 0 0,82-45 65 0 0,-59 34-66 0 0,0 1 0 0 0,1 1 0 0 0,0 2 0 0 0,1 0 0 0 0,0 2 0 0 0,0 1 0 0 0,42-2 0 0 0,80 6 0 0 0,18-2 0 0 0,-122 1 0 0 0,78-16 0 0 0,-69 6 0 0 0,1 3 0 0 0,1 3 0 0 0,85 0 0 0 0,-99 8 0 0 0,38 1 0 0 0,157-14 0 0 0,-143-1 0 0 0,99 0 0 0 0,-139 12 4 0 0,7 0 12 0 0,0-2 1 0 0,110-18 0 0 0,-71-2-6 0 0,128-24-12 0 0,-205 42 1 0 0,87-15 0 0 0,137-41 0 0 0,-150 31 0 0 0,171-26 0 0 0,-3 7 0 0 0,-150 27 0 0 0,-13 7 0 0 0,164-2 0 0 0,-22 4 0 0 0,101-5 0 0 0,-95 7 0 0 0,-207 7 0 0 0,19-2 0 0 0,122 8 0 0 0,-47 16 0 0 0,73 6 0 0 0,-190-26 0 0 0,0 0 0 0 0,0-2 0 0 0,0 0 0 0 0,36-12 0 0 0,-39 9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3.1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1321 0 79 0 0,'-5'2'0'0'0,"0"1"0"0"0,0-1 0 0 0,1 1 0 0 0,-1 0 0 0 0,1 0 0 0 0,0 0 0 0 0,-1 0 0 0 0,2 1 0 0 0,-1 0 0 0 0,0 0 0 0 0,1 0 0 0 0,0 0 0 0 0,-1 1 0 0 0,2-1 0 0 0,-1 1 0 0 0,-3 8 0 0 0,0 1 0 0 0,1 0 0 0 0,1 0 0 0 0,0 0 0 0 0,-4 29 0 0 0,-10 144 27 0 0,-8 49 10 0 0,-9 86 0 0 0,6-53-10 0 0,-14-42-27 0 0,11-68 0 0 0,-33 215 0 0 0,44-163 0 0 0,16-1 0 0 0,-14 168 0 0 0,8-284-1 0 0,-28 181 13 0 0,-3-5 46 0 0,-37 169-63 0 0,-2-60 5 0 0,17 6 10 0 0,61-367-9 0 0,-36 301 56 0 0,9-64-61 0 0,-38 249 4 0 0,18-229 0 0 0,-15-6 0 0 0,49-205 0 0 0,-86 247 0 0 0,2 22 0 0 0,57-168 0 0 0,15-61 0 0 0,4 1 0 0 0,-12 143 0 0 0,33-221 0 0 0,-6 115 0 0 0,9-120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4.4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256 1 24 0 0,'7'25'0'0'0,"-1"0"0"0"0,-1 0 0 0 0,2 28 0 0 0,-2 77 0 0 0,-44 332 56 0 0,23-338-49 0 0,-8 60 11 0 0,-17 175 28 0 0,15 274-46 0 0,17-359 0 0 0,-22 314 64 0 0,5 23-64 0 0,4-6 0 0 0,5-162 0 0 0,2-68 0 0 0,11-254 0 0 0,-7 423 0 0 0,7-4 11 0 0,4-321 41 0 0,9 344-51 0 0,38-3-1 0 0,-45-544 0 0 0,1 0 0 0 0,0 0 0 0 0,1 0 0 0 0,12 28 0 0 0,-14-40 0 0 0,1 0 0 0 0,-1 0 0 0 0,0 0 0 0 0,1-1 0 0 0,0 1 0 0 0,0-1 0 0 0,0 1 0 0 0,0-1 0 0 0,7 5 0 0 0,-7-7 0 0 0,0 1 0 0 0,0 0 0 0 0,0-1 0 0 0,0 0 0 0 0,0 0 0 0 0,0 0 0 0 0,0 0 0 0 0,1 0 0 0 0,-1-1 0 0 0,0 1 0 0 0,1-1 0 0 0,-1 0 0 0 0,0 0 0 0 0,7-1 0 0 0,2-1 0 0 0,1-2 0 0 0,-1 1 0 0 0,0-2 0 0 0,22-10 0 0 0,-1 1 0 0 0,11-6-36 0 0,73-45 0 0 0,-85 42 18 0 0,-26 18 12 0 0,0 0 0 0 0,0 0 1 0 0,1 1-1 0 0,-1 0 0 0 0,1 0 1 0 0,0 1-1 0 0,9-3 0 0 0,-2 0 6 0 0,6-1 0 0 0,4 2 0 0 0,39-13 0 0 0,-22 6 0 0 0,5-1 0 0 0,-15 3 0 0 0,1 2 0 0 0,48-6 0 0 0,3 6 3 0 0,-1 5-1 0 0,1 3 0 0 0,-1 3 0 0 0,86 16 0 0 0,5 9 25 0 0,303 11-1 0 0,-335-44-26 0 0,143-22 0 0 0,-184 10 0 0 0,134-41 0 0 0,-20 4 0 0 0,180-40 11 0 0,-314 73 2 0 0,0 4 1 0 0,1 4-1 0 0,116-4 0 0 0,-121 13-13 0 0,103-1 0 0 0,-133 6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6.6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178 9 24 0 0,'-1'-1'0'0'0,"0"-1"0"0"0,3-3 9 0 0,1 6 13 0 0,4 12 10 0 0,-6-5-25 0 0,-1-1 0 0 0,0 1 0 0 0,0 0 0 0 0,-1 0 0 0 0,0-1 0 0 0,0 1-1 0 0,-4 11 1 0 0,0 5 2 0 0,-63 231 16 0 0,-5 29 25 0 0,56-161-23 0 0,0 232-1 0 0,17-304-26 0 0,3 0 0 0 0,12 73 0 0 0,-16-131 23 0 0,0 0-1 0 0,1 0 1 0 0,0 0-1 0 0,1 0 1 0 0,2-12-1 0 0,10-41 76 0 0,-9 44-69 0 0,56-180 66 0 0,1 3-20 0 0,-54 162-77 0 0,34-124-50 0 0,-29 116 31 0 0,35-72 0 0 0,-10 41 21 0 0,-12 26 0 0 0,21-55 0 0 0,-15 9-23 0 0,-15 42-1 0 0,23-49-1 0 0,-37 93 17 0 0,0-1-1 0 0,1 1 0 0 0,-1-1 1 0 0,1 1-1 0 0,0 0 0 0 0,1 0 1 0 0,4-4-1 0 0,-8 7 7 0 0,1 1 0 0 0,0-1 0 0 0,0 0 0 0 0,0 1 0 0 0,-1-1 0 0 0,1 1 0 0 0,0-1 0 0 0,0 1 0 0 0,0 0 0 0 0,0-1 0 0 0,0 1 0 0 0,0 0 0 0 0,0 0 0 0 0,0 0 0 0 0,0 0 0 0 0,0-1 0 0 0,0 1 0 0 0,0 0 0 0 0,0 1 0 0 0,0-1 0 0 0,0 0 1 0 0,0 0-1 0 0,0 0 0 0 0,0 1 0 0 0,0-1 0 0 0,-1 0 0 0 0,1 1 0 0 0,0-1 0 0 0,0 1 0 0 0,0-1 0 0 0,0 1 0 0 0,0-1 0 0 0,-1 1 0 0 0,1 0 0 0 0,0-1 0 0 0,-1 1 0 0 0,1 0 0 0 0,0 0 0 0 0,-1-1 0 0 0,1 1 0 0 0,-1 0 0 0 0,1 1 0 0 0,5 9-41 0 0,0 2 32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37.1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609 316 79 0 0,'-4'-8'5'0'0,"1"-1"-1"0"0,1 0 0 0 0,0 0 1 0 0,0 0-1 0 0,0-1 0 0 0,1-12 1 0 0,-4-15 18 0 0,3 22-22 0 0,-2 1 0 0 0,0 0 1 0 0,0 0-1 0 0,-2 0 0 0 0,1 0 1 0 0,-2 1-1 0 0,0 0 0 0 0,-15-22 0 0 0,18 30-1 0 0,1 1 0 0 0,-1 0 0 0 0,0-1 0 0 0,0 1 0 0 0,-1 1 0 0 0,1-1 0 0 0,-1 0 0 0 0,1 1 0 0 0,-1 0 0 0 0,0 0 0 0 0,-1 1 0 0 0,1 0 0 0 0,0-1 0 0 0,-1 2 0 0 0,1-1 0 0 0,-1 1 0 0 0,0-1 0 0 0,1 1 0 0 0,-1 1 0 0 0,0-1 0 0 0,0 1 0 0 0,1 0 0 0 0,-1 1 0 0 0,0-1 0 0 0,-8 3-1 0 0,7-1 3 0 0,1 0 0 0 0,-1 1-1 0 0,1-1 1 0 0,-1 1 0 0 0,1 1-1 0 0,0-1 1 0 0,0 1 0 0 0,1 0-1 0 0,-1 0 1 0 0,1 1 0 0 0,-8 8-1 0 0,-3 6 11 0 0,1 0-1 0 0,-13 23 0 0 0,-9 11-1 0 0,35-50-10 0 0,-9 10 0 0 0,1 1 0 0 0,-15 26 0 0 0,22-36 0 0 0,1 1 0 0 0,0 0 0 0 0,1 0 0 0 0,-1 0 0 0 0,1 0 0 0 0,0 1 0 0 0,0-1 0 0 0,0 0 0 0 0,1 0 0 0 0,0 1 0 0 0,0-1 0 0 0,0 0 0 0 0,1 6 0 0 0,5 10 0 0 0,0 0 0 0 0,1-1 0 0 0,1 0 0 0 0,19 32 0 0 0,-15-28 0 0 0,0 1 0 0 0,12 38 0 0 0,-19-43 0 0 0,27 109 0 0 0,-30-115 0 0 0,-1 0 0 0 0,1 1 0 0 0,-2-1 0 0 0,0 0 0 0 0,-1 1 0 0 0,-1-1 0 0 0,-3 17 0 0 0,4-29 1 0 0,1 1 0 0 0,-1 0-1 0 0,0-1 1 0 0,-1 1 0 0 0,1-1-1 0 0,0 0 1 0 0,-1 1 0 0 0,1-1-1 0 0,-1 0 1 0 0,0 0 0 0 0,0 0-1 0 0,0 0 1 0 0,0 0 0 0 0,-4 2-1 0 0,2-1 3 0 0,-1 0 0 0 0,1-1 0 0 0,-1 0-1 0 0,0 0 1 0 0,0 0 0 0 0,0-1 0 0 0,-7 2-1 0 0,2-1 2 0 0,0-1 0 0 0,0-1 0 0 0,0 1 0 0 0,0-2 0 0 0,0 1 0 0 0,0-1 0 0 0,-18-5 0 0 0,16 3-5 0 0,0 0 0 0 0,0-2-1 0 0,1 1 1 0 0,-1-2 0 0 0,1 1-1 0 0,0-1 1 0 0,-11-9 0 0 0,9 4-53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0.3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73 24 0 0,'-2'-8'35'0'0,"0"7"62"0"0,-1 6-10 0 0,3 2-73 0 0,-1 1 0 0 0,1-1 0 0 0,0 1 0 0 0,1-1 0 0 0,2 14 0 0 0,1 3-14 0 0,-1 6-1 0 0,49 372 138 0 0,-49-381-126 0 0,1 1 0 0 0,1-1-1 0 0,1 0 1 0 0,1 0 0 0 0,10 19-1 0 0,-17-38-8 0 0,1 0-1 0 0,0 0 0 0 0,0-1 0 0 0,0 1 0 0 0,0-1 1 0 0,0 1-1 0 0,1 0 0 0 0,-1-1 0 0 0,0 0 0 0 0,1 1 1 0 0,-1-1-1 0 0,1 0 0 0 0,2 2 0 0 0,-3-3 1 0 0,0 0 0 0 0,0 0-1 0 0,0 0 1 0 0,0 0 0 0 0,0 0-1 0 0,0 0 1 0 0,0 0 0 0 0,0 0-1 0 0,0-1 1 0 0,0 1 0 0 0,0 0-1 0 0,0-1 1 0 0,0 1 0 0 0,0-1 0 0 0,0 1-1 0 0,-1-1 1 0 0,1 1 0 0 0,0-1-1 0 0,0 1 1 0 0,-1-1 0 0 0,1 0-1 0 0,0 1 1 0 0,0-1 0 0 0,-1 0-1 0 0,1 0 1 0 0,-1 0 0 0 0,1 0-1 0 0,10-14 40 0 0,-1-1-1 0 0,0 0 0 0 0,8-19 0 0 0,-3 5 23 0 0,8-16 9 0 0,-3 0 0 0 0,-1-1 0 0 0,17-73 0 0 0,-30 91-61 0 0,-1 1-1 0 0,2-43 0 0 0,-6-59 47 0 0,-1 75-27 0 0,0 48-27 0 0,0 1-10 0 0,0 1 1 0 0,0-1-1 0 0,-1 0 1 0 0,1 1-1 0 0,-1-1 1 0 0,-2-7-1 0 0,3 13 4 0 0,-1 0 0 0 0,1 0 0 0 0,0 0 0 0 0,0 0 0 0 0,0 1 0 0 0,0-1 0 0 0,0 0 0 0 0,0 0 0 0 0,0 0 0 0 0,0 0 0 0 0,0 0 0 0 0,0 0 0 0 0,0 0 0 0 0,0 0 0 0 0,-1 0 0 0 0,1 0 0 0 0,0 0 0 0 0,0 0 1 0 0,0 0-1 0 0,0 0 0 0 0,0 0 0 0 0,0 0 0 0 0,0 0 0 0 0,0 0 0 0 0,-1 0 0 0 0,1 0 0 0 0,0 0 0 0 0,0 0 0 0 0,0 0 0 0 0,0 0 0 0 0,0 0 0 0 0,0 0 0 0 0,0 0 0 0 0,0 0 0 0 0,0 0 0 0 0,-1 0 0 0 0,1 0 0 0 0,0 0 0 0 0,0 0 0 0 0,0 0 0 0 0,0 0 0 0 0,0 0 0 0 0,0-1 0 0 0,0 1 0 0 0,0 0 0 0 0,0 0 0 0 0,0 0 0 0 0,0 0 0 0 0,0 0 0 0 0,0 0 0 0 0,0 0 0 0 0,0 0 0 0 0,-1 0 0 0 0,1-1 0 0 0,0 1 0 0 0,0 0 0 0 0,0 0 0 0 0,0 0 0 0 0,0 0 0 0 0,0 0 0 0 0,0 0 0 0 0,0 0 0 0 0,0 0 0 0 0,0-1 0 0 0,-1 9-214 0 0,2 1 17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0.8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79 24 0 0,'-3'-2'35'0'0,"-1"0"1"0"0,0 1-1 0 0,0-1 1 0 0,1 1 0 0 0,-1 0-1 0 0,0 0 1 0 0,0 1 0 0 0,-1-1-1 0 0,-3 1 1 0 0,6 0-33 0 0,-1 0 0 0 0,1 0 0 0 0,0 1 0 0 0,0-1 0 0 0,-1 1 0 0 0,1-1 0 0 0,0 1 0 0 0,0 0 0 0 0,0 0 0 0 0,0 0 0 0 0,0 0 0 0 0,0 0 0 0 0,0 1 0 0 0,0-1 0 0 0,0 1 0 0 0,0-1 0 0 0,-2 4 0 0 0,-7 8 5 0 0,1 0 1 0 0,1 1-1 0 0,0 0 0 0 0,1 1 1 0 0,0 0-1 0 0,-8 24 0 0 0,13-29-8 0 0,0 0-1 0 0,0-1 1 0 0,1 1 0 0 0,1 0-1 0 0,-1 0 1 0 0,2 0 0 0 0,-1 0-1 0 0,1 0 1 0 0,1 1 0 0 0,0-1-1 0 0,0 0 1 0 0,4 10-1 0 0,-4-16 1 0 0,0-1 0 0 0,0 1 0 0 0,1-1 0 0 0,0 1 0 0 0,0-1 0 0 0,0 0 0 0 0,0 0 0 0 0,0 0 0 0 0,0 0 0 0 0,1 0 0 0 0,-1 0 0 0 0,1-1 0 0 0,0 1 0 0 0,0-1 0 0 0,0 0 0 0 0,0 0 0 0 0,0 0 0 0 0,7 3 0 0 0,-5-3 0 0 0,-1-1 0 0 0,1 0 0 0 0,0 0 0 0 0,0 0 0 0 0,-1 0 0 0 0,1-1 0 0 0,0 0 0 0 0,0 0 0 0 0,-1 0 0 0 0,1 0 0 0 0,0-1 0 0 0,0 0 0 0 0,-1 0 0 0 0,7-2 0 0 0,-1-1 0 0 0,0-1 0 0 0,0 0 0 0 0,-1 0 0 0 0,0-1 0 0 0,0 0 0 0 0,0-1 0 0 0,-1 0 0 0 0,0 0 0 0 0,0-1 0 0 0,8-10 0 0 0,-2 1 0 0 0,-2-1 0 0 0,0 0 0 0 0,-1-1 0 0 0,10-23 0 0 0,-18 36 3 0 0,-1-1-1 0 0,0 0 1 0 0,0 1-1 0 0,0-1 1 0 0,-1 0-1 0 0,0 0 1 0 0,-1-1-1 0 0,0 1 1 0 0,0 0-1 0 0,0 0 1 0 0,-1 0-1 0 0,-2-12 0 0 0,1 10 2 0 0,-1 1-1 0 0,0 0 0 0 0,0-1 0 0 0,0 1 0 0 0,-1 1 1 0 0,0-1-1 0 0,-1 0 0 0 0,0 1 0 0 0,-11-13 0 0 0,13 17-3 0 0,1 0 0 0 0,-1 1 0 0 0,0 0 0 0 0,0 0 0 0 0,-6-4 0 0 0,8 6 0 0 0,0-1 0 0 0,1 1 0 0 0,-1-1 0 0 0,0 1 0 0 0,0 0 0 0 0,1-1 0 0 0,-1 1 0 0 0,0 0 0 0 0,0 0 0 0 0,0 0 0 0 0,0 0 0 0 0,1 0 0 0 0,-1-1 0 0 0,0 1 0 0 0,0 1 0 0 0,0-1 0 0 0,0 0 0 0 0,0 0 0 0 0,1 0 0 0 0,-1 0 0 0 0,0 1 0 0 0,0-1 0 0 0,0 0 0 0 0,1 1 0 0 0,-1-1 0 0 0,0 0 0 0 0,0 1 0 0 0,1-1 0 0 0,-1 1 0 0 0,0-1 0 0 0,1 1 0 0 0,-2 1 0 0 0,-2 6 1 0 0,0 0-1 0 0,0 1 0 0 0,1 0 0 0 0,0 0 0 0 0,0 0 0 0 0,-1 9 0 0 0,-2 7-15 0 0,-4 8-76 0 0,5-16 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1.3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 1 24 0 0,'2'7'19'0'0,"-2"0"1"0"0,1 0 0 0 0,-1 0 0 0 0,0 1-1 0 0,0-1 1 0 0,-1 0 0 0 0,0 0 0 0 0,0 0 0 0 0,-3 8-1 0 0,-1 12 23 0 0,2-10-32 0 0,2 0-1 0 0,0 0 0 0 0,1 0 0 0 0,0 0 0 0 0,2 0 0 0 0,5 27 0 0 0,-5-36-9 0 0,-1-1 0 0 0,1 0 0 0 0,0 1 0 0 0,6 11 0 0 0,-7-17 0 0 0,0-1 0 0 0,0 1 0 0 0,-1-1 0 0 0,1 0 0 0 0,0 1 0 0 0,0-1 0 0 0,0 0 0 0 0,0 0 0 0 0,1 0 0 0 0,-1 0 0 0 0,0 0 0 0 0,0 0 0 0 0,1 0 0 0 0,-1 0 0 0 0,1 0 0 0 0,-1 0 0 0 0,0-1 0 0 0,1 1 0 0 0,0-1 0 0 0,-1 1 0 0 0,1-1 0 0 0,-1 0 0 0 0,1 1 0 0 0,1-1 0 0 0,0-1 0 0 0,-1 0 0 0 0,1 0 0 0 0,0 0 0 0 0,-1 0 0 0 0,0 0 0 0 0,1-1 0 0 0,-1 1 0 0 0,0-1 0 0 0,0 1 0 0 0,1-1 0 0 0,-1 0 0 0 0,-1 0 0 0 0,1 0 0 0 0,2-4 0 0 0,8-6 0 0 0,-4 5 0 0 0,0-1 0 0 0,-1 0 0 0 0,0 0 0 0 0,0-1 0 0 0,-1 0 0 0 0,0 0 0 0 0,-1 0 0 0 0,0-1 0 0 0,5-11 0 0 0,-8 15 0 0 0,0-1 0 0 0,0 1 0 0 0,-1 0 0 0 0,1 0 0 0 0,-1-1 0 0 0,-1 1 0 0 0,1 0 0 0 0,-1-1 0 0 0,0 1 0 0 0,0-1 0 0 0,-1 1 0 0 0,0-1 0 0 0,0 1 0 0 0,-1 0 0 0 0,0 0 0 0 0,-4-12 0 0 0,6 18 0 0 0,0 0 0 0 0,0 0 0 0 0,0-1 0 0 0,0 1 0 0 0,0 0 0 0 0,0 0 0 0 0,-1 0 0 0 0,1-1 0 0 0,0 1 0 0 0,0 0 0 0 0,0 0 0 0 0,0 0 0 0 0,0 0 0 0 0,0-1 0 0 0,-1 1 0 0 0,1 0 0 0 0,0 0 0 0 0,0 0 0 0 0,0 0 0 0 0,0 0 0 0 0,-1 0 0 0 0,1-1 0 0 0,0 1 0 0 0,0 0 0 0 0,0 0 0 0 0,-1 0 0 0 0,1 0 0 0 0,0 0 0 0 0,0 0 0 0 0,0 0 0 0 0,-1 0 0 0 0,1 0 0 0 0,0 0 0 0 0,0 0 0 0 0,0 0 0 0 0,-1 0 0 0 0,1 0 0 0 0,0 0 0 0 0,0 0 0 0 0,-1 0 0 0 0,1 0 0 0 0,-7 10 0 0 0,0 14 0 0 0,3-4 16 0 0,-1 37 0 0 0,4-51-13 0 0,1-1-1 0 0,1 1 1 0 0,-1-1-1 0 0,1 0 1 0 0,0 1-1 0 0,0-1 1 0 0,0 0-1 0 0,1 0 1 0 0,0 0-1 0 0,0 0 1 0 0,0 0-1 0 0,4 6 0 0 0,1-2-2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1.6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34 55 0 0,'15'-1'43'0'0,"0"-1"-1"0"0,27-6 1 0 0,-6 1 16 0 0,-9 2-24 0 0,51-5 36 0 0,-70 10-70 0 0,0-1 1 0 0,0 2-1 0 0,0-1 1 0 0,-1 1-1 0 0,1 0 1 0 0,0 1-1 0 0,13 4 0 0 0,-18-4-1 0 0,0-1 0 0 0,0 1 0 0 0,0-1 0 0 0,0 1 0 0 0,0 0 0 0 0,-1 0 0 0 0,1 1 0 0 0,0-1 0 0 0,-1 0 0 0 0,0 1 0 0 0,3 3 0 0 0,-3-1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1.9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0 24 0 0,'-1'5'22'0'0,"1"-1"1"0"0,-1 0 0 0 0,1 0 0 0 0,0 0-1 0 0,0 1 1 0 0,0-1 0 0 0,0 0 0 0 0,1 0-1 0 0,1 9 1 0 0,1 5 9 0 0,21 183 47 0 0,1-1-20 0 0,-24-186-51 0 0,-1-8-9 0 0,0-1 0 0 0,0 1 0 0 0,1-1 1 0 0,0 0-1 0 0,0 1 0 0 0,0-1 0 0 0,0 0 0 0 0,4 8 0 0 0,-3-10-53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2.6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62 24 0 0,'26'-4'67'0'0,"0"-1"0"0"0,38-12 0 0 0,-19 4-15 0 0,-23 6-16 0 0,31-6 46 0 0,-48 12-78 0 0,0 0 0 0 0,0 1 1 0 0,0-1-1 0 0,0 1 1 0 0,0 0-1 0 0,0 1 0 0 0,0-1 1 0 0,7 3-1 0 0,-11-3-2 0 0,1 0 1 0 0,-1 1-1 0 0,0 0 0 0 0,1-1 0 0 0,-1 1 0 0 0,0 0 1 0 0,0-1-1 0 0,0 1 0 0 0,0 0 0 0 0,1 0 0 0 0,-1 0 1 0 0,-1 0-1 0 0,1 0 0 0 0,0 0 0 0 0,0 0 0 0 0,0 0 1 0 0,0 1-1 0 0,-1-1 0 0 0,1 0 0 0 0,0 2 0 0 0,0 0 0 0 0,0 0 0 0 0,-1 0 0 0 0,0-1-1 0 0,1 1 1 0 0,-1 0 0 0 0,0 0 0 0 0,0 0-1 0 0,0 0 1 0 0,-2 4 0 0 0,1 0-11 0 0,-1 0 1 0 0,0-1-1 0 0,-1 0 1 0 0,1 1-1 0 0,-1-1 1 0 0,-1 0-1 0 0,1 0 0 0 0,-5 5 1 0 0,0-2-6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2.8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 24 0 0,'-3'4'1'0'0,"3"-4"1"0"0,0 1 1 0 0,-1-1-1 0 0,1 0 0 0 0,0 1 0 0 0,0-1 0 0 0,-1 0 0 0 0,1 0 1 0 0,0 1-1 0 0,0-1 0 0 0,0 0 0 0 0,0 1 0 0 0,-1-1 1 0 0,1 0-1 0 0,0 1 0 0 0,0-1 0 0 0,0 1 0 0 0,0-1 1 0 0,0 0-1 0 0,0 1 0 0 0,0-1 0 0 0,0 0 0 0 0,0 1 1 0 0,0-1-1 0 0,0 0 0 0 0,0 1 0 0 0,0-1 0 0 0,0 0 1 0 0,1 1-1 0 0,-1-1 0 0 0,0 0 0 0 0,0 1 0 0 0,0-1 1 0 0,0 0-1 0 0,1 1 0 0 0,-1-1 0 0 0,0 0 0 0 0,0 1 1 0 0,1-1-1 0 0,-1 0 0 0 0,0 0 0 0 0,0 1 0 0 0,1-1 0 0 0,2 2 14 0 0,1 0-1 0 0,-1 0 1 0 0,1-1-1 0 0,0 1 0 0 0,-1-1 1 0 0,1 0-1 0 0,0 0 0 0 0,0 0 1 0 0,0 0-1 0 0,-1-1 0 0 0,9 1 1 0 0,5-2 8 0 0,24-2 0 0 0,-17 0 27 0 0,3 0-26 0 0,-9 1 8 0 0,21 0 1 0 0,-33 2-36 0 0,-1 0 1 0 0,0 1-1 0 0,1 0 1 0 0,8 2-1 0 0,-1 5 54 0 0,-11-6-112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3.9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0,'17'159'138'0'0,"-9"-71"-133"0"0,-4-42-1 0 0,15 105 31 0 0,-12-112-22 0 0,20 68-1 0 0,-25-100-12 0 0,1 0 0 0 0,0 0 0 0 0,1-1 0 0 0,-1 0 0 0 0,1 0 0 0 0,1 0 0 0 0,5 7 0 0 0,-8-11 0 0 0,0 0 0 0 0,0 0 0 0 0,0-1 0 0 0,0 1 0 0 0,0-1 0 0 0,0 1 0 0 0,0-1 0 0 0,1 0 0 0 0,-1 0 0 0 0,4 2 0 0 0,-5-3 0 0 0,1 0 0 0 0,-1 0 0 0 0,1 1 0 0 0,-1-1 0 0 0,1 0 0 0 0,-1 0 0 0 0,1 0 0 0 0,0-1 0 0 0,-1 1 0 0 0,1 0 0 0 0,-1-1 0 0 0,0 1 0 0 0,1 0 0 0 0,-1-1 0 0 0,1 0 0 0 0,-1 1 0 0 0,0-1 0 0 0,3-2 0 0 0,-1 1 6 0 0,-1 0-1 0 0,1-1 1 0 0,-1 1-1 0 0,0-1 1 0 0,1 0-1 0 0,-2 0 1 0 0,1 0-1 0 0,0 0 1 0 0,2-6-1 0 0,11-34 65 0 0,-12 34-67 0 0,23-68 36 0 0,-11 33 6 0 0,17-72-1 0 0,-11-16-16 0 0,5-26 8 0 0,-19 134-32 0 0,-7 23-5 0 0,0 0 1 0 0,1 0-1 0 0,-1 1 0 0 0,0-1 0 0 0,1 0 1 0 0,-1 0-1 0 0,1 0 0 0 0,-1 0 0 0 0,1 1 1 0 0,-1-1-1 0 0,1 0 0 0 0,-1 1 0 0 0,1-1 0 0 0,0 0 1 0 0,-1 1-1 0 0,1-1 0 0 0,0 1 0 0 0,0-1 1 0 0,-1 1-1 0 0,1-1 0 0 0,0 1 0 0 0,0 0 1 0 0,1-1-1 0 0,1 2-73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4.3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143 20 24 0 0,'0'-1'3'0'0,"0"0"0"0"0,0 0 0 0 0,-1 0 0 0 0,1 1 0 0 0,0-1 0 0 0,0 0 0 0 0,-1 0 0 0 0,1 0 0 0 0,-1 0 0 0 0,1 0 0 0 0,-1 1 0 0 0,1-1 0 0 0,-1 0 0 0 0,1 0 0 0 0,-1 1 0 0 0,0-1 0 0 0,1 1 0 0 0,-1-1 0 0 0,0 0 0 0 0,0 1 0 0 0,1-1 0 0 0,-1 1 0 0 0,0-1 0 0 0,0 1 0 0 0,0 0 0 0 0,0-1 0 0 0,0 1 0 0 0,0 0 0 0 0,1 0 0 0 0,-1 0 0 0 0,0-1 0 0 0,0 1 0 0 0,0 0 0 0 0,0 0 0 0 0,0 0 0 0 0,-2 1 0 0 0,0-1 10 0 0,0 0-1 0 0,-1 0 1 0 0,1 1-1 0 0,-1-1 1 0 0,1 1-1 0 0,0 0 1 0 0,-1 0-1 0 0,-5 3 0 0 0,4-1-8 0 0,1 0 0 0 0,0 0-1 0 0,0 0 1 0 0,1 1-1 0 0,-1-1 1 0 0,1 1-1 0 0,-1 0 1 0 0,-2 6-1 0 0,4-8 0 0 0,0 1-1 0 0,0 0 0 0 0,1 0 0 0 0,0 0 0 0 0,0 0 0 0 0,-1 0 0 0 0,2 0 1 0 0,-1 0-1 0 0,0 0 0 0 0,1 0 0 0 0,-1 0 0 0 0,1 0 0 0 0,0 1 0 0 0,0 4 0 0 0,1-6-2 0 0,0 1 0 0 0,0-1 0 0 0,0 0 0 0 0,1 1 0 0 0,-1-1 0 0 0,0 0 0 0 0,1 1 0 0 0,0-1 0 0 0,-1 0 0 0 0,1 0 0 0 0,0 0 0 0 0,0-1 0 0 0,4 4 0 0 0,31 19 0 0 0,-35-22 0 0 0,9 4 0 0 0,-1 0 0 0 0,0 1 0 0 0,0 1 0 0 0,-1-1 0 0 0,13 14 0 0 0,-20-18 0 0 0,0 0 0 0 0,0 0 0 0 0,0 0 0 0 0,0 0 0 0 0,0 0 0 0 0,0 0 0 0 0,-1 0 0 0 0,0 1 0 0 0,1-1 0 0 0,-1 0 0 0 0,-1 1 0 0 0,1-1 0 0 0,0 1 0 0 0,-1 0 0 0 0,0-1 0 0 0,0 1 0 0 0,0-1 0 0 0,0 1 0 0 0,0-1 0 0 0,-1 1 0 0 0,1 0 0 0 0,-1-1 0 0 0,-2 5 0 0 0,0 2 4 0 0,-1-1 0 0 0,0 0 0 0 0,-1-1 0 0 0,0 1 0 0 0,0-1 0 0 0,0 0 0 0 0,-9 8 0 0 0,10-11-1 0 0,0-1-1 0 0,-1 0 1 0 0,0 0-1 0 0,0 0 1 0 0,0-1-1 0 0,0 1 1 0 0,0-1-1 0 0,-1 0 1 0 0,0-1-1 0 0,1 0 1 0 0,-1 1-1 0 0,-7 0 0 0 0,11-3-2 0 0,1 1 0 0 0,-1-1 0 0 0,0 0 0 0 0,1 0 0 0 0,-1 0 0 0 0,1 0 0 0 0,-1 0 0 0 0,0-1 0 0 0,1 1 0 0 0,-1 0 0 0 0,1-1 0 0 0,-1 1 0 0 0,0-1 0 0 0,1 0 0 0 0,0 1 0 0 0,-1-1 0 0 0,1 0 0 0 0,-1 0 0 0 0,1 0 0 0 0,0 0 0 0 0,0 0 0 0 0,-1 0 0 0 0,1 0 0 0 0,0-1 0 0 0,0 1 0 0 0,-1-3 0 0 0,-2-1 0 0 0,1 0 0 0 0,1-1 0 0 0,-1 1 0 0 0,1-1 0 0 0,-3-9 0 0 0,1 2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4.8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23 0 0,'7'8'0'0'0,"-6"-3"0"0"0,1 2 0 0 0,1-1 0 0 0,0 3 0 0 0,-1-4 0 0 0,3 3 0 0 0,1 6 0 0 0,4 9 80 0 0,5 9-80 0 0,1 2 0 0 0,1 0 0 0 0,-1-4 0 0 0,-1-6 0 0 0,-2-1 0 0 0,-3-3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5.0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153 8 24 0 0,'-5'-8'12'0'0,"1"9"108"0"0,-6 13 73 0 0,9-12-197 0 0,-38 88 20 0 0,1-4-18 0 0,23-55 2 0 0,1 0 0 0 0,-10 38 0 0 0,22-59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5.7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66 24 0 0,'0'0'5'0'0,"-1"0"1"0"0,1 0-1 0 0,-1 0 1 0 0,1 0 0 0 0,-1 0-1 0 0,1 0 1 0 0,-1 0 0 0 0,0 0-1 0 0,1 1 1 0 0,-1-1-1 0 0,1 0 1 0 0,0 0 0 0 0,-1 1-1 0 0,1-1 1 0 0,-1 0 0 0 0,1 1-1 0 0,-1-1 1 0 0,1 0-1 0 0,0 1 1 0 0,-1-1 0 0 0,1 0-1 0 0,0 1 1 0 0,-1-1 0 0 0,1 1-1 0 0,0-1 1 0 0,-1 1-1 0 0,1-1 1 0 0,0 1 0 0 0,0-1-1 0 0,0 1 1 0 0,0-1 0 0 0,-1 1-1 0 0,1-1 1 0 0,0 1 0 0 0,0-1-1 0 0,0 1 1 0 0,0 0-1 0 0,0-1 1 0 0,0 1 0 0 0,0-1-1 0 0,0 1 1 0 0,1-1 0 0 0,-1 1-1 0 0,0-1 1 0 0,0 1-1 0 0,0-1 1 0 0,1 1 0 0 0,-1-1-1 0 0,0 1 1 0 0,0-1 0 0 0,1 1-1 0 0,-1-1 1 0 0,1 1-1 0 0,4 2 0 0 0,-1-1-1 0 0,1 0 1 0 0,0 0-1 0 0,0 0 1 0 0,0-1-1 0 0,0 1 0 0 0,6 0 1 0 0,39 3 38 0 0,-36-4-47 0 0,42 3 41 0 0,1-3 0 0 0,0-3 0 0 0,-1-2 0 0 0,68-14 0 0 0,25-15 21 0 0,90-13-29 0 0,-168 39-2 0 0,133 4-1 0 0,-196 3-19 0 0,-1 1-1 0 0,1 1 1 0 0,0-1-1 0 0,10 4 0 0 0,-17-4-4 0 0,1-1-1 0 0,0 1 0 0 0,-1-1 0 0 0,1 1 0 0 0,-1 0 1 0 0,1-1-1 0 0,-1 1 0 0 0,0 0 0 0 0,1 0 0 0 0,-1 0 1 0 0,0 0-1 0 0,0 0 0 0 0,1 1 0 0 0,-1-1 0 0 0,0 0 0 0 0,0 0 1 0 0,0 1-1 0 0,0-1 0 0 0,-1 0 0 0 0,1 1 0 0 0,0-1 1 0 0,-1 1-1 0 0,1 0 0 0 0,-1-1 0 0 0,1 1 0 0 0,0 2 0 0 0,-1 1-1 0 0,0-4 0 0 0,0 0 0 0 0,0 0 0 0 0,1-1 0 0 0,-1 1 0 0 0,0 0 0 0 0,0 0 0 0 0,0-1 0 0 0,-1 1 0 0 0,1 0 0 0 0,0 0 0 0 0,0-1 0 0 0,0 1 0 0 0,-1 0 0 0 0,1 0 0 0 0,0-1 0 0 0,0 1 0 0 0,-1 0 0 0 0,1-1 0 0 0,-1 1 0 0 0,0 0 0 0 0,-12 20-110 0 0,7-16-44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6.8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1 199 0 0,'0'0'1'0'0,"0"0"0"0"0,0 0-1 0 0,0 0 1 0 0,0 0-1 0 0,0 0 1 0 0,0 0-1 0 0,1 0 1 0 0,-1 0-1 0 0,0 0 1 0 0,0 0-1 0 0,0 0 1 0 0,0 0-1 0 0,0 0 1 0 0,0 0-1 0 0,0 0 1 0 0,0 0-1 0 0,0 0 1 0 0,0 0-1 0 0,0 0 1 0 0,1 0-1 0 0,-1 0 1 0 0,0 0-1 0 0,0 0 1 0 0,0 0-1 0 0,0 0 1 0 0,0 0-1 0 0,0 0 1 0 0,0 0-1 0 0,0 0 1 0 0,0 0-1 0 0,0 0 1 0 0,0 0-1 0 0,0 0 1 0 0,1 0-1 0 0,-1 0 1 0 0,0 0-1 0 0,0 0 1 0 0,0 0 0 0 0,0 1-1 0 0,0-1 1 0 0,0 0-1 0 0,0 0 1 0 0,0 0-1 0 0,0 0 1 0 0,0 0-1 0 0,0 0 1 0 0,0 0-1 0 0,0 0 1 0 0,0 0-1 0 0,0 0 1 0 0,0 0-1 0 0,0 0 1 0 0,0 1-1 0 0,0-1 1 0 0,2 9 27 0 0,0 15 20 0 0,-2-18-35 0 0,-1 194 34 0 0,0-14-20 0 0,2-152-19 0 0,-1-16 3 0 0,1 0 1 0 0,0 1-1 0 0,2-1 0 0 0,7 30 0 0 0,-10-48-11 0 0,0 0 0 0 0,0 0-1 0 0,0 0 1 0 0,1 0-1 0 0,-1 0 1 0 0,0 0-1 0 0,0 0 1 0 0,0 0-1 0 0,0 0 1 0 0,0 0 0 0 0,0 0-1 0 0,0 1 1 0 0,1-1-1 0 0,-1 0 1 0 0,0 0-1 0 0,0 0 1 0 0,0 0-1 0 0,0 0 1 0 0,0 0 0 0 0,0-1-1 0 0,1 1 1 0 0,-1 0-1 0 0,0 0 1 0 0,0 0-1 0 0,0 0 1 0 0,0 0-1 0 0,0 0 1 0 0,0 0 0 0 0,0 0-1 0 0,0 0 1 0 0,1 0-1 0 0,-1 0 1 0 0,0 0-1 0 0,0 0 1 0 0,0 0-1 0 0,0 0 1 0 0,0-1 0 0 0,0 1-1 0 0,0 0 1 0 0,0 0-1 0 0,0 0 1 0 0,0 0-1 0 0,0 0 1 0 0,0 0-1 0 0,0 0 1 0 0,1-1 0 0 0,-1 1-1 0 0,0 0 1 0 0,0 0-1 0 0,0 0 1 0 0,0 0-1 0 0,0 0 1 0 0,0 0-1 0 0,0 0 1 0 0,0-1 0 0 0,4-8-85 0 0,-3 3 18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7.2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37 167 0 0,'2'-1'5'0'0,"1"0"-1"0"0,-1 0 0 0 0,0 0 1 0 0,0 0-1 0 0,0 0 0 0 0,1 0 0 0 0,-1 0 1 0 0,4 0-1 0 0,-3 0 17 0 0,83-19 126 0 0,-72 17-122 0 0,0 2-1 0 0,0-1 0 0 0,0 2 0 0 0,17 1 0 0 0,-28-1-21 0 0,-1 0 0 0 0,0 1 0 0 0,0-1-1 0 0,1 1 1 0 0,-1-1 0 0 0,0 1-1 0 0,0 0 1 0 0,0 0 0 0 0,0 0-1 0 0,0 0 1 0 0,0 0 0 0 0,0 1-1 0 0,0-1 1 0 0,0 0 0 0 0,-1 1-1 0 0,1-1 1 0 0,2 4 0 0 0,-2-2 0 0 0,0 0 1 0 0,-1 0-1 0 0,1 0 0 0 0,-1 0 1 0 0,1 0-1 0 0,-1 1 0 0 0,0-1 1 0 0,-1 1-1 0 0,1-1 1 0 0,0 5-1 0 0,0 8 5 0 0,-2-1 1 0 0,1 0-1 0 0,-2 0 0 0 0,-4 18 0 0 0,5-27-7 0 0,-1 9 0 0 0,0-2-1 0 0,-1 0-1 0 0,-6 20 0 0 0,8-29 2 0 0,0-1 0 0 0,-1 0 0 0 0,0 0 0 0 0,1 1-1 0 0,-1-1 1 0 0,0 0 0 0 0,-1 0 0 0 0,1-1-1 0 0,0 1 1 0 0,-1 0 0 0 0,1-1 0 0 0,-1 0 0 0 0,0 1-1 0 0,-4 1 1 0 0,-7 4 16 0 0,-25 10 1 0 0,34-16-16 0 0,-1 0 0 0 0,1 0 0 0 0,0-1 0 0 0,0 0 0 0 0,-1 0 0 0 0,1-1 0 0 0,-1 1 0 0 0,-9-2 0 0 0,14 1-2 0 0,0 0 0 0 0,-1 0 0 0 0,1-1 0 0 0,0 1 0 0 0,0 0 0 0 0,0 0 0 0 0,-1 1 0 0 0,1-1 0 0 0,0 0 0 0 0,0 0 0 0 0,0 1 0 0 0,-1-1 0 0 0,1 0 0 0 0,0 1 0 0 0,0-1 0 0 0,0 1 0 0 0,-2 1 0 0 0,3-2 0 0 0,-1 1 0 0 0,1 0 0 0 0,-1-1 0 0 0,1 1 0 0 0,0 0 0 0 0,-1-1 0 0 0,1 1 0 0 0,0 0 0 0 0,-1 0 0 0 0,1-1 0 0 0,0 1 0 0 0,0 0 0 0 0,0 0 0 0 0,0 0 0 0 0,0 0 0 0 0,0-1 0 0 0,0 1 0 0 0,0 0 0 0 0,0 1 0 0 0,1 4 0 0 0,1 0 0 0 0,0 1 0 0 0,0-2 0 0 0,1 1 0 0 0,3 7 0 0 0,-3-8 0 0 0,2 4 0 0 0,0-1 0 0 0,0 1 0 0 0,1-1 0 0 0,1 0 0 0 0,-1 0 0 0 0,12 9 0 0 0,48 35 0 0 0,-23-21 0 0 0,-21-9-70 0 0,5 4-94 0 0,-26-25 155 0 0,1 0 0 0 0,0 0 0 0 0,0 1 0 0 0,0-1 0 0 0,0 0 0 0 0,0 0 0 0 0,0-1 0 0 0,0 1 0 0 0,0 0 0 0 0,0-1 0 0 0,0 1 0 0 0,0-1 0 0 0,3 0 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47.6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 10 24 0 0,'0'-1'15'0'0,"0"1"1"0"0,-1-1-1 0 0,1 0 1 0 0,0 1 0 0 0,-1-1-1 0 0,1 1 1 0 0,-1-1 0 0 0,1 0-1 0 0,-1 1 1 0 0,1-1 0 0 0,-1 1-1 0 0,0-1 1 0 0,1 1 0 0 0,-1-1-1 0 0,0 1 1 0 0,-1-1-7 0 0,0 1 0 0 0,0 0-1 0 0,0 0 1 0 0,0 0 0 0 0,0 1 0 0 0,0-1 0 0 0,1 0-1 0 0,-1 1 1 0 0,0-1 0 0 0,0 1 0 0 0,0 0-1 0 0,1-1 1 0 0,-1 1 0 0 0,-1 1 0 0 0,-26 17 40 0 0,19-12-30 0 0,9-7-17 0 0,1 0 0 0 0,-1 1 0 0 0,1-1 0 0 0,-1 0 0 0 0,1 0 0 0 0,0 1 0 0 0,-1-1 0 0 0,1 0 0 0 0,-1 1 0 0 0,1-1 0 0 0,0 1 0 0 0,-1-1 1 0 0,1 0-1 0 0,0 1 0 0 0,-1-1 0 0 0,1 1 0 0 0,0-1 0 0 0,0 1 0 0 0,-1-1 0 0 0,1 1 0 0 0,0-1 0 0 0,0 1 0 0 0,0-1 0 0 0,0 1 0 0 0,0-1 0 0 0,0 1 0 0 0,0-1 0 0 0,0 1 0 0 0,0-1 0 0 0,0 1 0 0 0,0-1 0 0 0,0 1 0 0 0,0-1 0 0 0,0 1 0 0 0,0 0 0 0 0,0-1 0 0 0,1 0 0 0 0,-1 1 0 0 0,0-1 0 0 0,0 1 0 0 0,1-1 0 0 0,-1 1 0 0 0,0 0 0 0 0,3 1 3 0 0,0 1 0 0 0,-1-1-1 0 0,1 0 1 0 0,0 0 0 0 0,5 3-1 0 0,1 0-4 0 0,-1 0 0 0 0,-1 1 0 0 0,1 0 0 0 0,-1 0 0 0 0,0 1 0 0 0,0 0 0 0 0,9 12 0 0 0,-12-14 0 0 0,-1 0 0 0 0,0 0 0 0 0,-1 1 0 0 0,1-1 0 0 0,-1 1 0 0 0,0 0 0 0 0,0 0 0 0 0,-1 0 0 0 0,0-1 0 0 0,0 1 0 0 0,0 0 0 0 0,0 1 0 0 0,-2 7 0 0 0,1-4-5 0 0,-1-1 0 0 0,0 1-1 0 0,-1-1 1 0 0,0 0 0 0 0,0 1-1 0 0,-1-1 1 0 0,0 0 0 0 0,-1 0-1 0 0,0-1 1 0 0,-1 1 0 0 0,-8 12-1 0 0,11-19 6 0 0,1 0-1 0 0,-1-1 0 0 0,1 1 0 0 0,-1-1 1 0 0,0 0-1 0 0,0 0 0 0 0,0 1 0 0 0,1-1 1 0 0,-1 0-1 0 0,0 0 0 0 0,0-1 0 0 0,-1 1 0 0 0,1 0 1 0 0,0-1-1 0 0,0 1 0 0 0,-2-1 0 0 0,2 0-1 0 0,1 0 0 0 0,0 0 0 0 0,0 0 0 0 0,0 0 0 0 0,-1 0 0 0 0,1 0 0 0 0,0-1 0 0 0,0 1 0 0 0,0-1 0 0 0,0 1 0 0 0,0-1 0 0 0,-1 1 0 0 0,1-1 0 0 0,0 1 0 0 0,0-1 0 0 0,0 0-1 0 0,1 0 1 0 0,-1 1 0 0 0,0-1 0 0 0,0 0 0 0 0,0 0 0 0 0,0 0 0 0 0,1 0 0 0 0,-1 0 0 0 0,1 0 0 0 0,-1 0 0 0 0,0 0 0 0 0,1 0 0 0 0,-1-3 0 0 0,-2-5-21 0 0,1 0 0 0 0,1 0 1 0 0,-1 0-1 0 0,1-12 0 0 0,1 0 11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55.6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46 167 0 0,'14'-3'20'0'0,"1"0"-1"0"0,0 1 0 0 0,-1 0 0 0 0,1 1 0 0 0,15 2 0 0 0,6-2-6 0 0,24 0 12 0 0,-16 0 27 0 0,64-9-1 0 0,-107 10-51 0 0,0 0 0 0 0,0 0 0 0 0,0 0 0 0 0,0-1 0 0 0,0 1 0 0 0,-1 0 0 0 0,1 0 0 0 0,0-1 0 0 0,0 1 0 0 0,0-1 0 0 0,-1 1 0 0 0,1-1 0 0 0,0 1 0 0 0,-1-1 0 0 0,1 1 0 0 0,0-1 0 0 0,0 0 0 0 0,-1 0 0 0 0,0 1 0 0 0,0-1 0 0 0,0 1 0 0 0,0-1 0 0 0,0 1 0 0 0,0-1 0 0 0,0 1 0 0 0,0-1 0 0 0,0 1 0 0 0,0 0 0 0 0,0-1 0 0 0,0 1 0 0 0,-1-1 0 0 0,1 1 0 0 0,0-1 0 0 0,0 1 0 0 0,0 0 0 0 0,-1-1 0 0 0,1 1 0 0 0,0-1 0 0 0,-1 1 0 0 0,1 0 0 0 0,0-1 0 0 0,-1 1 0 0 0,1 0 0 0 0,0 0 0 0 0,-1-1 0 0 0,1 1 0 0 0,0 0 0 0 0,-1 0 0 0 0,1 0 0 0 0,-1-1 0 0 0,0 1 0 0 0,-4-3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55.9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1 167 0 0,'1'0'1'0'0,"-1"0"-1"0"0,0 0 0 0 0,0 0 0 0 0,0 0 0 0 0,1 0 0 0 0,-1 0 0 0 0,0 0 0 0 0,0 0 0 0 0,0 0 0 0 0,1 0 0 0 0,-1 0 1 0 0,0 0-1 0 0,0 0 0 0 0,0 0 0 0 0,1 0 0 0 0,-1 0 0 0 0,0 0 0 0 0,0 0 0 0 0,0 0 0 0 0,0 1 0 0 0,1-1 0 0 0,-1 0 1 0 0,0 0-1 0 0,0 0 0 0 0,0 0 0 0 0,0 0 0 0 0,1 1 0 0 0,-1-1 0 0 0,0 0 0 0 0,0 0 0 0 0,0 0 0 0 0,0 0 0 0 0,0 1 0 0 0,0-1 1 0 0,0 0-1 0 0,0 0 0 0 0,0 0 0 0 0,1 0 0 0 0,-1 1 0 0 0,0-1 0 0 0,0 0 0 0 0,0 0 0 0 0,0 0 0 0 0,0 1 0 0 0,0-1 1 0 0,3 12 38 0 0,-2-10-29 0 0,6 31 51 0 0,-1 0-1 0 0,2 41 1 0 0,-4 70-6 0 0,-3-55-18 0 0,0-70-37 0 0,-2-11 0 0 0,1 1 0 0 0,1-1 0 0 0,0 0 0 0 0,0 0 0 0 0,4 14 0 0 0,-2-17-13 0 0,-1-4-54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56.4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0,'1'0'2'0'0,"-1"0"1"0"0,0 0-1 0 0,1 1 1 0 0,-1-1-1 0 0,0 0 1 0 0,1 1-1 0 0,-1-1 1 0 0,0 0-1 0 0,1 1 1 0 0,-1-1-1 0 0,0 1 1 0 0,1-1-1 0 0,-1 0 1 0 0,0 1-1 0 0,0-1 1 0 0,0 1-1 0 0,0-1 1 0 0,1 1-1 0 0,-1-1 1 0 0,0 1-1 0 0,0-1 1 0 0,0 1-1 0 0,0 0 1 0 0,4 14 67 0 0,9 63-31 0 0,6 149-1 0 0,-19-218-38 0 0,0 1 0 0 0,0 0 0 0 0,0 0 0 0 0,-1-1 0 0 0,-1 1 0 0 0,-2 10 0 0 0,2-15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25 24 0 0,'1'-2'9'0'0,"1"0"0"0"0,-1 0 0 0 0,1 1 1 0 0,0-1-1 0 0,0 1 0 0 0,0-1 0 0 0,0 1 1 0 0,0 0-1 0 0,0 0 0 0 0,0 0 0 0 0,1 0 1 0 0,-1 0-1 0 0,0 0 0 0 0,0 0 0 0 0,1 1 1 0 0,2-1-1 0 0,4-1 1 0 0,0 1-1 0 0,17 0 1 0 0,-21 1-8 0 0,1 0-1 0 0,-1 1 1 0 0,1-1-1 0 0,-1 1 1 0 0,0 0-1 0 0,1 1 1 0 0,-1-1-1 0 0,0 1 0 0 0,0 0 1 0 0,0 0-1 0 0,0 1 1 0 0,-1-1-1 0 0,1 1 1 0 0,0 0-1 0 0,-1 0 1 0 0,0 1-1 0 0,0-1 1 0 0,0 1-1 0 0,0 0 1 0 0,-1 0-1 0 0,1 0 1 0 0,-1 1-1 0 0,0-1 1 0 0,0 1-1 0 0,-1 0 1 0 0,1-1-1 0 0,-1 1 1 0 0,0 1-1 0 0,0-1 1 0 0,-1 0-1 0 0,0 0 1 0 0,0 0-1 0 0,0 1 1 0 0,0-1-1 0 0,-1 10 0 0 0,0-8-1 0 0,0 0 0 0 0,-1 0 0 0 0,1 0 0 0 0,-1 0 0 0 0,-1-1 0 0 0,-3 11 0 0 0,4-14 0 0 0,0 0 0 0 0,0-1 0 0 0,-1 1 0 0 0,1-1 0 0 0,-1 0 0 0 0,1 1 0 0 0,-1-1 0 0 0,0 0 0 0 0,0 0 0 0 0,0 0 0 0 0,0 0 0 0 0,-1 0 0 0 0,1-1 0 0 0,0 1 0 0 0,-1 0 0 0 0,1-1 0 0 0,-1 0 0 0 0,-3 2 0 0 0,-3-1 7 0 0,-1 1-1 0 0,0-1 1 0 0,0 0-1 0 0,0-1 0 0 0,0 0 1 0 0,0-1-1 0 0,0 0 1 0 0,0 0-1 0 0,-17-4 0 0 0,30 10-6 0 0,0-1 0 0 0,1 1 0 0 0,-1-1 0 0 0,10 9 0 0 0,32 24 16 0 0,-34-29-9 0 0,1 0 0 0 0,-1 1 0 0 0,-1 0 0 0 0,0 1 0 0 0,0 0 0 0 0,12 19-1 0 0,2 13-6 0 0,-22-38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5:59.2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 1 24 0 0,'-1'0'11'0'0,"1"1"1"0"0,-1-1 0 0 0,1 0 0 0 0,0 1 0 0 0,-1-1 0 0 0,1 1 0 0 0,-1-1 0 0 0,1 0-1 0 0,0 1 1 0 0,-1-1 0 0 0,1 1 0 0 0,0-1 0 0 0,0 1 0 0 0,-1 0 0 0 0,1-1 0 0 0,0 1 0 0 0,0-1-1 0 0,0 1 1 0 0,0-1 0 0 0,0 1 0 0 0,0-1 0 0 0,0 1 0 0 0,0 0 0 0 0,-5 20 17 0 0,-4 26-12 0 0,3-21-8 0 0,1 0 0 0 0,2 0 0 0 0,-1 49 0 0 0,4-72-8 0 0,0-1-1 0 0,1 0 1 0 0,-1 0-1 0 0,0 0 1 0 0,1 0-1 0 0,-1 0 1 0 0,1 0-1 0 0,0 0 0 0 0,0 0 1 0 0,0 0-1 0 0,0 0 1 0 0,0-1-1 0 0,0 1 1 0 0,0 0-1 0 0,1-1 0 0 0,-1 1 1 0 0,1 0-1 0 0,-1-1 1 0 0,3 2-1 0 0,-1-1 2 0 0,0 0 0 0 0,0-1 0 0 0,1 1 0 0 0,-1-1 0 0 0,0 0-1 0 0,1 0 1 0 0,-1 0 0 0 0,1 0 0 0 0,-1-1 0 0 0,7 1 0 0 0,0-1 3 0 0,-1-1 1 0 0,1 0 0 0 0,-1 0-1 0 0,1-1 1 0 0,-1 0 0 0 0,0-1-1 0 0,18-6 1 0 0,-2-5 53 0 0,-23 14-61 0 0,-1-1 1 0 0,1-1-1 0 0,-1 1 1 0 0,1 0 0 0 0,-1 0-1 0 0,1-1 1 0 0,-1 1-1 0 0,1 0 1 0 0,-1-1-1 0 0,0 1 1 0 0,0-1 0 0 0,1-2-1 0 0,-5-4-153 0 0,2 5 75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6:00.9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0,'1'2'7'0'0,"0"1"0"0"0,-1-1 0 0 0,1 1 0 0 0,-1-1 0 0 0,0 1 0 0 0,0-1 0 0 0,0 1 0 0 0,0 2 0 0 0,-1 7 20 0 0,23 267 90 0 0,-22-276-117 0 0,1 0 0 0 0,-1 1 0 0 0,1-1 0 0 0,-1 1 0 0 0,0 0 0 0 0,0-1 0 0 0,0 1 0 0 0,-1 0 0 0 0,1-1 0 0 0,-1 1 0 0 0,-2 6 0 0 0,2-10 0 0 0,0-2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6:01.4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49 24 0 0,'0'-2'2'0'0,"0"0"1"0"0,0 0-1 0 0,0 0 1 0 0,1 0-1 0 0,-1 0 1 0 0,1 0-1 0 0,-1 1 1 0 0,1-1 0 0 0,0 0-1 0 0,0 0 1 0 0,0 0-1 0 0,0 0 1 0 0,0 1-1 0 0,0-1 1 0 0,0 0 0 0 0,0 1-1 0 0,1-1 1 0 0,-1 1-1 0 0,1 0 1 0 0,-1-1-1 0 0,1 1 1 0 0,-1 0 0 0 0,1 0-1 0 0,0 0 1 0 0,2-1-1 0 0,-1 1 2 0 0,0 0-1 0 0,-1 0 0 0 0,1 0 1 0 0,0 0-1 0 0,0 1 1 0 0,0 0-1 0 0,0-1 0 0 0,0 1 1 0 0,-1 0-1 0 0,1 0 1 0 0,0 1-1 0 0,0-1 0 0 0,0 1 1 0 0,0-1-1 0 0,-1 1 1 0 0,1 0-1 0 0,3 1 0 0 0,1 2 1 0 0,1 1-1 0 0,-1 0 0 0 0,0 0 0 0 0,0 0 0 0 0,0 1 0 0 0,7 8 0 0 0,2 4 18 0 0,15 21 0 0 0,-29-35-14 0 0,1 0-1 0 0,-1-1 1 0 0,0 1-1 0 0,0 1 0 0 0,0-1 1 0 0,0 0-1 0 0,-1 0 1 0 0,0 1-1 0 0,0-1 0 0 0,0 1 1 0 0,0 4-1 0 0,-1-6-3 0 0,0 0-1 0 0,0 0 1 0 0,0 0 0 0 0,0 0 0 0 0,-1 0-1 0 0,0-1 1 0 0,1 1 0 0 0,-1 0-1 0 0,0-1 1 0 0,0 1 0 0 0,-1 0 0 0 0,1-1-1 0 0,0 1 1 0 0,-1-1 0 0 0,0 0-1 0 0,1 1 1 0 0,-1-1 0 0 0,-3 3-1 0 0,-13 10 13 0 0,-1-1-1 0 0,-38 21 0 0 0,-5 4 7 0 0,62-38-21 0 0,0-1 0 0 0,-1 1 0 0 0,1-1 0 0 0,0 1 0 0 0,0-1 0 0 0,-1 1 0 0 0,1-1 0 0 0,0 1 0 0 0,0-1 0 0 0,0 1 0 0 0,0 0 0 0 0,0-1 0 0 0,0 1 0 0 0,0-1 0 0 0,0 1 0 0 0,0-1 0 0 0,0 1 0 0 0,0-1 0 0 0,0 1 0 0 0,0 0 0 0 0,0-1 0 0 0,0 1 0 0 0,1-1 0 0 0,-1 1 0 0 0,0-1 0 0 0,0 1 0 0 0,1-1 0 0 0,-1 1 0 0 0,0-1 0 0 0,1 1 0 0 0,-1-1 0 0 0,0 0 0 0 0,1 1 0 0 0,-1-1 0 0 0,1 1 0 0 0,15 16 0 0 0,27 14 0 0 0,-32-25 0 0 0,-2 1 0 0 0,1 0 0 0 0,-1 1 0 0 0,0 0 0 0 0,12 14 0 0 0,-12-10-10 0 0,-4-7-44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6:04.1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0 111 0 0,'-1'23'11'0'0,"-5"25"0"0"0,4-34-4 0 0,0 0 0 0 0,1 1 0 0 0,0-1 0 0 0,2 1 0 0 0,2 20 0 0 0,-3-34-7 0 0,0 1 0 0 0,1-1 0 0 0,-1 0 0 0 0,1 0 0 0 0,-1 1 0 0 0,1-1 0 0 0,0 0 0 0 0,-1 0 0 0 0,1 0 0 0 0,0 0 0 0 0,0 0 0 0 0,0 0 0 0 0,0 0 0 0 0,0 0 0 0 0,0 0 0 0 0,0-1 0 0 0,0 1 0 0 0,0 0 0 0 0,0-1 0 0 0,0 1 0 0 0,0-1 0 0 0,1 1 0 0 0,-1-1 0 0 0,0 1 0 0 0,0-1 0 0 0,1 0 0 0 0,-1 1 0 0 0,0-1 0 0 0,1 0 0 0 0,-1 0 0 0 0,0 0 0 0 0,1 0 0 0 0,0-1 0 0 0,7 1 0 0 0,0-2 0 0 0,0 1 0 0 0,15-5 0 0 0,-16 4 0 0 0,51-16 16 0 0,-40 11-6 0 0,0 1-1 0 0,0 1 1 0 0,0 1 0 0 0,32-3-1 0 0,-31 7-9 0 0,-11-1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3.2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1 143 0 0,'-7'28'128'0'0,"-8"223"-43"0"0,8-91-42 0 0,5-93-43 0 0,11 128 0 0 0,-8-188-13 0 0,0 0 0 0 0,1 0-1 0 0,-1 0 1 0 0,1 0 0 0 0,3 7-1 0 0,-4-12 14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3.8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1 103 24 0 0,'5'-12'6'0'0,"1"-1"32"0"0,0 0 0 0 0,14-21 0 0 0,-19 32-34 0 0,1 0 0 0 0,-1-1 0 0 0,1 1 0 0 0,0 0 0 0 0,0 0 0 0 0,0 1 0 0 0,0-1 0 0 0,0 0 0 0 0,0 1 0 0 0,0-1 0 0 0,0 1 0 0 0,1-1 0 0 0,-1 1 0 0 0,1 0 0 0 0,-1 0 0 0 0,1 0 0 0 0,-1 1 0 0 0,1-1 0 0 0,-1 0 0 0 0,1 1 0 0 0,4 0-1 0 0,-5 0-1 0 0,1 0-1 0 0,-1 1 0 0 0,1 0 0 0 0,-1 0 0 0 0,0 0 0 0 0,1 0 0 0 0,-1 0 0 0 0,0 0 0 0 0,1 0 0 0 0,-1 1 0 0 0,0-1 0 0 0,2 3 0 0 0,24 25 28 0 0,-19-19-18 0 0,16 17 27 0 0,38 51 1 0 0,-56-68-26 0 0,-1 1 1 0 0,0-1-1 0 0,0 1 0 0 0,-1 0 1 0 0,-1 0-1 0 0,0 1 0 0 0,0-1 1 0 0,-1 1-1 0 0,2 16 0 0 0,-4-24-13 0 0,-1 0 0 0 0,0 1 0 0 0,0-1 0 0 0,0 0 0 0 0,0 1 0 0 0,-1-1 0 0 0,1 0 0 0 0,-1 0 0 0 0,0 0 0 0 0,-1 0 0 0 0,1 0 0 0 0,-1 0 0 0 0,1 0 0 0 0,-1 0 0 0 0,0 0 0 0 0,-1-1 0 0 0,1 1 0 0 0,-1-1 0 0 0,1 1 0 0 0,-1-1 0 0 0,0 0 0 0 0,0 0 0 0 0,-1-1 0 0 0,1 1 0 0 0,0 0 0 0 0,-1-1 0 0 0,0 0 0 0 0,1 0 0 0 0,-1 0 0 0 0,0 0 0 0 0,0-1 0 0 0,0 0 0 0 0,-5 2 0 0 0,-7 0 0 0 0,0 1 0 0 0,-21 0 0 0 0,21-2 0 0 0,0 0 0 0 0,-23 6 0 0 0,39-8 0 0 0,-1 0 0 0 0,1 0 0 0 0,0 0 0 0 0,0 0 0 0 0,0 0 0 0 0,0 0 0 0 0,0 0 0 0 0,0 0 0 0 0,-1 0 0 0 0,1 1 0 0 0,0-1 0 0 0,0 0 0 0 0,0 0 0 0 0,0 0 0 0 0,0 0 0 0 0,0 0 0 0 0,0 0 0 0 0,-1 0 0 0 0,1 0 0 0 0,0 0 0 0 0,0 1 0 0 0,0-1 0 0 0,0 0 0 0 0,0 0 0 0 0,0 0 0 0 0,0 0 0 0 0,0 0 0 0 0,0 0 0 0 0,0 1 0 0 0,0-1 0 0 0,0 0 0 0 0,0 0 0 0 0,0 0 0 0 0,0 0 0 0 0,0 0 0 0 0,0 1 0 0 0,0-1 0 0 0,0 0 0 0 0,0 0 0 0 0,0 0 0 0 0,0 0 0 0 0,0 1 0 0 0,6 6 0 0 0,16 9 0 0 0,-15-12 0 0 0,17 15 16 0 0,38 37 0 0 0,-52-46-10 0 0,-1 1-1 0 0,0 1 0 0 0,0-1 1 0 0,-2 1-1 0 0,14 26 0 0 0,-14-22-5 0 0,-1-5 0 0 0,-1 0 0 0 0,-1 0 0 0 0,0 1 0 0 0,0-1 0 0 0,3 24 0 0 0,-8-9-16 0 0,1-23-64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5.8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27 24 0 0,'0'2'103'0'0,"6"-6"-79"0"0,5 0-3 0 0,0 0-1 0 0,0 0 0 0 0,0 1 0 0 0,0 0 0 0 0,1 1 0 0 0,-1 0 1 0 0,1 1-1 0 0,13 0 0 0 0,133 9-10 0 0,-158-8-10 0 0,0 1 0 0 0,0-1 0 0 0,0 0 0 0 0,1 0 0 0 0,-1 0 0 0 0,0 0 0 0 0,0 1 0 0 0,0-1 0 0 0,0 0 0 0 0,0 0 0 0 0,1 0 0 0 0,-1 1 0 0 0,0-1 0 0 0,0 0 0 0 0,0 0 0 0 0,0 1 0 0 0,0-1 0 0 0,0 0 0 0 0,0 0 0 0 0,0 1 0 0 0,0-1 0 0 0,0 0 0 0 0,0 0 0 0 0,0 1 0 0 0,0-1 0 0 0,0 0 0 0 0,0 0 0 0 0,0 0 0 0 0,0 1 0 0 0,0-1 0 0 0,0 0 0 0 0,-1 0 0 0 0,1 1 0 0 0,0-1 0 0 0,0 0 0 0 0,0 0 0 0 0,0 0 0 0 0,0 1 0 0 0,-1-1 0 0 0,1 0 0 0 0,0 0 0 0 0,0 0 0 0 0,-3 4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6.2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57 1 111 0 0,'-1'21'42'0'0,"-1"0"0"0"0,-6 27 0 0 0,-1 10 24 0 0,-2 47-44 0 0,5 0-1 0 0,12 186 0 0 0,-5-284-25 0 0,0 8 8 0 0,0 1 0 0 0,-1 15 0 0 0,0-27-10 0 0,0 0 0 0 0,-1 0 0 0 0,1 0 0 0 0,-1 0 0 0 0,0 0 1 0 0,0 0-1 0 0,-1-1 0 0 0,1 1 0 0 0,-1 0 0 0 0,0-1 0 0 0,0 1 1 0 0,0-1-1 0 0,-3 4 0 0 0,-3-2-48 0 0,7-6 54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6.5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 24 0 0,'0'0'5'0'0,"0"0"1"0"0,0 1-1 0 0,0-1 1 0 0,0 0-1 0 0,0 1 1 0 0,0-1 0 0 0,1 0-1 0 0,-1 1 1 0 0,0-1-1 0 0,0 0 1 0 0,0 1 0 0 0,0-1-1 0 0,0 0 1 0 0,0 0-1 0 0,0 1 1 0 0,1-1 0 0 0,-1 0-1 0 0,0 0 1 0 0,0 1-1 0 0,0-1 1 0 0,1 0 0 0 0,-1 0-1 0 0,0 1 1 0 0,0-1-1 0 0,1 0 1 0 0,-1 0 0 0 0,0 0-1 0 0,0 0 1 0 0,1 1-1 0 0,-1-1 1 0 0,0 0 0 0 0,1 0-1 0 0,-1 0 1 0 0,0 0-1 0 0,1 0 1 0 0,-1 0 0 0 0,14 5 86 0 0,-4-4-75 0 0,1-2 0 0 0,-1 1-1 0 0,1-2 1 0 0,-1 1 0 0 0,1-1-1 0 0,-1-1 1 0 0,10-3-1 0 0,-9 3-9 0 0,-10 3-7 0 0,-1 0 0 0 0,1 0 0 0 0,0-1 0 0 0,0 1 0 0 0,0 0 0 0 0,-1 0 0 0 0,1-1 0 0 0,0 1 0 0 0,0 0 0 0 0,0-1 0 0 0,-1 1 0 0 0,1 0 0 0 0,0-1 0 0 0,-1 1 0 0 0,1-1 0 0 0,0 1 0 0 0,-1-1 0 0 0,1 0 0 0 0,-1 1 0 0 0,1-1 0 0 0,-1 0 0 0 0,1 1 0 0 0,-1-1 0 0 0,1 0 0 0 0,-1-1 0 0 0,0 0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7.4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24 0 0,'0'0'4'0'0,"-1"1"1"0"0,1-1 0 0 0,0 0-1 0 0,0 0 1 0 0,0 0 0 0 0,0 0 0 0 0,-1 0-1 0 0,1 1 1 0 0,0-1 0 0 0,0 0 0 0 0,0 0-1 0 0,0 0 1 0 0,0 1 0 0 0,-1-1 0 0 0,1 0-1 0 0,0 0 1 0 0,0 0 0 0 0,0 1 0 0 0,0-1-1 0 0,0 0 1 0 0,0 0 0 0 0,0 1 0 0 0,0-1-1 0 0,0 0 1 0 0,0 0 0 0 0,0 1-1 0 0,0-1 1 0 0,0 0 0 0 0,0 0 0 0 0,0 0-1 0 0,0 1 1 0 0,2 11-21 0 0,-2-8 24 0 0,16 131 95 0 0,-4-40-58 0 0,0 121-1 0 0,-15-182-65 0 0,-1-1 0 0 0,-12 48 0 0 0,10-51 8 0 0,2-15-47 0 0,3-12 60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8.0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82 24 0 0,'2'-3'17'0'0,"1"0"1"0"0,-1 0-1 0 0,0 0 1 0 0,4-7 0 0 0,-5 7-6 0 0,1 0-1 0 0,-1 0 1 0 0,1 1 0 0 0,0-1 0 0 0,0 1 0 0 0,0-1 0 0 0,0 1 0 0 0,0 0-1 0 0,0-1 1 0 0,4-1 0 0 0,2-1 10 0 0,0 1 0 0 0,0 1 0 0 0,0-1 0 0 0,0 1 0 0 0,1 1 0 0 0,-1-1 0 0 0,1 2 0 0 0,0-1 0 0 0,9 0 0 0 0,-12 2-10 0 0,1-1 0 0 0,0 1-1 0 0,-1 1 1 0 0,1-1 0 0 0,-1 1 0 0 0,1 0 0 0 0,-1 1-1 0 0,1-1 1 0 0,-1 1 0 0 0,0 1 0 0 0,1-1 0 0 0,8 6-1 0 0,-11-4-5 0 0,0-1-1 0 0,-1 0 1 0 0,0 1-1 0 0,0-1 0 0 0,0 1 1 0 0,0 0-1 0 0,0 0 0 0 0,-1 0 1 0 0,0 0-1 0 0,1 1 0 0 0,-2-1 1 0 0,3 7-1 0 0,0 3-7 0 0,0 0 0 0 0,3 27 0 0 0,-6-34 9 0 0,-1 0-1 0 0,0 1 1 0 0,0-1-1 0 0,0 1 0 0 0,-1-1 1 0 0,0 0-1 0 0,0 0 1 0 0,-1 1-1 0 0,0-1 0 0 0,0 0 1 0 0,-1 0-1 0 0,0-1 1 0 0,0 1-1 0 0,0 0 0 0 0,-1-1 1 0 0,0 0-1 0 0,0 0 1 0 0,-1 0-1 0 0,-9 9 0 0 0,13-14-6 0 0,-1 0 0 0 0,1 0 0 0 0,0 0 0 0 0,0-1 0 0 0,-1 1 0 0 0,1-1 0 0 0,0 1 0 0 0,-1-1 0 0 0,1 1 0 0 0,0-1 0 0 0,-1 0 0 0 0,1 1 0 0 0,-1-1 0 0 0,1 0 0 0 0,-1 0 0 0 0,1 0 0 0 0,0 0 0 0 0,-1 0 0 0 0,1-1 0 0 0,-1 1 0 0 0,1 0 0 0 0,0-1 0 0 0,-3 0 0 0 0,1 0 0 0 0,1 0 0 0 0,0 1 0 0 0,-1 0 0 0 0,1-1 0 0 0,-1 1 0 0 0,-4 0 0 0 0,6 0 0 0 0,0 0 0 0 0,-1 0 0 0 0,1 1 0 0 0,0-1 0 0 0,0 0 0 0 0,-1 1 0 0 0,1-1 0 0 0,0 1 0 0 0,0-1 0 0 0,0 1 0 0 0,0 0 0 0 0,-1-1 0 0 0,1 1 0 0 0,0 0 0 0 0,0 0 0 0 0,0 0 0 0 0,1 0 0 0 0,-1 0 0 0 0,0 0 0 0 0,-1 2 0 0 0,1-1 0 0 0,0-1 0 0 0,0 2 0 0 0,1-1 0 0 0,-1 0 0 0 0,1 0 0 0 0,-1 0 0 0 0,1 0 0 0 0,0 0 0 0 0,0 0 0 0 0,0 0 0 0 0,0 4 0 0 0,1 0 0 0 0,1 1 0 0 0,-1-1 0 0 0,1 0 0 0 0,0 0 0 0 0,0 0 0 0 0,1 0 0 0 0,4 7 0 0 0,1 0 0 0 0,1-2 0 0 0,1 1 0 0 0,20 17 0 0 0,-17-16 0 0 0,21 25 0 0 0,-30-32-185 0 0,-4-4 82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8.6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0 24 0 0,'-5'52'67'0'0,"3"-38"-19"0"0,0 0-1 0 0,1 0 1 0 0,1 16-1 0 0,0-26-40 0 0,1 0-1 0 0,-1 0 1 0 0,1-1-1 0 0,0 1 1 0 0,0 0-1 0 0,0-1 1 0 0,0 1-1 0 0,1-1 1 0 0,0 1-1 0 0,-1-1 1 0 0,1 1-1 0 0,1-1 1 0 0,-1 0-1 0 0,0 0 1 0 0,1 0-1 0 0,2 2 0 0 0,-2-3-2 0 0,0 0 0 0 0,0 0-1 0 0,1 0 1 0 0,-1-1-1 0 0,0 0 1 0 0,0 1-1 0 0,1-1 1 0 0,-1 0-1 0 0,1-1 1 0 0,-1 1-1 0 0,1-1 1 0 0,-1 0-1 0 0,1 1 1 0 0,-1-1-1 0 0,1-1 1 0 0,3 1 0 0 0,10-3 29 0 0,31-7 1 0 0,-44 9-34 0 0,7-1 18 0 0,-9 2-16 0 0,0-1 0 0 0,0 1 1 0 0,1-1-1 0 0,-1 1 1 0 0,0-1-1 0 0,0 1 0 0 0,0-1 1 0 0,0 0-1 0 0,1 0 0 0 0,-1 0 1 0 0,-1-1-1 0 0,4-1 0 0 0,-4 2-82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9.1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9 24 0 0,'32'-8'338'0'0,"-21"8"-322"0"0,1 0-1 0 0,-1 0 1 0 0,0 1-1 0 0,0 1 1 0 0,-1 0-1 0 0,13 4 1 0 0,-11-3 0 0 0,-1 0 0 0 0,1-1 0 0 0,0 0 0 0 0,22 0 0 0 0,-34-2-16 0 0,3 0 0 0 0,-1 0 0 0 0,1 0 0 0 0,-1 0 0 0 0,0-1 0 0 0,1 1 0 0 0,-1-1 0 0 0,0 1 0 0 0,1-1 0 0 0,-1 0 0 0 0,2-1 0 0 0,-4 2-86 0 0,0 1 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9.3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0,'2'1'18'0'0,"1"1"0"0"0,-1 0 1 0 0,1-1-1 0 0,-1 0 0 0 0,1 1 1 0 0,0-1-1 0 0,0 0 0 0 0,-1-1 1 0 0,1 1-1 0 0,0 0 0 0 0,0-1 1 0 0,5 1-1 0 0,5 1 37 0 0,-7 0-24 0 0,7 2-4 0 0,1 0 1 0 0,-1-2-1 0 0,1 1 0 0 0,0-2 0 0 0,17 1 0 0 0,-22-4-27 0 0,-5 1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29.9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1 24 0 0,'0'0'7'0'0,"1"1"0"0"0,-1-1 0 0 0,1 0 0 0 0,-1 1 1 0 0,0-1-1 0 0,0 0 0 0 0,1 1 0 0 0,-1-1 1 0 0,0 1-1 0 0,1-1 0 0 0,-1 1 0 0 0,0-1 1 0 0,0 1-1 0 0,0-1 0 0 0,0 1 0 0 0,0-1 0 0 0,1 1 1 0 0,-1-1-1 0 0,0 1 0 0 0,0-1 0 0 0,0 1 1 0 0,1 16 36 0 0,0-14-21 0 0,0 54 36 0 0,-2 0 0 0 0,-13 95 0 0 0,-2 23-31 0 0,15-167-34 0 0,0 15 20 0 0,1-22-19 0 0,0 0 0 0 0,0 0 1 0 0,0 0-1 0 0,0 0 0 0 0,1 0 1 0 0,-1 0-1 0 0,0 0 0 0 0,0 0 0 0 0,1 0 1 0 0,-1 0-1 0 0,0 0 0 0 0,1 0 1 0 0,-1-1-1 0 0,1 1 0 0 0,-1 0 1 0 0,1 0-1 0 0,1 1 0 0 0,-1-2-48 0 0,0 0 39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30.5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 24 0 0,'3'-1'12'0'0,"-1"-1"1"0"0,1 1-1 0 0,0 0 1 0 0,0 0 0 0 0,0 0-1 0 0,0 0 1 0 0,0 0 0 0 0,0 0-1 0 0,1 1 1 0 0,-1 0 0 0 0,0 0-1 0 0,0 0 1 0 0,6 0 0 0 0,-5 0 7 0 0,15 2 48 0 0,0 0 1 0 0,0 2-1 0 0,0 0 1 0 0,21 8 0 0 0,-37-11-63 0 0,8 2 8 0 0,0 1 0 0 0,0 0 1 0 0,0 1-1 0 0,-1 0 0 0 0,0 1 0 0 0,0 0 0 0 0,0 0 0 0 0,15 14 1 0 0,-22-17-13 0 0,-1-1 0 0 0,1 1 0 0 0,0 0 0 0 0,-1 0 0 0 0,0 0 1 0 0,0 0-1 0 0,0 1 0 0 0,0-1 0 0 0,0 1 0 0 0,-1-1 0 0 0,1 1 1 0 0,-1-1-1 0 0,0 1 0 0 0,0 0 0 0 0,0 0 0 0 0,-1-1 0 0 0,1 1 1 0 0,-1 0-1 0 0,0 0 0 0 0,0 0 0 0 0,-1 0 0 0 0,1-1 0 0 0,-1 1 1 0 0,1 0-1 0 0,-1 0 0 0 0,0 0 0 0 0,-1-1 0 0 0,1 1 0 0 0,-1-1 1 0 0,-1 4-1 0 0,-1 0-1 0 0,-1-1 0 0 0,1 0 1 0 0,-1 0-1 0 0,0 0 0 0 0,-1 0 1 0 0,1-1-1 0 0,-1 0 0 0 0,0 0 0 0 0,-1 0 1 0 0,1-1-1 0 0,-1 0 0 0 0,0 0 0 0 0,-8 3 1 0 0,-8 2-29 0 0,0-1 1 0 0,-45 9-1 0 0,53-15 27 0 0,12-2 0 0 0,0 1 0 0 0,0-1 0 0 0,-1 0 0 0 0,1 1 0 0 0,0 0 0 0 0,0-1 0 0 0,0 1 0 0 0,0 0 0 0 0,0 1 0 0 0,0-1 0 0 0,1 1 0 0 0,-1-1 0 0 0,-3 3 0 0 0,6-3 0 0 0,0-1 0 0 0,0 1 0 0 0,0-1 0 0 0,0 1 0 0 0,0-1 0 0 0,0 1 0 0 0,0 0 0 0 0,0-1 0 0 0,0 1 0 0 0,0-1 0 0 0,0 1 0 0 0,0-1 0 0 0,0 1 0 0 0,1-1 0 0 0,-1 1 0 0 0,0-1 0 0 0,0 1 0 0 0,1-1 0 0 0,-1 1 0 0 0,0-1 0 0 0,1 1 0 0 0,10 13 0 0 0,-9-11 0 0 0,3 3 13 0 0,1 0-1 0 0,0 0 1 0 0,0-1-1 0 0,0 0 1 0 0,0 0-1 0 0,1 0 1 0 0,0-1-1 0 0,10 5 1 0 0,3 0-5 0 0,38 12-1 0 0,-18-12-184 0 0,-33-9 74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31.2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256 11 111 0 0,'-2'-2'30'0'0,"0"1"0"0"0,-1 0-1 0 0,0 0 1 0 0,1 0 0 0 0,-1 0-1 0 0,1 1 1 0 0,-5-2 0 0 0,-6 1 12 0 0,0 1 1 0 0,0 0 0 0 0,-26 3-1 0 0,31-1-25 0 0,0-1-1 0 0,0 1 1 0 0,0 1-1 0 0,0-1 1 0 0,0 1-1 0 0,1 1 1 0 0,-10 5-1 0 0,16-9-10 0 0,0 1 0 0 0,0-1-1 0 0,0 1 1 0 0,0 0-1 0 0,0 0 1 0 0,0 0 0 0 0,0-1-1 0 0,0 1 1 0 0,1 0-1 0 0,-1 0 1 0 0,0 0 0 0 0,1 0-1 0 0,-1 0 1 0 0,1 0-1 0 0,-1 1 1 0 0,1-1 0 0 0,-1 0-1 0 0,1 0 1 0 0,0 0-1 0 0,-1 0 1 0 0,1 3-1 0 0,0-2-3 0 0,1 0 0 0 0,-1 0-1 0 0,0 0 1 0 0,1 0-1 0 0,-1 0 1 0 0,1-1-1 0 0,0 1 1 0 0,0 0-1 0 0,0 0 1 0 0,0-1-1 0 0,0 1 1 0 0,1 2 0 0 0,4 2-4 0 0,0 0 0 0 0,0 0 0 0 0,0 0 0 0 0,1-1 0 0 0,7 6 0 0 0,19 8 14 0 0,-20-12 0 0 0,0 1 1 0 0,-1 0 0 0 0,15 12 0 0 0,-24-18-13 0 0,-1 0 0 0 0,0 0 0 0 0,0 0 0 0 0,0 1 0 0 0,0-1 0 0 0,0 1 0 0 0,0-1 0 0 0,0 1 1 0 0,-1 0-1 0 0,0-1 0 0 0,1 1 0 0 0,-1 0 0 0 0,0 0 0 0 0,0 0 0 0 0,-1 0 0 0 0,1 0 0 0 0,-1 1 0 0 0,1-1 0 0 0,-1 0 0 0 0,0 5 0 0 0,-1-5 5 0 0,0 1-1 0 0,0-1 0 0 0,0 0 0 0 0,0 1 0 0 0,-1-1 0 0 0,1 0 0 0 0,-1 0 1 0 0,0 0-1 0 0,0 0 0 0 0,0 0 0 0 0,0-1 0 0 0,0 1 0 0 0,-1 0 0 0 0,1-1 1 0 0,-6 4-1 0 0,1 0 8 0 0,-1-1 0 0 0,0 0 1 0 0,0-1-1 0 0,-16 7 0 0 0,-38 10-12 0 0,55-19 0 0 0,-1 0 0 0 0,1-1 0 0 0,-1 0 0 0 0,0 0 0 0 0,1 0 0 0 0,-12-2 0 0 0,17 1-13 0 0,1-1 0 0 0,-1 1 0 0 0,0-1 0 0 0,0 1 0 0 0,1-1 0 0 0,-1 0 0 0 0,0 0 0 0 0,1 0 0 0 0,-1 0 0 0 0,1 0 0 0 0,-1 0 0 0 0,1 0 0 0 0,0 0 0 0 0,-1 0 0 0 0,1-1 0 0 0,0 1 0 0 0,0-1 0 0 0,0 1 0 0 0,0-1 0 0 0,-1-1 0 0 0,-1-3-106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7:32.6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466 50 223 0 0,'-51'60'17'0'0,"3"-3"14"0"0,41-51-29 0 0,0 1 1 0 0,-1-1-1 0 0,1-1 0 0 0,-1 1 1 0 0,0-1-1 0 0,-11 4 0 0 0,-46 18-2 0 0,40-18 0 0 0,1 1 0 0 0,1 1 0 0 0,-24 15 0 0 0,20-9 48 0 0,14-9-43 0 0,-1 0 1 0 0,2 1-1 0 0,-1 1 1 0 0,-19 20-1 0 0,31-30-4 0 0,0 1 0 0 0,0 0 0 0 0,1 0 0 0 0,-1 0-1 0 0,1 0 1 0 0,-1 0 0 0 0,1 0 0 0 0,-1 0 0 0 0,1 0 0 0 0,0 0 0 0 0,0 1 0 0 0,-1-1-1 0 0,1 0 1 0 0,0 0 0 0 0,0 0 0 0 0,0 0 0 0 0,0 0 0 0 0,0 0 0 0 0,1 3-1 0 0,-1-2 2 0 0,1 0 0 0 0,0 1 0 0 0,0-1 0 0 0,0 0 0 0 0,0 0 0 0 0,0 1 0 0 0,1-1 0 0 0,2 3 0 0 0,2 1 2 0 0,-1 0-1 0 0,1-1 1 0 0,0 0 0 0 0,12 8-1 0 0,-11-9 0 0 0,0-1 0 0 0,0 1 0 0 0,0-1-1 0 0,0-1 1 0 0,1 0 0 0 0,-1 0-1 0 0,1 0 1 0 0,13 1 0 0 0,6-2 14 0 0,32-2 1 0 0,-27 0-14 0 0,-4 1-4 0 0,0-2 0 0 0,0 0 0 0 0,-1-2 0 0 0,1-1 0 0 0,29-10 0 0 0,-36 9 0 0 0,39-15 0 0 0,-54 18 0 0 0,1 0 0 0 0,-1 0 0 0 0,-1 0 0 0 0,1-1 0 0 0,0 0 0 0 0,9-9 0 0 0,-13 11 0 0 0,0 0 0 0 0,-1 0 0 0 0,1 0 0 0 0,0 0 0 0 0,-1 0 0 0 0,1 0 0 0 0,-1-1 0 0 0,0 1 0 0 0,0 0 0 0 0,0-1 0 0 0,0 1 0 0 0,0-1 0 0 0,-1 0 0 0 0,1 1 0 0 0,-1-1 0 0 0,0 1 0 0 0,1-1 0 0 0,-1 0 0 0 0,0 1 0 0 0,-1-1 0 0 0,1 0 0 0 0,0 1 0 0 0,-1-1 0 0 0,1 1 0 0 0,-1-1 0 0 0,0 1 0 0 0,0-1 0 0 0,0 1 0 0 0,0-1 0 0 0,-1 1 0 0 0,1 0 0 0 0,0-1 0 0 0,-1 1 0 0 0,-1-2 0 0 0,-6-5 0 0 0,1-1 0 0 0,-1 2 0 0 0,-1-1 0 0 0,1 1 0 0 0,-20-12 0 0 0,28 20 0 0 0,-28-19-21 0 0,0-1 0 0 0,-34-32-1 0 0,51 41 22 0 0,0 1 0 0 0,0 1 0 0 0,-1 0 0 0 0,0 0 0 0 0,-1 2 0 0 0,0-1 0 0 0,0 2 0 0 0,0 0 0 0 0,-1 1 0 0 0,0 0 0 0 0,0 1 0 0 0,-1 1 0 0 0,-24-3 0 0 0,37 6 0 0 0,0 0 0 0 0,-1-1 0 0 0,1 1 0 0 0,0 0 0 0 0,0 1 0 0 0,-1-1 0 0 0,1 0 0 0 0,0 1 0 0 0,-5 1 0 0 0,7-1 0 0 0,-1 0 0 0 0,1 0 0 0 0,0-1 0 0 0,0 1 0 0 0,0 0 0 0 0,-1 0 0 0 0,1 0 0 0 0,0 1 0 0 0,0-1 0 0 0,1 0 0 0 0,-1 0 0 0 0,0 0 0 0 0,0 1 0 0 0,0-1 0 0 0,1 0 0 0 0,-1 1 0 0 0,1-1 0 0 0,-1 1 0 0 0,1-1 0 0 0,0 1 0 0 0,-1-1 0 0 0,1 2 0 0 0,-3 26 0 0 0,2-1 0 0 0,4 53 0 0 0,0-25 0 0 0,-2-27 3 0 0,-1 6 13 0 0,1 1-1 0 0,2-1 0 0 0,12 55 0 0 0,-14-87-3 0 0,0 0-1 0 0,0 1 0 0 0,0-1 1 0 0,0 0-1 0 0,1 0 0 0 0,-1 0 1 0 0,1 0-1 0 0,0-1 0 0 0,0 1 1 0 0,0 0-1 0 0,0-1 0 0 0,5 5 1 0 0,-6-6-12 0 0,1 0 0 0 0,0 0 0 0 0,0 0 1 0 0,0 0-1 0 0,0 0 0 0 0,0-1 0 0 0,0 1 1 0 0,0-1-1 0 0,0 0 0 0 0,0 1 0 0 0,0-1 0 0 0,1 0 1 0 0,-1 0-1 0 0,0 0 0 0 0,0 0 0 0 0,0-1 1 0 0,0 1-1 0 0,0-1 0 0 0,0 1 0 0 0,4-2 0 0 0,1-1 3 0 0,0 0-1 0 0,0-1 1 0 0,0 1-1 0 0,-1-1 1 0 0,0-1-1 0 0,1 1 0 0 0,-1-1 1 0 0,-1 0-1 0 0,1 0 1 0 0,9-13-1 0 0,-4 3 21 0 0,0 0-1 0 0,-1-2 1 0 0,9-20 0 0 0,33-84-18 0 0,12-27 12 0 0,-54 131-47 0 0,0-1 0 0 0,1 2 0 0 0,0 0 0 0 0,1 0 0 0 0,29-27 0 0 0,-27 30-66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8:43.4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31 143 0 0,'-9'-6'0'0'0,"0"0"0"0"0,2 0 0 0 0,2 2 0 0 0,4 1 0 0 0,1 0 0 0 0,0 0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8:43.9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20 101 431 0 0,'-7'-12'0'0'0,"5"9"0"0"0,0 1 0 0 0,0-1 0 0 0,1 0 0 0 0,-1 0 0 0 0,-1-4 0 0 0,3 5 2 0 0,0 1-1 0 0,0 0 0 0 0,0-1 0 0 0,0 1 1 0 0,0-1-1 0 0,0 1 0 0 0,0-1 0 0 0,0 1 0 0 0,0-1 1 0 0,1 1-1 0 0,-1-1 0 0 0,1 1 0 0 0,-1 0 0 0 0,1-1 1 0 0,0 1-1 0 0,-1 0 0 0 0,1-1 0 0 0,0 1 1 0 0,0 0-1 0 0,0 0 0 0 0,0 0 0 0 0,0 0 0 0 0,0 0 1 0 0,2-2-1 0 0,2-1 6 0 0,1 1-1 0 0,-1-1 1 0 0,1 1 0 0 0,5-2-1 0 0,-9 4-6 0 0,5-2 7 0 0,-1 1-1 0 0,1 0 0 0 0,0 0 0 0 0,0 1 0 0 0,-1 0 0 0 0,1 0 0 0 0,9 0 1 0 0,51 5 15 0 0,-39-2-19 0 0,-15-1 5 0 0,312 9 109 0 0,-32 2-55 0 0,-85-2 0 0 0,-119-8-43 0 0,262 10 46 0 0,-126-2-40 0 0,53 4 25 0 0,495 40 67 0 0,-460-34-117 0 0,21 2 0 0 0,206 8-282 0 0,-449-33 199 0 0,-77 2 32 0 0,0-1-1 0 0,0 0 1 0 0,0-2-1 0 0,17-5 1 0 0,-12 0-47 0 0,-6-3 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8:44.3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 89 143 0 0,'-6'-4'5'0'0,"1"0"0"0"0,-1 0 0 0 0,1-1 0 0 0,-8-7-1 0 0,12 11 3 0 0,-1-1-1 0 0,1 0 0 0 0,0 1 1 0 0,0-1-1 0 0,0 1 1 0 0,0-1-1 0 0,0 0 0 0 0,1 0 1 0 0,-1 0-1 0 0,0 1 0 0 0,1-1 1 0 0,0 0-1 0 0,-1 0 1 0 0,1 0-1 0 0,0 0 0 0 0,0 0 1 0 0,0 0-1 0 0,0 0 0 0 0,0 0 1 0 0,0 0-1 0 0,2-3 0 0 0,-2 4-3 0 0,1 0 0 0 0,-1 0 0 0 0,1 0 0 0 0,0 0 0 0 0,-1 0 0 0 0,1 1-1 0 0,0-1 1 0 0,0 0 0 0 0,-1 0 0 0 0,1 1 0 0 0,0-1 0 0 0,0 0-1 0 0,0 1 1 0 0,0-1 0 0 0,0 1 0 0 0,0-1 0 0 0,0 1 0 0 0,0 0-1 0 0,0-1 1 0 0,0 1 0 0 0,0 0 0 0 0,2 0 0 0 0,29-2-10 0 0,-24 1 19 0 0,107 3 65 0 0,124 18-1 0 0,-208-17-58 0 0,531 38 160 0 0,-363-30-178 0 0,318 10 0 0 0,-162-14 0 0 0,476 4 0 0 0,-345-9 0 0 0,-467-2-1 0 0,16-1-30 0 0,0 2 1 0 0,56 9-1 0 0,-75-6-76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8:48.9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1 329 167 0 0,'8'-25'0'0'0,"1"0"0"0"0,1 1 0 0 0,2 1 0 0 0,14-24 0 0 0,0-1 0 0 0,-22 41 0 0 0,0 0 0 0 0,1 1 0 0 0,0 0 0 0 0,0 0 0 0 0,0 0 0 0 0,0 1 0 0 0,1 0 0 0 0,0 0 0 0 0,0 0 0 0 0,0 0 0 0 0,14-6 0 0 0,-9 4 0 0 0,13-10 0 0 0,17-9 11 0 0,-35 25 9 0 0,0-1-1 0 0,1 1 1 0 0,-1 0-1 0 0,0 0 1 0 0,13 1-1 0 0,2 1-19 0 0,0 2-1 0 0,0 0 0 0 0,0 1 0 0 0,38 13 0 0 0,25 6 7 0 0,-72-21 4 0 0,1 0 1 0 0,-1-1-1 0 0,0 0 1 0 0,0-1-1 0 0,16-2 0 0 0,219-30-10 0 0,-191 27 0 0 0,1 2 0 0 0,100 10 0 0 0,-88-2 0 0 0,82-5 0 0 0,-1-13 15 0 0,191-7 34 0 0,-305 22-49 0 0,0 1 0 0 0,41 10 0 0 0,-10-1 0 0 0,46 7 0 0 0,63 8 0 0 0,-20-5 0 0 0,-2 0 0 0 0,-109-16 0 0 0,-1 1 0 0 0,0 3 0 0 0,0 1 0 0 0,-1 2 0 0 0,42 20 0 0 0,-52-21 0 0 0,-1 0 0 0 0,1-2 0 0 0,1-2 0 0 0,-1-1 0 0 0,1-2 0 0 0,53 3 0 0 0,12-2 0 0 0,98 3 0 0 0,-48-23 0 0 0,-102 7 0 0 0,0 3 0 0 0,50 1 0 0 0,-5 6 0 0 0,151-13 0 0 0,-140 1 0 0 0,-57 6 0 0 0,67 3 0 0 0,-87 1 0 0 0,78 4 0 0 0,77-1 0 0 0,-147-5 0 0 0,89-8 0 0 0,99 0 0 0 0,-97 6 0 0 0,91 1 0 0 0,-43 1 0 0 0,88 6 51 0 0,-150-1-38 0 0,110 8-13 0 0,-105-4 0 0 0,297-17 0 0 0,-199 3 0 0 0,-55 2 0 0 0,-55-1 0 0 0,85-2 0 0 0,46 11 0 0 0,-157-2 0 0 0,122 4 0 0 0,-97-7 0 0 0,-57-1 0 0 0,50-1 0 0 0,125 1 0 0 0,-183 4 6 0 0,-18 0-55 0 0,37-2 0 0 0,-4-3-77 0 0,-35 0 112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8:49.0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0 199 0 0,'1'2'0'0'0,"1"-2"0"0"0,-2 1 0 0 0,0-2 0 0 0,1 2 0 0 0,1 1 0 0 0,-1-1 0 0 0,1 1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9:21.6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87 100 79 0 0,'-2'-1'12'0'0,"-1"-1"0"0"0,1 1-1 0 0,0-1 1 0 0,0 1 0 0 0,0-1-1 0 0,0 0 1 0 0,0 0 0 0 0,0 1-1 0 0,0-1 1 0 0,1-1-1 0 0,-1 1 1 0 0,1 0 0 0 0,-1 0-1 0 0,1-1 1 0 0,0 1 0 0 0,0-1-1 0 0,0 1 1 0 0,0-1 0 0 0,0 1-1 0 0,1-1 1 0 0,-1-4-1 0 0,1 6-11 0 0,-8-25-66 0 0,8 24 62 0 0,-1 1 0 0 0,1-1-1 0 0,-1 1 1 0 0,0-1-1 0 0,0 1 1 0 0,1-1-1 0 0,-1 1 1 0 0,0 0 0 0 0,0 0-1 0 0,0-1 1 0 0,-1 1-1 0 0,1 0 1 0 0,-2-2-1 0 0,1 3 5 0 0,0-1 0 0 0,0 1 0 0 0,0 0 0 0 0,0 0 0 0 0,0 0 0 0 0,1 0 0 0 0,-1 0 0 0 0,-2 0 0 0 0,-7 1 0 0 0,12 1 8 0 0,-1-1-1 0 0,1 1 0 0 0,0-1 0 0 0,0 1 0 0 0,1-1 0 0 0,-1 0 0 0 0,0 1 0 0 0,3 1 0 0 0,6 5-7 0 0,-6-5 0 0 0,-1-1 0 0 0,1 1 0 0 0,0-1 0 0 0,0 1 0 0 0,0-1 0 0 0,0 0 0 0 0,1 0 0 0 0,5 1 0 0 0,3-1 28 0 0,0-1 0 0 0,1 0 0 0 0,-1 0 0 0 0,1-1 0 0 0,18-3-1 0 0,6 0 22 0 0,189 4 28 0 0,16-1-26 0 0,128 4-51 0 0,-261 0 0 0 0,348 4 64 0 0,-65-5 0 0 0,-129 0-29 0 0,-31 1-6 0 0,303-1-29 0 0,-468-4 0 0 0,-39 0 0 0 0,1 1 0 0 0,35 5 0 0 0,-61-4-5 0 0,0 0 0 0 0,0 0 0 0 0,0 0-1 0 0,0 1 1 0 0,-1-1 0 0 0,1 1-1 0 0,0 0 1 0 0,-1 0 0 0 0,5 4-1 0 0,10 6-226 0 0,-12-9 141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39:21.7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45 23 0 0,'4'-3'0'0'0,"-1"0"0"0"0,-1 0 0 0 0,-1 0 0 0 0,-1 2 0 0 0,0-1 80 0 0,0 1-80 0 0,0-1 96 0 0,0-2-96 0 0,0-2 64 0 0,-1 1-64 0 0,1-1 64 0 0,-2 0-64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2.0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8 111 0 0,'2'-1'8'0'0,"0"0"-1"0"0,0 0 0 0 0,1 0 0 0 0,-1 0 0 0 0,1 0 0 0 0,-1 1 0 0 0,1-1 0 0 0,2 1 0 0 0,8-1-7 0 0,0 1 0 0 0,0 1 0 0 0,0 0 0 0 0,20 5 0 0 0,7 0 0 0 0,551 27 182 0 0,-382-24-148 0 0,125-2 6 0 0,80-4 24 0 0,-407-2-64 0 0,20 1 0 0 0,0-1 0 0 0,1-1 0 0 0,-1-2 0 0 0,29-4 0 0 0,2-6 0 0 0,-57 12 0 0 0,-1 0-1 0 0,1 0 1 0 0,-1 0 0 0 0,0 0-1 0 0,0-1 1 0 0,0 1 0 0 0,1 0-1 0 0,-1 0 1 0 0,0 0 0 0 0,0 0-1 0 0,0 0 1 0 0,1 0 0 0 0,-1 0-1 0 0,0 0 1 0 0,0-1 0 0 0,0 1-1 0 0,0 0 1 0 0,1 0 0 0 0,-1 0-1 0 0,0 0 1 0 0,0-1 0 0 0,0 1-1 0 0,0 0 1 0 0,0 0 0 0 0,0 0-1 0 0,1-1 1 0 0,-1 1 0 0 0,0 0-1 0 0,0 0 1 0 0,0-1 0 0 0,0 0-54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2.4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77 3 223 0 0,'19'-1'0'0'0,"-15"0"0"0"0,0 1 0 0 0,1 0 0 0 0,-1 0 0 0 0,0 0 0 0 0,0 0 0 0 0,1 1 0 0 0,4 0 0 0 0,7 5 2 0 0,0-1-1 0 0,-1 2 0 0 0,0 0 0 0 0,-1 1 0 0 0,1 0 1 0 0,-1 1-1 0 0,-1 1 0 0 0,20 18 0 0 0,-32-27 1 0 0,0 0 1 0 0,1 0-1 0 0,-1 0 0 0 0,0 0 1 0 0,-1 0-1 0 0,1 1 0 0 0,0-1 1 0 0,0 0-1 0 0,0 1 0 0 0,-1-1 0 0 0,1 0 1 0 0,-1 1-1 0 0,1-1 0 0 0,-1 1 1 0 0,0-1-1 0 0,1 1 0 0 0,-1-1 1 0 0,0 1-1 0 0,0-1 0 0 0,0 1 0 0 0,0-1 1 0 0,0 1-1 0 0,0-1 0 0 0,-1 1 1 0 0,1-1-1 0 0,0 0 0 0 0,-1 1 1 0 0,1-1-1 0 0,-1 1 0 0 0,0-1 0 0 0,1 0 1 0 0,-1 1-1 0 0,0-1 0 0 0,0 0 1 0 0,0 0-1 0 0,-1 2 0 0 0,-4 4 13 0 0,-1-1 1 0 0,1 0-1 0 0,-1-1 0 0 0,-1 0 0 0 0,-7 5 0 0 0,5-3-10 0 0,-27 17-7 0 0,1 3-1 0 0,1 0 0 0 0,1 2 0 0 0,-34 40 0 0 0,48-44-71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4.4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65 55 0 0,'4'0'14'0'0,"0"0"-1"0"0,0 0 0 0 0,0 0 0 0 0,-1-1 0 0 0,1 0 0 0 0,0 1 0 0 0,0-2 0 0 0,0 1 0 0 0,5-3 0 0 0,0 1 0 0 0,8-3 14 0 0,16-5 30 0 0,63-13-1 0 0,-29 17-15 0 0,1 3 0 0 0,89 6 0 0 0,-147-2-40 0 0,-6 0-1 0 0,43 2 0 0 0,48-5 0 0 0,-95 3 0 0 0,1-1 0 0 0,0 1-1 0 0,0 0 1 0 0,-1 0 0 0 0,1 0-1 0 0,0 0 1 0 0,0 0 0 0 0,-1 0-1 0 0,1 0 1 0 0,0 0 0 0 0,0 1-1 0 0,-1-1 1 0 0,1 0 0 0 0,0 0-1 0 0,0 0 1 0 0,-1 1 0 0 0,1-1-1 0 0,0 0 1 0 0,-1 1 0 0 0,1-1-1 0 0,0 1 1 0 0,-1-1 0 0 0,1 1-1 0 0,-1-1 1 0 0,1 1 0 0 0,-1-1-1 0 0,1 1 1 0 0,-1 0 0 0 0,1-1-1 0 0,-1 1 1 0 0,0 0 0 0 0,1-1-1 0 0,-1 1 1 0 0,0 0 0 0 0,1-1-1 0 0,-1 1 1 0 0,0 0 0 0 0,0 0-1 0 0,1 2-66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4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88 1 24 0 0,'0'0'6'0'0,"1"0"0"0"0,-1 0 0 0 0,1-1 0 0 0,-1 1 0 0 0,0 0 0 0 0,1 0 0 0 0,-1 0 0 0 0,0 0 0 0 0,1 1 0 0 0,-1-1 0 0 0,0 0 0 0 0,1 0 0 0 0,-1 0 0 0 0,1 0 0 0 0,-1 0 0 0 0,0 0 0 0 0,1 0 0 0 0,-1 1 0 0 0,0-1 0 0 0,0 0 0 0 0,1 0 0 0 0,-1 0 0 0 0,0 1 0 0 0,1-1 0 0 0,-1 1 0 0 0,-2 9 182 0 0,1-8-207 0 0,-21 60 53 0 0,4 0-1 0 0,2 1 1 0 0,2 1 0 0 0,4 1 0 0 0,-3 72-1 0 0,12-113-43 0 0,1 0 0 0 0,1-1 0 0 0,1 1 0 0 0,1-1 0 0 0,2 0 0 0 0,10 35 0 0 0,-12-49-72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5.2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71 139 24 0 0,'-4'9'21'0'0,"1"0"1"0"0,-4 18 0 0 0,-2 4 43 0 0,-3 3-46 0 0,1 1 1 0 0,2 0-1 0 0,-6 47 0 0 0,15-79-17 0 0,0 0-1 0 0,0-1 0 0 0,0 1 0 0 0,0 0 0 0 0,0 0 0 0 0,0-1 0 0 0,1 1 0 0 0,0 0 0 0 0,-1-1 0 0 0,1 1 1 0 0,0 0-1 0 0,0-1 0 0 0,1 1 0 0 0,-1-1 0 0 0,0 0 0 0 0,3 4 0 0 0,-3-6 0 0 0,-1 1 0 0 0,1 0 0 0 0,0 0 0 0 0,0-1 0 0 0,0 1 0 0 0,0 0 0 0 0,0-1 0 0 0,0 1 0 0 0,0-1 0 0 0,0 1 0 0 0,0-1 0 0 0,0 0 0 0 0,0 1 0 0 0,0-1 0 0 0,0 0 0 0 0,2 0 0 0 0,-1 0 1 0 0,0 0-1 0 0,0 0 0 0 0,0-1 1 0 0,0 1-1 0 0,0-1 0 0 0,-1 1 1 0 0,1-1-1 0 0,0 0 0 0 0,0 1 1 0 0,-1-1-1 0 0,1 0 0 0 0,2-2 1 0 0,18-14 14 0 0,37-38-1 0 0,-38 34 7 0 0,33-26-1 0 0,-5 14-21 0 0,-26 18 0 0 0,29-24 0 0 0,-45 33 0 0 0,-1 0 0 0 0,0 0 0 0 0,0-1 0 0 0,-1 1 0 0 0,0-1 0 0 0,0-1 0 0 0,0 1 0 0 0,5-13 0 0 0,-8 16 0 0 0,-1 0 0 0 0,0 0 0 0 0,0 0 0 0 0,0 0 0 0 0,0 0 0 0 0,-1 0 0 0 0,0-1 0 0 0,1 1 0 0 0,-1 0 0 0 0,-1 0 0 0 0,1 0 0 0 0,-1-1 0 0 0,1 1 0 0 0,-1 0 0 0 0,-1 0 0 0 0,1 0 0 0 0,0 0 0 0 0,-1 0 0 0 0,0 1 0 0 0,0-1 0 0 0,0 0 0 0 0,0 1 0 0 0,-1-1 0 0 0,1 1 0 0 0,-6-5 0 0 0,4 4 0 0 0,0 0 0 0 0,0 0 0 0 0,-1 1 0 0 0,0 0 0 0 0,0-1 0 0 0,0 2 0 0 0,0-1 0 0 0,0 0 0 0 0,-1 1 0 0 0,1 0 0 0 0,-1 1 0 0 0,1-1 0 0 0,-1 1 0 0 0,0 0 0 0 0,1 0 0 0 0,-1 1 0 0 0,-11 0 0 0 0,8 1 0 0 0,1 0 0 0 0,0 0 0 0 0,0 1 0 0 0,1 1 0 0 0,-1-1 0 0 0,0 1 0 0 0,1 1 0 0 0,0-1 0 0 0,-1 1 0 0 0,-10 9 0 0 0,7-4 0 0 0,0 0 0 0 0,1 1 0 0 0,0 0 0 0 0,0 1 0 0 0,-10 15 0 0 0,2 0 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7.1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88 143 0 0,'1'0'0'0'0,"-1"1"0"0"0,0-1 0 0 0,0 0 0 0 0,1 1 0 0 0,-1-1 0 0 0,0 1 0 0 0,0-1 0 0 0,1 0 0 0 0,-1 1 0 0 0,0-1 0 0 0,0 1 0 0 0,0-1 0 0 0,0 1 0 0 0,0-1 0 0 0,0 1 0 0 0,0-1 0 0 0,0 1 0 0 0,0-1 0 0 0,0 1 0 0 0,0-1 0 0 0,0 0 0 0 0,0 1 0 0 0,0-1 0 0 0,0 1 0 0 0,0 0 0 0 0,-4 22 5 0 0,3-10 44 0 0,-1 6-35 0 0,1-14-9 0 0,0 0 1 0 0,0 0-1 0 0,1 0 1 0 0,0 0-1 0 0,0 0 1 0 0,0 0-1 0 0,1 0 1 0 0,-1 0-1 0 0,1 0 1 0 0,3 8-1 0 0,-4-13-4 0 0,0 1-1 0 0,1-1 0 0 0,-1 1 0 0 0,0-1 0 0 0,0 1 0 0 0,1-1 0 0 0,-1 1 0 0 0,0-1 0 0 0,1 0 0 0 0,-1 1 0 0 0,0-1 0 0 0,1 0 0 0 0,-1 1 0 0 0,1-1 0 0 0,-1 0 0 0 0,1 0 0 0 0,-1 1 0 0 0,0-1 0 0 0,1 0 0 0 0,-1 0 0 0 0,1 0 0 0 0,-1 1 0 0 0,1-1 0 0 0,-1 0 0 0 0,1 0 0 0 0,-1 0 0 0 0,1 0 0 0 0,0 0 0 0 0,1-1 0 0 0,-1 1 0 0 0,1 0 0 0 0,-1-1 0 0 0,0 1-1 0 0,0-1 1 0 0,1 0 0 0 0,-1 0 0 0 0,0 1 0 0 0,0-1 0 0 0,2-2 0 0 0,1-1 2 0 0,0 0 0 0 0,0 0 1 0 0,0-1-1 0 0,3-5 0 0 0,11-16 46 0 0,12-24-42 0 0,-27 46-5 0 0,-1-1 0 0 0,0 0 0 0 0,-1 0 1 0 0,1 0-1 0 0,-1 0 0 0 0,0 0 0 0 0,0 0 0 0 0,1-9 0 0 0,-3 11 2 0 0,1-1 0 0 0,-1 0 0 0 0,0 1 0 0 0,0-1 0 0 0,0 1 0 0 0,-1-1 0 0 0,1 1 0 0 0,-1 0 0 0 0,0 0 0 0 0,1 0 0 0 0,-1 0 0 0 0,-1 0 0 0 0,1 0 0 0 0,0 0 0 0 0,-1 0 0 0 0,0 1 0 0 0,-4-4-1 0 0,6 5-2 0 0,0 1 0 0 0,0 0 0 0 0,0 0 0 0 0,0 0 0 0 0,1 0 0 0 0,-1 0 0 0 0,0 0 0 0 0,0 1 0 0 0,0-1 0 0 0,0 0 0 0 0,1 0 0 0 0,-1 1 0 0 0,0-1 0 0 0,0 0 0 0 0,0 1 0 0 0,1-1 0 0 0,-1 1 0 0 0,0-1 0 0 0,1 1 0 0 0,-1-1 0 0 0,0 1 0 0 0,1-1 0 0 0,-1 1 0 0 0,1 0 0 0 0,-1-1 0 0 0,1 1 0 0 0,-1 0 0 0 0,1 0 0 0 0,-1-1 0 0 0,1 1 0 0 0,-1 1 0 0 0,-12 29 0 0 0,11-27 0 0 0,-6 17-2 0 0,0 1-1 0 0,1 0 0 0 0,2 0 0 0 0,-4 23 0 0 0,8-30-71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7.7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79 98 24 0 0,'-48'67'0'0'0,"43"-59"6"0"0,1 0 0 0 0,0 0 0 0 0,0 1 1 0 0,1 0-1 0 0,0-1 0 0 0,1 1 0 0 0,-2 13 1 0 0,3-16-2 0 0,1 0 1 0 0,0-1-1 0 0,0 1 1 0 0,0 0-1 0 0,1-1 1 0 0,0 1 0 0 0,0 0-1 0 0,0-1 1 0 0,1 1-1 0 0,0-1 1 0 0,0 0-1 0 0,1 1 1 0 0,3 5-1 0 0,0-1 2 0 0,0-1-1 0 0,1 0 0 0 0,0 0 1 0 0,0-1-1 0 0,1 0 0 0 0,0-1 1 0 0,1 1-1 0 0,-1-2 0 0 0,2 1 0 0 0,-1-1 1 0 0,0 0-1 0 0,20 7 0 0 0,-22-10-3 0 0,0 0-1 0 0,1-1 0 0 0,-1 0 0 0 0,1-1 1 0 0,0 0-1 0 0,-1 0 0 0 0,1 0 1 0 0,0-1-1 0 0,0 0 0 0 0,-1-1 1 0 0,1 0-1 0 0,0 0 0 0 0,-1 0 1 0 0,1-1-1 0 0,-1 0 0 0 0,1-1 1 0 0,-1 0-1 0 0,0 0 0 0 0,8-4 0 0 0,-7 2 4 0 0,-1-1-1 0 0,1 0 0 0 0,-1 0 1 0 0,0 0-1 0 0,-1-1 0 0 0,1 0 1 0 0,-1 0-1 0 0,-1-1 0 0 0,1 0 1 0 0,-1 0-1 0 0,6-14 0 0 0,-5 10 3 0 0,-2 0 0 0 0,0 0 0 0 0,0 0 0 0 0,-1-1 0 0 0,0 1 0 0 0,-1-1 0 0 0,0-25 0 0 0,-2 24-8 0 0,-1 0 0 0 0,-1 0 0 0 0,0 1 0 0 0,-8-27 0 0 0,7 31 0 0 0,0 0 0 0 0,0 1 0 0 0,-1 0 0 0 0,0 0 0 0 0,-1 0 0 0 0,0 0 0 0 0,0 0 0 0 0,-10-10 0 0 0,12 15 0 0 0,1 1 0 0 0,-1 0 0 0 0,0-1 0 0 0,0 1 0 0 0,0 0 0 0 0,0 0 0 0 0,0 1 0 0 0,-1-1 0 0 0,1 1 0 0 0,0-1 0 0 0,-1 1 0 0 0,1 0 0 0 0,-1 0 0 0 0,1 1 0 0 0,-1-1 0 0 0,1 1 0 0 0,-1-1 0 0 0,0 1 0 0 0,1 0 0 0 0,-1 1 0 0 0,0-1 0 0 0,1 1 0 0 0,-1-1 0 0 0,1 1 0 0 0,-1 0 0 0 0,1 0 0 0 0,0 1 0 0 0,-5 2 0 0 0,1-1 0 0 0,0 2 0 0 0,0-1 0 0 0,1 1 0 0 0,-1 0 0 0 0,1 0 0 0 0,1 1 0 0 0,-1 0 0 0 0,1 0 0 0 0,0 0 0 0 0,0 0 0 0 0,-7 13 0 0 0,9-13 0 0 0,1-1 0 0 0,-1 1 0 0 0,1-1 0 0 0,0 1 0 0 0,0 0 0 0 0,1 0 0 0 0,0 0 0 0 0,0 0 0 0 0,0 0 0 0 0,1 0 0 0 0,-1 0 0 0 0,2 0 0 0 0,0 9 0 0 0,1-8 0 0 0,0 0 0 0 0,0 0 0 0 0,0 0 0 0 0,1 0 0 0 0,0-1 0 0 0,0 1 0 0 0,1-1 0 0 0,0 0 0 0 0,0 0 0 0 0,0 0 0 0 0,6 5 0 0 0,-7-7-10 0 0,1-1 0 0 0,-1 1-1 0 0,1 0 1 0 0,-1-1-1 0 0,1 0 1 0 0,0 0-1 0 0,0 0 1 0 0,1-1-1 0 0,-1 1 1 0 0,1-1-1 0 0,-1 0 1 0 0,1 0-1 0 0,5 1 1 0 0,3-1-4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8.1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 16 167 0 0,'0'-1'3'0'0,"0"1"-1"0"0,0-1 0 0 0,0 0 0 0 0,0 0 0 0 0,0 1 0 0 0,0-1 1 0 0,0 0-1 0 0,0 0 0 0 0,0 1 0 0 0,0-1 0 0 0,0 0 0 0 0,0 0 0 0 0,-1 1 1 0 0,1-1-1 0 0,0 0 0 0 0,-1 1 0 0 0,1-1 0 0 0,-1 0 0 0 0,0-1 0 0 0,1 2 2 0 0,-1 1-1 0 0,1-1 0 0 0,-1 0 0 0 0,1 0 1 0 0,0 0-1 0 0,-1 0 0 0 0,1 0 0 0 0,-1 0 1 0 0,1 1-1 0 0,-1-1 0 0 0,1 0 0 0 0,0 0 0 0 0,-1 0 1 0 0,1 1-1 0 0,0-1 0 0 0,-1 0 0 0 0,1 1 1 0 0,0-1-1 0 0,0 0 0 0 0,-1 1 0 0 0,1-1 0 0 0,0 0 1 0 0,-1 1-1 0 0,-2 4 17 0 0,0 0 0 0 0,0 0 0 0 0,-3 10-1 0 0,-8 37 24 0 0,2 1 0 0 0,-8 85-1 0 0,12-44 22 0 0,6 180 0 0 0,2-266-63 0 0,1-1-1 0 0,0 1 1 0 0,0-1-1 0 0,1 0 0 0 0,0 1 1 0 0,1-1-1 0 0,-1 0 1 0 0,1 0-1 0 0,0 0 0 0 0,1-1 1 0 0,6 9-1 0 0,-8-12-2 0 0,0 0 0 0 0,0-1 0 0 0,0 0 0 0 0,1 1 0 0 0,-1-1 0 0 0,1 0 0 0 0,0 0 0 0 0,0 0 0 0 0,0-1-1 0 0,0 1 1 0 0,0-1 0 0 0,0 1 0 0 0,0-1 0 0 0,0 0 0 0 0,0 0 0 0 0,1-1 0 0 0,-1 1 0 0 0,0-1 0 0 0,1 1 0 0 0,-1-1 0 0 0,0 0 0 0 0,1 0 0 0 0,-1-1-1 0 0,0 1 1 0 0,1-1 0 0 0,-1 0 0 0 0,5-1 0 0 0,-1 0-18 0 0,-1-1 0 0 0,1 0 0 0 0,-1 0-1 0 0,0 0 1 0 0,0-1 0 0 0,9-6 0 0 0,-3 1 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8.5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160 2 24 0 0,'-12'-1'-13'0'0,"9"1"30"0"0,1-1-1 0 0,-1 1 1 0 0,0 0 0 0 0,1 0-1 0 0,-1 1 1 0 0,0-1 0 0 0,1 1-1 0 0,-1-1 1 0 0,1 1-1 0 0,-5 1 1 0 0,3 1-11 0 0,-1-1 0 0 0,1 1 0 0 0,1 0 0 0 0,-1 0 0 0 0,0 0-1 0 0,1 1 1 0 0,-1 0 0 0 0,1-1 0 0 0,0 1 0 0 0,1 0 0 0 0,-1 0 0 0 0,1 0 0 0 0,-1 1-1 0 0,1-1 1 0 0,-3 10 0 0 0,-1 6 6 0 0,0 1-1 0 0,-3 28 0 0 0,7-36-11 0 0,-17 211 92 0 0,6-45-67 0 0,10-158-25 0 0,1 25 0 0 0,2-38 0 0 0,0-1 0 0 0,1 0 0 0 0,0 0 0 0 0,0 1 0 0 0,1-1 0 0 0,0 0 0 0 0,3 7 0 0 0,-5-13 1 0 0,0-1-1 0 0,0 0 0 0 0,0 1 0 0 0,0-1 0 0 0,0 1 0 0 0,1-1 0 0 0,-1 1 0 0 0,0-1 0 0 0,0 0 1 0 0,1 1-1 0 0,-1-1 0 0 0,0 0 0 0 0,0 1 0 0 0,1-1 0 0 0,-1 0 0 0 0,0 1 0 0 0,1-1 0 0 0,-1 0 0 0 0,1 1 1 0 0,-1-1-1 0 0,0 0 0 0 0,1 0 0 0 0,-1 0 0 0 0,1 1 0 0 0,-1-1 0 0 0,1 0 0 0 0,-1 0 0 0 0,1 0 1 0 0,-1 0-1 0 0,0 0 0 0 0,1 0 0 0 0,-1 0 0 0 0,1 0 0 0 0,-1 0 0 0 0,1 0 0 0 0,-1 0 0 0 0,1 0 0 0 0,0 0 1 0 0,14-13-42 0 0,-13 11 17 0 0,5-6 12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 20 24 0 0,'0'0'0'0'0,"0"0"1"0"0,0 0 0 0 0,-1 0 0 0 0,1-1 0 0 0,0 1 0 0 0,0 0 0 0 0,0 0 0 0 0,-1 0 0 0 0,1-1 0 0 0,0 1 0 0 0,0 0 0 0 0,0 0 0 0 0,0-1 0 0 0,0 1 0 0 0,0 0 0 0 0,-1-1 0 0 0,1 1 0 0 0,0 0 0 0 0,0 0 0 0 0,0-1 0 0 0,0 1 0 0 0,0 0-1 0 0,0-1 1 0 0,0 1 0 0 0,0 0 0 0 0,0-1 0 0 0,0 1 0 0 0,0 0 0 0 0,1 0 0 0 0,-1-1 0 0 0,0 1 0 0 0,0 0 0 0 0,0-1 0 0 0,10-5 70 0 0,14 2 33 0 0,-15 3-93 0 0,0 2 0 0 0,-1-1-1 0 0,1 1 1 0 0,0 0 0 0 0,-1 1-1 0 0,1-1 1 0 0,-1 2 0 0 0,1-1-1 0 0,-1 2 1 0 0,0-1 0 0 0,0 1-1 0 0,0 0 1 0 0,-1 0 0 0 0,1 1-1 0 0,-1 0 1 0 0,12 11 0 0 0,-18-15-9 0 0,1 0 1 0 0,-1 1-1 0 0,1-1 1 0 0,-1 1-1 0 0,0-1 1 0 0,0 1-1 0 0,1 0 1 0 0,-1-1-1 0 0,0 1 1 0 0,0 0-1 0 0,-1 0 0 0 0,1-1 1 0 0,0 1-1 0 0,-1 0 1 0 0,1 0-1 0 0,-1 0 1 0 0,1 0-1 0 0,-1 0 1 0 0,0 0-1 0 0,0 0 1 0 0,0 4-1 0 0,-1-3 4 0 0,0 0-1 0 0,0 0 1 0 0,0 0 0 0 0,-1 0-1 0 0,1 0 1 0 0,-1 0 0 0 0,0 0-1 0 0,0 0 1 0 0,0 0 0 0 0,0-1-1 0 0,0 1 1 0 0,-3 2 0 0 0,-4 3-4 0 0,-1-1 0 0 0,0 1 0 0 0,0-2 0 0 0,0 1 0 0 0,-21 7 1 0 0,-15 11-6 0 0,46-25 3 0 0,0 0 0 0 0,-1 0 0 0 0,1 0 0 0 0,0 0 0 0 0,0 1 0 0 0,-1-1 0 0 0,1 0 0 0 0,0 0 0 0 0,0 0 0 0 0,-1 0 0 0 0,1 1 0 0 0,0-1 0 0 0,0 0 0 0 0,0 0 0 0 0,-1 0 0 0 0,1 1 0 0 0,0-1 0 0 0,0 0 0 0 0,0 0 0 0 0,0 1 0 0 0,-1-1 0 0 0,1 0 0 0 0,0 0 0 0 0,0 1 0 0 0,0-1 0 0 0,0 0 0 0 0,0 1 0 0 0,0-1 0 0 0,0 0 0 0 0,0 0 0 0 0,0 1 0 0 0,0-1 0 0 0,0 0 0 0 0,0 1 0 0 0,0-1 0 0 0,11 6 0 0 0,20-1 0 0 0,-28-4 0 0 0,1-1 0 0 0,-1 0 0 0 0,1 0 0 0 0,0 1 0 0 0,0 0 0 0 0,-1-1 0 0 0,1 2 0 0 0,-1-1 0 0 0,1 0 0 0 0,-1 1 0 0 0,1-1 0 0 0,-1 1 0 0 0,0 0 0 0 0,0 0 0 0 0,0 0 0 0 0,0 1 0 0 0,0-1 0 0 0,0 1 0 0 0,-1 0 0 0 0,1-1 0 0 0,-1 1 0 0 0,0 0 0 0 0,1 0 0 0 0,-2 1 0 0 0,1-1 0 0 0,0 0 0 0 0,1 6 0 0 0,-1-4 0 0 0,0 1 0 0 0,-1 0 0 0 0,0 0 0 0 0,0-1 0 0 0,0 1 0 0 0,-1 0 0 0 0,1 0 0 0 0,-2 10 0 0 0,-2 4 0 0 0,-5 24 0 0 0,7-38 0 0 0,-2 9 0 0 0,-1 1 0 0 0,-10 26 0 0 0,12-37 0 0 0,0-1 0 0 0,-1 0 0 0 0,1 0 0 0 0,-1 0 0 0 0,0 0 0 0 0,1 0 0 0 0,-2-1 0 0 0,1 1 0 0 0,0-1 0 0 0,-1 0 0 0 0,1 0 0 0 0,-1 0 0 0 0,0 0 0 0 0,-5 2 0 0 0,-1 0 0 0 0,-1 0 0 0 0,0-1 0 0 0,0 0 0 0 0,-1-1 0 0 0,1 0 0 0 0,-1 0 0 0 0,-22 1 0 0 0,33-4-4 0 0,0 0-1 0 0,0 0 1 0 0,0 0-1 0 0,0-1 0 0 0,-1 1 1 0 0,1 0-1 0 0,0 0 1 0 0,0-1-1 0 0,0 1 0 0 0,0-1 1 0 0,0 1-1 0 0,-2-2 0 0 0,-3-2-7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9.5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106 0 24 0 0,'-6'6'33'0'0,"0"1"0"0"0,0-2 1 0 0,-1 1-1 0 0,-13 8 0 0 0,12-9-24 0 0,1 1-1 0 0,-1 0 1 0 0,-6 7-1 0 0,11-10-2 0 0,1 0 0 0 0,0 0 0 0 0,0 0 0 0 0,0 0 0 0 0,0 0 0 0 0,0 1 0 0 0,0-1 0 0 0,1 1 0 0 0,0-1 0 0 0,0 1 0 0 0,-1 5-1 0 0,1-7-2 0 0,1 0-1 0 0,-1 1 1 0 0,1-1-1 0 0,0 0 0 0 0,0 0 1 0 0,0 0-1 0 0,0 1 0 0 0,1-1 1 0 0,-1 0-1 0 0,1 2 0 0 0,-1-3 1 0 0,0-1-1 0 0,1 0 0 0 0,-1 1 0 0 0,0-1 1 0 0,0 0-1 0 0,0 0 0 0 0,1 1 1 0 0,-1-1-1 0 0,0 0 0 0 0,0 0 1 0 0,1 1-1 0 0,-1-1 0 0 0,0 0 0 0 0,0 0 1 0 0,1 0-1 0 0,-1 1 0 0 0,0-1 1 0 0,1 0-1 0 0,-1 0 0 0 0,0 0 1 0 0,1 0-1 0 0,-1 0 0 0 0,0 0 1 0 0,1 0-1 0 0,-1 0 0 0 0,1 0 0 0 0,0 0 3 0 0,0 0-1 0 0,0 0 0 0 0,0-1 0 0 0,0 1 1 0 0,1-1-1 0 0,-1 1 0 0 0,0-1 0 0 0,0 1 0 0 0,0-1 1 0 0,0 1-1 0 0,2-3 0 0 0,23-18 15 0 0,3-2 71 0 0,45-28 0 0 0,-64 46-76 0 0,0-1 0 0 0,1 2 0 0 0,-1-1 0 0 0,1 1 0 0 0,0 1 0 0 0,0 0 0 0 0,0 0 0 0 0,23-1 0 0 0,-32 3-13 0 0,0 1-1 0 0,0 0 1 0 0,0 0-1 0 0,-1 0 1 0 0,1 1-1 0 0,0-1 1 0 0,0 0-1 0 0,0 1 1 0 0,0-1-1 0 0,0 1 0 0 0,-1-1 1 0 0,1 1-1 0 0,0 0 1 0 0,0 0-1 0 0,-1 0 1 0 0,1 0-1 0 0,-1 0 1 0 0,1 0-1 0 0,-1 0 1 0 0,1 1-1 0 0,1 1 0 0 0,-1 0 2 0 0,-1-1 0 0 0,0 0-1 0 0,0 1 1 0 0,0-1-1 0 0,0 1 1 0 0,0 0-1 0 0,-1-1 1 0 0,1 1 0 0 0,-1 0-1 0 0,1-1 1 0 0,-1 1-1 0 0,0 0 1 0 0,-1 4-1 0 0,1 1 2 0 0,-1-1 0 0 0,-1 1 0 0 0,0-1 0 0 0,0 0 0 0 0,0 1 0 0 0,-1-1 0 0 0,0 0 0 0 0,0 0 0 0 0,-1-1 0 0 0,-4 8-1 0 0,7-14-2 0 0,0 2 0 0 0,-1 0 0 0 0,1 0 0 0 0,0-1 0 0 0,-1 1 0 0 0,1 0 0 0 0,0 1 0 0 0,-1 2 0 0 0,3-5 0 0 0,0 0 0 0 0,0 0 0 0 0,0 0 0 0 0,0-1 0 0 0,0 1 0 0 0,0 0 0 0 0,0 0 0 0 0,0-1 0 0 0,0 1 0 0 0,0-1 0 0 0,1 0 0 0 0,121-57 0 0 0,-120 57 0 0 0,4-3 0 0 0,0 1 0 0 0,1 0 0 0 0,-1 0 0 0 0,1 1 0 0 0,11-2 0 0 0,-17 3 0 0 0,0 1 0 0 0,0 0 0 0 0,0 0 0 0 0,0 0 0 0 0,-1 1 0 0 0,1-1 0 0 0,0 0 0 0 0,0 1 0 0 0,0-1 0 0 0,0 1 0 0 0,-1-1 0 0 0,1 1 0 0 0,0 0 0 0 0,0 0 0 0 0,-1 0 0 0 0,1 0 0 0 0,-1 0 0 0 0,1 0 0 0 0,-1 0 0 0 0,1 1 0 0 0,-1-1 0 0 0,0 1 0 0 0,0-1 0 0 0,0 1 0 0 0,0-1 0 0 0,0 1 0 0 0,0-1 0 0 0,1 3 0 0 0,2 6 0 0 0,-1 0 0 0 0,0 0 0 0 0,0 0 0 0 0,-1 0 0 0 0,1 16 0 0 0,7 26 0 0 0,41 102-93 0 0,-36-119-14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48.6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 24 0 0,'7'-3'-1'0'0,"-3"2"3"0"0,-2 9 56 0 0,2 142 97 0 0,-4-99-143 0 0,-2 98 29 0 0,14 326 35 0 0,2-382-76 0 0,-11-78 0 0 0,1-1 0 0 0,0 0 0 0 0,1 0 0 0 0,10 18 0 0 0,-14-30 1 0 0,1 0 0 0 0,-1 0 0 0 0,1 0 0 0 0,0-1 0 0 0,0 1-1 0 0,-1 0 1 0 0,4 1 0 0 0,-5-3-2 0 0,0 1-1 0 0,1-1 0 0 0,-1 0 1 0 0,0 1-1 0 0,0-1 0 0 0,1 0 1 0 0,-1 0-1 0 0,0 1 0 0 0,1-1 1 0 0,-1 0-1 0 0,0 0 0 0 0,1 0 1 0 0,-1 1-1 0 0,0-1 0 0 0,1 0 1 0 0,-1 0-1 0 0,1 0 0 0 0,-1 0 1 0 0,0 0-1 0 0,1 0 0 0 0,-1 0 1 0 0,0 0-1 0 0,1 0 0 0 0,-1 0 1 0 0,1 0-1 0 0,-1 0 1 0 0,0 0-1 0 0,1 0 0 0 0,-1 0 1 0 0,1 0-1 0 0,-1-1 0 0 0,0 1 1 0 0,1 0-1 0 0,-1 0 0 0 0,0 0 1 0 0,1-1-1 0 0,-1 1 0 0 0,0 0 1 0 0,0 0-1 0 0,1-1 0 0 0,-1 1 1 0 0,0 0-1 0 0,1 0 0 0 0,-1-1 1 0 0,0 1-1 0 0,0 0 0 0 0,0-1 1 0 0,0 1-1 0 0,1-1 0 0 0,-1-2-58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49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0 79 0 0,'0'0'4'0'0,"0"0"0"0"0,0 1 0 0 0,0-1-1 0 0,0 0 1 0 0,0 0 0 0 0,-1 0-1 0 0,1 0 1 0 0,0 0 0 0 0,0 0-1 0 0,0 0 1 0 0,0 1 0 0 0,0-1-1 0 0,0 0 1 0 0,0 0 0 0 0,0 0 0 0 0,0 0-1 0 0,-1 0 1 0 0,1 0 0 0 0,0 0-1 0 0,0 0 1 0 0,0 0 0 0 0,0 1-1 0 0,0-1 1 0 0,0 0 0 0 0,0 0-1 0 0,-1 0 1 0 0,1 0 0 0 0,0 0 0 0 0,0 0-1 0 0,0 0 1 0 0,0 0 0 0 0,0 0-1 0 0,-1 0 1 0 0,1 0 0 0 0,0 0-1 0 0,0 0 1 0 0,0 0 0 0 0,0 0-1 0 0,0 0 1 0 0,-1 0 0 0 0,1 0 0 0 0,0-1-1 0 0,0 1 1 0 0,0 0 0 0 0,0 0-1 0 0,0 0 1 0 0,0 0 0 0 0,-1 0-1 0 0,1 0 1 0 0,0 0 0 0 0,0 0-1 0 0,2 2-3 0 0,1 0 0 0 0,0 0 0 0 0,-1 0 0 0 0,1 0 0 0 0,0-1 0 0 0,0 1 0 0 0,0-1 0 0 0,0 0 0 0 0,4 2 0 0 0,-2-1 0 0 0,15 5 0 0 0,1-1 0 0 0,-1 0 0 0 0,40 4 0 0 0,-14-3 0 0 0,53 13 57 0 0,78 13-48 0 0,-134-27-9 0 0,0-2-1 0 0,50-2 0 0 0,-5-5 1 0 0,97-4 0 0 0,-135 2 0 0 0,82-17 0 0 0,-91 12 0 0 0,2 2 0 0 0,-1 1 0 0 0,1 3 0 0 0,0 1 0 0 0,0 2 0 0 0,61 7 0 0 0,-84-3 0 0 0,31 4 0 0 0,-47-6 0 0 0,-1 0 0 0 0,1 0 0 0 0,0 0 0 0 0,-1 0 0 0 0,0 1 0 0 0,1 0 0 0 0,-1-1 0 0 0,0 1 0 0 0,1 1 0 0 0,3 2 0 0 0,-7-4 0 0 0,1-1 0 0 0,-1 1 0 0 0,1 0 0 0 0,-1-1 0 0 0,1 1 0 0 0,-1 0 0 0 0,0-1 0 0 0,1 1 0 0 0,-1 0 0 0 0,0 0 0 0 0,1-1 0 0 0,-1 1 0 0 0,0 0 0 0 0,0 0 0 0 0,0-1 0 0 0,0 1 0 0 0,0 0 0 0 0,0 0 0 0 0,0 0 0 0 0,0-1 0 0 0,0 1 0 0 0,0 0 0 0 0,0 0 0 0 0,0 0 0 0 0,-1-1 0 0 0,1 1 0 0 0,0 0 0 0 0,0 0 0 0 0,-1-1 0 0 0,1 1 0 0 0,-1 0 0 0 0,1-1 0 0 0,-1 1 0 0 0,1 0 0 0 0,-1-1 0 0 0,0 2 0 0 0,-2 0 0 0 0,1 1 0 0 0,-1 0 0 0 0,0-1 0 0 0,-1 1 0 0 0,-5 3 0 0 0,-17 15 35 0 0,1-1-6 0 0,13-12-29 0 0,-2 0 0 0 0,1 1 0 0 0,0 0 0 0 0,1 1 0 0 0,-13 13 0 0 0,2-1 0 0 0,-48 37 0 0 0,8-8 0 0 0,-96 93 0 0 0,137-125 0 0 0,0-1 0 0 0,-1-1 0 0 0,-1-1 0 0 0,-35 18 0 0 0,-107 38 0 0 0,127-55 17 0 0,0 1 0 0 0,2 1 0 0 0,0 3 0 0 0,1 0-1 0 0,1 3 1 0 0,-50 45 0 0 0,47-36-11 0 0,-59 43-1 0 0,78-65-5 0 0,0 0 0 0 0,-1-1 0 0 0,0-1 0 0 0,0-1 0 0 0,-40 11-1 0 0,47-16-16 0 0,-5 1 36 0 0,1-1 1 0 0,-1 0 0 0 0,-33 2 0 0 0,48-7-120 0 0,-1 0 10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0:50.7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 1 79 0 0,'2'0'0'0'0,"0"0"0"0"0,-8 12 118 0 0,3-2-115 0 0,0 0 0 0 0,1 1-1 0 0,0-1 1 0 0,0 1 0 0 0,0 14 0 0 0,-3 18 54 0 0,1-1-57 0 0,1 0 0 0 0,2 0 0 0 0,5 53 0 0 0,-1-41 0 0 0,4 55 0 0 0,-7-106 0 0 0,0 0 0 0 0,0 0 0 0 0,1-1 0 0 0,-1 1 0 0 0,1 0 0 0 0,0 0 0 0 0,0 0 0 0 0,0-1 0 0 0,0 1 0 0 0,0 0 0 0 0,1-1 0 0 0,-1 1 0 0 0,1-1 0 0 0,0 1 0 0 0,0-1 0 0 0,2 3 0 0 0,-3-4 0 0 0,-1 3 0 0 0,1-8 0 0 0,0 3 0 0 0,1 0 0 0 0,-1 1 0 0 0,1-1 0 0 0,-1 0 0 0 0,1 1 0 0 0,0-1 0 0 0,-1 1 0 0 0,1-1 0 0 0,2 1 0 0 0,21-5 0 0 0,6-2 0 0 0,1 2 0 0 0,31-2 0 0 0,342-22 54 0 0,-366 24-51 0 0,0 2-1 0 0,1 2 1 0 0,45 4 0 0 0,117 21-4 0 0,14 1 1 0 0,-57-14 0 0 0,134 7 0 0 0,-255-20 0 0 0,-1 0 0 0 0,46-10 0 0 0,-48 6 0 0 0,-33 6 0 0 0,11-2 0 0 0,-13 2 0 0 0,0 0 0 0 0,0 0 0 0 0,0 0 0 0 0,0 0 0 0 0,0 0 0 0 0,0 0 0 0 0,0 0 0 0 0,0 1 0 0 0,0-1 0 0 0,0 0 0 0 0,0 0 0 0 0,0 0 0 0 0,0 0 0 0 0,0 0 0 0 0,0 0 0 0 0,0 0 0 0 0,0 0 0 0 0,0 0 0 0 0,0 0 0 0 0,0 1 0 0 0,0-1 0 0 0,1 0 0 0 0,-1 0 0 0 0,0 0 0 0 0,0 0 0 0 0,0 0 0 0 0,0 0 0 0 0,0 0 0 0 0,0 0 0 0 0,0 0 0 0 0,0 0 0 0 0,0 0 0 0 0,0 0 0 0 0,-6 5 0 0 0,3-4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1.0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0,'5'14'9'0'0,"-2"1"1"0"0,0-1-1 0 0,0 1 1 0 0,-1 0 0 0 0,-1 26-1 0 0,0-14-3 0 0,5 213 36 0 0,-3-85-20 0 0,-2 111-22 0 0,-11-128 0 0 0,5-86 0 0 0,4-38 0 0 0,1-10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1.9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0,'0'1'0'0'0,"21"25"143"0"0,-3 0-129 0 0,1-1-1 0 0,39 39 1 0 0,52 38 39 0 0,-64-61-19 0 0,-12-11-34 0 0,4 4 0 0 0,39 43 0 0 0,-56-53 0 0 0,58 72 0 0 0,-65-78 0 0 0,-2 0 0 0 0,0 2 0 0 0,13 29 0 0 0,-21-41-1 0 0,-3-4 0 0 0,1 0-1 0 0,-1 0 1 0 0,1 0-1 0 0,0-1 1 0 0,1 1-1 0 0,-1 0 1 0 0,4 3-1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2.3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0 591 24 0 0,'1'-1'2'0'0,"-1"0"1"0"0,1 0 0 0 0,-1 0-1 0 0,1 0 1 0 0,-1 0 0 0 0,1 0 0 0 0,0 1-1 0 0,-1-1 1 0 0,1 0 0 0 0,0 1 0 0 0,1-2-1 0 0,3-3 43 0 0,14-17 23 0 0,-9 9-68 0 0,1 1-1 0 0,14-13 0 0 0,35-26 89 0 0,2 2 0 0 0,130-75 0 0 0,-53 54-63 0 0,56-31 14 0 0,-142 65-39 0 0,-40 26 0 0 0,0 1 0 0 0,1 0 0 0 0,0 1 0 0 0,1 0 0 0 0,0 1 0 0 0,23-8 0 0 0,-32 14-12 0 0,-1-1-1 0 0,0 1 1 0 0,1 0-1 0 0,-1 1 1 0 0,1-1-1 0 0,6 1 0 0 0,-6 1-67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2.8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66 24 0 0,'0'-6'10'0'0,"0"5"-5"0"0,0 1 1 0 0,0-1-1 0 0,0 0 0 0 0,-1 1 1 0 0,2-1-1 0 0,-1 1 0 0 0,0-1 1 0 0,0 0-1 0 0,0 1 0 0 0,0-1 1 0 0,0 1-1 0 0,0-1 0 0 0,1 0 1 0 0,-1 1-1 0 0,0-1 0 0 0,0 1 1 0 0,1-1-1 0 0,-1 1 0 0 0,0-1 1 0 0,1 1-1 0 0,-1-1 0 0 0,1 1 1 0 0,-1-1-1 0 0,1 0 0 0 0,4-3 3 0 0,1 0 0 0 0,0-1 0 0 0,0 2 0 0 0,0-1 0 0 0,0 1 0 0 0,0 0-1 0 0,1 0 1 0 0,-1 0 0 0 0,1 1 0 0 0,12-2 0 0 0,-6 1 0 0 0,0 1 1 0 0,0 1-1 0 0,0 0 0 0 0,25 2 0 0 0,156 33-8 0 0,-136-22 4 0 0,0-2-1 0 0,103 5 1 0 0,305-27 49 0 0,-320 0-53 0 0,73-2 0 0 0,126 21 0 0 0,-261-3 0 0 0,354 30 0 0 0,-437-34 0 0 0,-1 0 0 0 0,0 0 0 0 0,0 0 0 0 0,0 0 0 0 0,0 0 0 0 0,0 0 0 0 0,1 0 0 0 0,-1 0 0 0 0,0 0 0 0 0,0 0 0 0 0,0 0 0 0 0,0 0 0 0 0,0 0 0 0 0,1 0 0 0 0,-1 0 0 0 0,0 0 0 0 0,0 0 0 0 0,0 0 0 0 0,0 0 0 0 0,0 1 0 0 0,1-1 0 0 0,-1 0 0 0 0,0 0 0 0 0,0 0 0 0 0,0 0 0 0 0,0 0 0 0 0,0 0 0 0 0,0 0 0 0 0,0 0 0 0 0,0 0 0 0 0,1 1 0 0 0,-1-1 0 0 0,0 0 0 0 0,0 0 0 0 0,0 0 0 0 0,0 0 0 0 0,0 0 0 0 0,0 1 0 0 0,0-1 0 0 0,0 0 0 0 0,0 0 0 0 0,0 0 0 0 0,0 1 0 0 0,-5 4-73 0 0,0-3 58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3.3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311 54 287 0 0,'-7'8'0'0'0,"1"0"0"0"0,0 0 0 0 0,0 0 0 0 0,1 1 0 0 0,0 0 0 0 0,-7 18 0 0 0,2-1 0 0 0,-7 36 0 0 0,15-54 2 0 0,0 0 0 0 0,1 0 0 0 0,0 1-1 0 0,0-1 1 0 0,1 1 0 0 0,0-1-1 0 0,1 0 1 0 0,0 1 0 0 0,3 15-1 0 0,-3-20 1 0 0,1-1 0 0 0,-1 1 0 0 0,1-1 0 0 0,-1 1 0 0 0,1-1 0 0 0,0 0 0 0 0,0 0-1 0 0,1 0 1 0 0,-1 0 0 0 0,0 0 0 0 0,1 0 0 0 0,0-1 0 0 0,0 1 0 0 0,0-1 0 0 0,0 0 0 0 0,0 0-1 0 0,0 0 1 0 0,0 0 0 0 0,1 0 0 0 0,-1-1 0 0 0,1 0 0 0 0,-1 1 0 0 0,1-1 0 0 0,4 0-1 0 0,-3 0 2 0 0,-1 0-1 0 0,1-1 0 0 0,-1 1 0 0 0,1-1 1 0 0,-1 0-1 0 0,1-1 0 0 0,0 1 0 0 0,-1-1 0 0 0,1 0 1 0 0,-1 0-1 0 0,1 0 0 0 0,-1-1 0 0 0,0 0 1 0 0,0 1-1 0 0,0-1 0 0 0,0-1 0 0 0,0 1 0 0 0,0-1 1 0 0,0 1-1 0 0,-1-1 0 0 0,1 0 0 0 0,-1-1 0 0 0,0 1 1 0 0,4-5-1 0 0,-1 0 15 0 0,-1 0 1 0 0,0 0 0 0 0,-1 0-1 0 0,0 0 1 0 0,0-1 0 0 0,-1 0-1 0 0,0 1 1 0 0,0-1-1 0 0,-1-1 1 0 0,0 1 0 0 0,0-10-1 0 0,-1 7 19 0 0,0 0 0 0 0,-1 1 0 0 0,-1-1 0 0 0,0 0 1 0 0,0 1-1 0 0,-4-14 0 0 0,3 18-22 0 0,0 1 0 0 0,-1 0 0 0 0,1 0 0 0 0,-1 0 0 0 0,0 0 0 0 0,-1 1 0 0 0,0-1 0 0 0,0 1 0 0 0,0 0 0 0 0,0 0 0 0 0,-1 1 0 0 0,-8-8 0 0 0,4 5-7 0 0,0 1 0 0 0,0 1 1 0 0,0-1-1 0 0,-1 1 0 0 0,0 1 1 0 0,0 0-1 0 0,0 0 0 0 0,-1 1 0 0 0,1 1 1 0 0,-1-1-1 0 0,1 2 0 0 0,-1-1 1 0 0,-12 1-1 0 0,-2 2-65 0 0,1 0-1 0 0,0 2 1 0 0,0 1 0 0 0,-42 11-1 0 0,47-9-177 0 0,-31 4 0 0 0,37-9 100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4.2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 0 167 0 0,'0'0'2'0'0,"-1"0"-1"0"0,1 1 1 0 0,0-1-1 0 0,0 0 0 0 0,-1 0 1 0 0,1 1-1 0 0,0-1 1 0 0,-1 0-1 0 0,1 0 0 0 0,0 1 1 0 0,0-1-1 0 0,0 0 0 0 0,-1 1 1 0 0,1-1-1 0 0,0 0 1 0 0,0 1-1 0 0,0-1 0 0 0,0 0 1 0 0,0 1-1 0 0,-1-1 0 0 0,1 0 1 0 0,0 1-1 0 0,0-1 1 0 0,0 1-1 0 0,0-1 0 0 0,-2 18 52 0 0,1-6-24 0 0,-13 71 5 0 0,-14 102 114 0 0,25-159-129 0 0,2 0-1 0 0,1 1 1 0 0,1-1-1 0 0,9 51 0 0 0,2-38-18 0 0,-11-36 0 0 0,0 0 0 0 0,1 0 0 0 0,-1 0 0 0 0,1 0 0 0 0,-1 0 0 0 0,1 0 0 0 0,0-1 0 0 0,0 1 0 0 0,1-1 0 0 0,2 4 0 0 0,-4-6 0 0 0,0 0-1 0 0,-1 1 1 0 0,1-1-1 0 0,-1 0 1 0 0,1 0-1 0 0,0 0 0 0 0,-1 1 1 0 0,1-1-1 0 0,0 0 1 0 0,-1 0-1 0 0,1 0 0 0 0,0 0 1 0 0,-1 0-1 0 0,1 0 1 0 0,0-1-1 0 0,-1 1 0 0 0,1 0 1 0 0,-1 0-1 0 0,1 0 1 0 0,0 0-1 0 0,-1-1 1 0 0,1 1-1 0 0,-1 0 0 0 0,1-1 1 0 0,0 1-1 0 0,-1 0 1 0 0,1-1-1 0 0,-1 1 0 0 0,1-1 1 0 0,-1 1-1 0 0,0-1 1 0 0,1 1-1 0 0,-1-1 0 0 0,1 1 1 0 0,-1-1-1 0 0,0 1 1 0 0,1-2-1 0 0,14-27-45 0 0,-10 20 26 0 0,27-54-204 0 0,-21 38 152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4.5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47 1 55 0 0,'-17'18'118'0'0,"5"-4"-60"0"0,10-12-54 0 0,0 0-1 0 0,1 0 0 0 0,-1 0 0 0 0,0 0 0 0 0,1 0 1 0 0,-1 0-1 0 0,1 1 0 0 0,0-1 0 0 0,-1 3 0 0 0,2-5-2 0 0,0 1 0 0 0,0 0 0 0 0,-1 0 0 0 0,1-1 0 0 0,1 1 0 0 0,-1 0-1 0 0,0-1 1 0 0,0 1 0 0 0,0 0 0 0 0,0 0 0 0 0,0-1 0 0 0,1 1-1 0 0,-1 0 1 0 0,0-1 0 0 0,1 1 0 0 0,-1 0 0 0 0,0-1 0 0 0,1 1-1 0 0,-1-1 1 0 0,1 1 0 0 0,-1-1 0 0 0,1 1 0 0 0,-1-1 0 0 0,1 1 0 0 0,-1-1-1 0 0,1 1 1 0 0,0-1 0 0 0,-1 0 0 0 0,1 1 0 0 0,-1-1 0 0 0,1 0-1 0 0,0 1 1 0 0,0-1 0 0 0,-1 0 0 0 0,1 0 0 0 0,0 0 0 0 0,0 0-1 0 0,60 17 53 0 0,-35-10-11 0 0,31 11-1 0 0,-51-15-40 0 0,6 1 9 0 0,0 1 1 0 0,0 1 0 0 0,0 0-1 0 0,19 14 1 0 0,-29-18-9 0 0,0 0 0 0 0,0-1 0 0 0,0 1 0 0 0,0 0 0 0 0,0 0 0 0 0,0 0 0 0 0,-1 0 0 0 0,1 1 1 0 0,-1-1-1 0 0,1 0 0 0 0,-1 1 0 0 0,0-1 0 0 0,0 1 0 0 0,0-1 0 0 0,0 1 0 0 0,-1-1 0 0 0,1 1 0 0 0,-1 0 0 0 0,1-1 0 0 0,-1 1 0 0 0,0 0 0 0 0,0-1 0 0 0,0 1 0 0 0,0 0 0 0 0,-1 0 1 0 0,1-1-1 0 0,-1 1 0 0 0,0-1 0 0 0,1 1 0 0 0,-3 3 0 0 0,-1 2-1 0 0,0-1 1 0 0,-1 1 0 0 0,0-1-1 0 0,0 0 1 0 0,-1 0 0 0 0,1-1-1 0 0,-10 8 1 0 0,-51 38-4 0 0,62-48 1 0 0,-3 1 1 0 0,-4 3-7 0 0,0 0 0 0 0,-16 8 0 0 0,24-15 5 0 0,1 1 0 0 0,-1-1 0 0 0,0 0 0 0 0,0 0 0 0 0,0 0 0 0 0,0 0 0 0 0,0-1 0 0 0,0 1 0 0 0,0-1 0 0 0,-1 0 0 0 0,1 0 0 0 0,0 0 0 0 0,0 0 0 0 0,0 0 0 0 0,-6-2 0 0 0,7 1 1 0 0,1 0-1 0 0,-1 0 0 0 0,0 0 1 0 0,1 0-1 0 0,-1 0 1 0 0,0 0-1 0 0,1 0 1 0 0,-1-1-1 0 0,1 1 0 0 0,0-1 1 0 0,-1 1-1 0 0,1-1 1 0 0,0 1-1 0 0,0-1 1 0 0,0 0-1 0 0,0 0 0 0 0,0 1 1 0 0,1-1-1 0 0,-2-3 1 0 0,0-4-31 0 0,0 0 0 0 0,-2-18 0 0 0,3 20 10 0 0,0-13 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4.7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36 55 0 0,'-6'-5'88'0'0,"-1"-1"59"0"0,7 5-145 0 0,0 1 0 0 0,0 0 0 0 0,0 0 0 0 0,0-1 0 0 0,0 1 0 0 0,0 0 0 0 0,0 0 0 0 0,0-1 0 0 0,0 1 0 0 0,0 0 0 0 0,0 0 0 0 0,0 0 0 0 0,0-1 0 0 0,0 1 0 0 0,1 0 0 0 0,-1 0 0 0 0,0 0 0 0 0,0-1 0 0 0,0 1 0 0 0,0 0 0 0 0,1 0 0 0 0,-1 0 0 0 0,0 0 0 0 0,0-1 0 0 0,0 1 0 0 0,1 0 0 0 0,-1 0 0 0 0,0 0 0 0 0,0 0 0 0 0,1 0 0 0 0,-1 0 0 0 0,0 0 0 0 0,0 0 0 0 0,0 0 0 0 0,1 0 0 0 0,-1 0 0 0 0,0 0 0 0 0,1 0-1 0 0,13-5 10 0 0,-1 1 0 0 0,2 1-1 0 0,-1 1 1 0 0,0 0 0 0 0,22 0-1 0 0,-16 2-10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5.3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 95 24 0 0,'-39'38'66'0'0,"33"-31"-52"0"0,1 1 0 0 0,0-1 0 0 0,0 0-1 0 0,1 1 1 0 0,0 0 0 0 0,-4 10 0 0 0,6-13-8 0 0,1 0 1 0 0,-1 1-1 0 0,1-1 0 0 0,0 0 1 0 0,0 1-1 0 0,0-1 1 0 0,1 1-1 0 0,0-1 0 0 0,0 1 1 0 0,1-1-1 0 0,1 9 0 0 0,-2-12-4 0 0,0 0 0 0 0,1 0 0 0 0,0 0 0 0 0,-1 0-1 0 0,1 0 1 0 0,0 0 0 0 0,0 0 0 0 0,0 0-1 0 0,0 0 1 0 0,1-1 0 0 0,-1 1 0 0 0,0 0 0 0 0,1-1-1 0 0,-1 1 1 0 0,1 0 0 0 0,0-1 0 0 0,-1 0-1 0 0,1 0 1 0 0,0 1 0 0 0,0-1 0 0 0,0 0 0 0 0,0 0-1 0 0,0 0 1 0 0,0-1 0 0 0,0 1 0 0 0,0 0-1 0 0,0-1 1 0 0,0 0 0 0 0,0 1 0 0 0,1-1 0 0 0,-1 0-1 0 0,0 0 1 0 0,0 0 0 0 0,0 0 0 0 0,3-1-1 0 0,0 0 3 0 0,-1 0 0 0 0,0 0 0 0 0,1-1 0 0 0,-1 1-1 0 0,0-1 1 0 0,0 0 0 0 0,0 0 0 0 0,0 0-1 0 0,-1-1 1 0 0,1 0 0 0 0,-1 1 0 0 0,1-1-1 0 0,-1 0 1 0 0,0 0 0 0 0,0-1 0 0 0,4-5-1 0 0,1-4 11 0 0,-1 0-1 0 0,0 0 0 0 0,-1-1 1 0 0,-1 0-1 0 0,0 0 0 0 0,4-20 1 0 0,-8 27-7 0 0,0 0 0 0 0,0-1 1 0 0,0 1-1 0 0,-1-1 0 0 0,0 1 1 0 0,0-1-1 0 0,-1 1 0 0 0,0-1 0 0 0,-1 1 1 0 0,1-1-1 0 0,-1 1 0 0 0,-1 0 1 0 0,0 0-1 0 0,-4-9 0 0 0,6 14-4 0 0,0 0-1 0 0,0 0 1 0 0,-1 0 0 0 0,1 0-1 0 0,-1 0 1 0 0,1 0 0 0 0,-1 0-1 0 0,0 1 1 0 0,0-1 0 0 0,0 0-1 0 0,0 1 1 0 0,0 0-1 0 0,0-1 1 0 0,0 1 0 0 0,0 0-1 0 0,0 0 1 0 0,-1 0 0 0 0,1 1-1 0 0,0-1 1 0 0,-1 0 0 0 0,-3 0-1 0 0,4 1-2 0 0,-1 1 0 0 0,0-1-1 0 0,1 0 1 0 0,-1 1 0 0 0,1-1 0 0 0,-1 1 0 0 0,1 0-1 0 0,-1 0 1 0 0,1 0 0 0 0,0 0 0 0 0,-1 1-1 0 0,1-1 1 0 0,0 0 0 0 0,0 1 0 0 0,0 0-1 0 0,0-1 1 0 0,0 1 0 0 0,0 0 0 0 0,-2 4-1 0 0,-2 1 2 0 0,1 1-1 0 0,1 0 0 0 0,-1 0 0 0 0,2 0 0 0 0,-1 0 0 0 0,1 1 0 0 0,0-1 1 0 0,-3 18-1 0 0,5-20-1 0 0,0 1-1 0 0,0 0 1 0 0,0 0 0 0 0,1 0 0 0 0,0 0-1 0 0,1-1 1 0 0,0 1 0 0 0,0 0 0 0 0,0 0 0 0 0,1-1-1 0 0,0 1 1 0 0,3 8 0 0 0,-4-13-9 0 0,1 0 0 0 0,-1 0 0 0 0,0-1 1 0 0,1 1-1 0 0,-1 0 0 0 0,1-1 0 0 0,0 1 0 0 0,-1-1 1 0 0,1 0-1 0 0,0 0 0 0 0,0 1 0 0 0,0-1 1 0 0,0 0-1 0 0,0 0 0 0 0,0-1 0 0 0,0 1 0 0 0,0 0 1 0 0,1-1-1 0 0,-1 1 0 0 0,0-1 0 0 0,0 0 0 0 0,0 0 1 0 0,1 0-1 0 0,-1 0 0 0 0,0 0 0 0 0,0 0 0 0 0,0-1 1 0 0,4 0-1 0 0,3-2-4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5.5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0 24 0 0,'-2'1'4'0'0,"1"0"1"0"0,0 0 0 0 0,-1 0-1 0 0,1 0 1 0 0,0 0 0 0 0,0 0-1 0 0,0 0 1 0 0,0 0 0 0 0,0 0-1 0 0,0 1 1 0 0,0-1 0 0 0,0 0-1 0 0,1 1 1 0 0,-1-1 0 0 0,0 0-1 0 0,0 3 1 0 0,-4 24 117 0 0,4-16-100 0 0,-2 3-21 0 0,-28 186 86 0 0,27-161-63 0 0,1 0-1 0 0,3 1 0 0 0,4 41 1 0 0,-3-71-24 0 0,0 0 0 0 0,1 0 0 0 0,1 0 0 0 0,-1-1 0 0 0,2 1 0 0 0,-1-1 0 0 0,1 1 0 0 0,1-1 0 0 0,0 0 0 0 0,0-1 0 0 0,1 1 0 0 0,8 9 0 0 0,-1-6-54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5.9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 26 24 0 0,'-7'-17'-12'0'0,"7"16"20"0"0,0 1-1 0 0,0-1 0 0 0,0 1 0 0 0,0-1 0 0 0,-1 1 0 0 0,1 0 0 0 0,0-1 0 0 0,0 1 0 0 0,-1 0 0 0 0,1-1 0 0 0,0 1 0 0 0,0 0 0 0 0,-1-1 0 0 0,1 1 1 0 0,0 0-1 0 0,-1-1 0 0 0,1 1 0 0 0,-1 0 0 0 0,1 0 0 0 0,0-1 0 0 0,-1 1 0 0 0,1 0 0 0 0,-1 0 0 0 0,1 0 0 0 0,-1 0 0 0 0,1 0 0 0 0,0 0 1 0 0,-1 0-1 0 0,1 0 0 0 0,-1 0 0 0 0,1 0 0 0 0,-1 0 0 0 0,1 0 0 0 0,-1 0 0 0 0,1 0 0 0 0,-1 0 0 0 0,0 1-1 0 0,1 0-1 0 0,-1 0 0 0 0,1 0 1 0 0,-1 0-1 0 0,1 0 1 0 0,0 1-1 0 0,-1-1 0 0 0,1 0 1 0 0,0 0-1 0 0,0 0 1 0 0,0 0-1 0 0,0 0 0 0 0,0 1 1 0 0,0-1-1 0 0,0 1 1 0 0,0 3 14 0 0,0-3-19 0 0,-23 363 136 0 0,22-356-156 0 0,0 1-1 0 0,1-1 0 0 0,0 1 0 0 0,0-1 0 0 0,1 1 0 0 0,1-1 0 0 0,-1 0 1 0 0,2 1-1 0 0,4 14 0 0 0,-6-23-70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6.4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79 0 0,'40'6'28'0'0,"-23"-4"7"0"0,-1 1-1 0 0,1 0 1 0 0,18 7 0 0 0,-31-9-30 0 0,0 1 0 0 0,0 0 0 0 0,0-1 0 0 0,0 2 0 0 0,-1-1 0 0 0,1 0 0 0 0,-1 1 0 0 0,1-1 0 0 0,-1 1 0 0 0,0 0 0 0 0,0 0 0 0 0,0 0 0 0 0,-1 1 0 0 0,1-1 0 0 0,-1 1 0 0 0,0-1 0 0 0,3 6-1 0 0,-4-4-1 0 0,0-1-1 0 0,0 1 0 0 0,0-1 1 0 0,0 1-1 0 0,-1-1 0 0 0,0 1 0 0 0,0-1 1 0 0,0 1-1 0 0,0 0 0 0 0,-1-1 1 0 0,0 1-1 0 0,0-1 0 0 0,-2 7 0 0 0,1-6 1 0 0,0 1 0 0 0,0-1 0 0 0,-1 0 0 0 0,1 0 0 0 0,-1 0 0 0 0,0 0 0 0 0,-1 0 0 0 0,1-1 0 0 0,-1 0 0 0 0,-6 6-1 0 0,6-6-2 0 0,-1 0 0 0 0,0-1 0 0 0,0 1 0 0 0,0-1 0 0 0,0-1 0 0 0,-8 4 0 0 0,13-6 1 0 0,-1 0-1 0 0,1 0 0 0 0,-1 1 1 0 0,1-1-1 0 0,-1 0 0 0 0,1 0 1 0 0,-1 0-1 0 0,1 1 0 0 0,-1-1 1 0 0,1 0-1 0 0,-1 1 0 0 0,1-1 1 0 0,-1 0-1 0 0,1 1 0 0 0,0-1 1 0 0,-1 1-1 0 0,1-1 0 0 0,0 0 0 0 0,-1 1 1 0 0,1-1-1 0 0,0 2 0 0 0,0-2 1 0 0,0 1 0 0 0,0-1 0 0 0,0 0-1 0 0,0 1 1 0 0,0-1 0 0 0,0 1 0 0 0,1-1-1 0 0,-1 0 1 0 0,0 1 0 0 0,0-1 0 0 0,0 1-1 0 0,1-1 1 0 0,-1 0 0 0 0,0 1 0 0 0,0-1-1 0 0,1 0 1 0 0,-1 0 0 0 0,0 1 0 0 0,1-1-1 0 0,-1 0 1 0 0,1 1 0 0 0,28 13 34 0 0,-19-10-30 0 0,-1 0-5 0 0,-1 1 0 0 0,1-1 0 0 0,-1 2 0 0 0,11 8 0 0 0,-16-12 0 0 0,-1 0 0 0 0,0 1 0 0 0,-1-1 0 0 0,1 0 0 0 0,0 1 0 0 0,-1-1 0 0 0,1 1 0 0 0,-1-1 0 0 0,0 1 0 0 0,1 0 0 0 0,-1 0 0 0 0,-1 0 0 0 0,1-1 0 0 0,0 1 0 0 0,-1 0 0 0 0,1 0 0 0 0,-1 0 0 0 0,0 6 0 0 0,-1 3 0 0 0,-1 0-1 0 0,0-1 1 0 0,-1 1-1 0 0,0-1 1 0 0,-1 1-1 0 0,0-1 0 0 0,-6 11 1 0 0,2-6 14 0 0,-1 0 1 0 0,-1-1-1 0 0,-22 28 1 0 0,25-34-15 0 0,-2-1-1 0 0,1 1 1 0 0,-1-1 0 0 0,-1-1-1 0 0,1 0 1 0 0,-1 0 0 0 0,0-1-1 0 0,-21 10 1 0 0,29-16-67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7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64 143 0 0,'-4'0'0'0'0,"-2"1"0"0"0,5 0 0 0 0,4 0 0 0 0,3 0 0 0 0,1 1 0 0 0,0-1 0 0 0,-1-1 0 0 0,1 1 0 0 0,9-2 0 0 0,14 2 0 0 0,58 8 68 0 0,163 10 75 0 0,-71-28-87 0 0,-78 2 8 0 0,9 2-36 0 0,161-13 21 0 0,100-14-7 0 0,-127 14-20 0 0,-123 12-61 0 0,170 14-1 0 0,-191-3-43 0 0,-33-5 29 0 0,79-10 0 0 0,-80 4-4 0 0,-41 4 58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08.5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1013 24 0 0,'1'-3'3'0'0,"-1"-1"0"0"0,0 1 1 0 0,0-1-1 0 0,-1 1 1 0 0,1 0-1 0 0,-1-1 1 0 0,1 1-1 0 0,-1 0 0 0 0,0-1 1 0 0,-2-3-1 0 0,-3-15 37 0 0,2-8 0 0 0,1 1 0 0 0,1-1 0 0 0,1 0 0 0 0,5-30 0 0 0,1 14 31 0 0,23-86-1 0 0,-20 101-38 0 0,-1 2 0 0 0,1 0 0 0 0,1 1 0 0 0,2 0 0 0 0,24-47 0 0 0,-22 54-14 0 0,2 1-1 0 0,1 1 1 0 0,0 0-1 0 0,1 2 1 0 0,1-1-1 0 0,1 2 1 0 0,0 1-1 0 0,1 0 1 0 0,28-15-1 0 0,24-9 35 0 0,112-43-1 0 0,-119 55-20 0 0,-47 20-31 0 0,0 0 0 0 0,0 1 0 0 0,29-5 0 0 0,-37 9 0 0 0,1 1 0 0 0,0 1 0 0 0,0-1 0 0 0,0 2 0 0 0,-1 0 0 0 0,1 0 0 0 0,18 5 0 0 0,-7-1 0 0 0,0 2 0 0 0,0 1 0 0 0,0 0 0 0 0,-1 2 0 0 0,-1 0 0 0 0,1 2 0 0 0,-2 0 0 0 0,0 1 0 0 0,0 1 0 0 0,-1 0 0 0 0,-1 2 0 0 0,0 0 0 0 0,-1 1 0 0 0,20 28 0 0 0,-20-19 0 0 0,-1 0 0 0 0,-1 1 0 0 0,-1 1 0 0 0,-2 0 0 0 0,0 1 0 0 0,-2 0 0 0 0,-2 0 0 0 0,0 1 0 0 0,2 34 0 0 0,-3 11 0 0 0,-3 0 0 0 0,-11 115 0 0 0,7 96 0 0 0,2-245 0 0 0,0-20 0 0 0,0-1 0 0 0,2 0 0 0 0,0 0 0 0 0,2 0 0 0 0,0-1 0 0 0,1 1 0 0 0,1-1 0 0 0,9 20 0 0 0,-12-34 0 0 0,-1 1 0 0 0,1 0 0 0 0,0-1 0 0 0,1 0 0 0 0,-1 0 0 0 0,1 0 0 0 0,0-1 0 0 0,0 0 0 0 0,1 0 0 0 0,-1 0 0 0 0,1 0 0 0 0,0-1 0 0 0,0 0 0 0 0,0 0 0 0 0,0-1 0 0 0,0 1 0 0 0,1-1 0 0 0,10 1 0 0 0,1 1 0 0 0,0-2 0 0 0,1 0 0 0 0,0-1 0 0 0,-1-1 0 0 0,28-3 0 0 0,-11-2 3 0 0,1-1 0 0 0,64-19 0 0 0,-80 18-18 0 0,-2 0 1 0 0,1-1-1 0 0,-1-1 1 0 0,0-1-1 0 0,-1-1 1 0 0,26-20-1 0 0,-33 22-19 0 0,13-11-68 0 0,1 1 0 0 0,1 1 0 0 0,43-24-1 0 0,-41 28 31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1:10.6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0 196 199 0 0,'417'-28'48'0'0,"-341"26"-24"0"0,72-4-24 0 0,606-38 64 0 0,-581 32-64 0 0,281-23 0 0 0,49 1 0 0 0,-432 30 0 0 0,1829-22 0 0 0,-1252 42 26 0 0,208 3 12 0 0,-93-38 54 0 0,-346 5-56 0 0,-283 10-36 0 0,337 1 0 0 0,99 36 0 0 0,-343-24-108 0 0,-179-11 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06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1 767 143 0 0,'0'-4'0'0'0,"1"0"0"0"0,-1 0 0 0 0,1 1 0 0 0,0-1 0 0 0,3-7 0 0 0,3-12 0 0 0,1-15 6 0 0,-1 2 56 0 0,2 0 0 0 0,17-48 0 0 0,-22 72-50 0 0,1 1-1 0 0,1 0 1 0 0,0 1-1 0 0,1-1 1 0 0,-1 1 0 0 0,2 1-1 0 0,0-1 1 0 0,0 1-1 0 0,0 0 1 0 0,1 1 0 0 0,14-10-1 0 0,-3 5-4 0 0,1 0-1 0 0,0 2 1 0 0,1 1 0 0 0,0 0-1 0 0,1 2 1 0 0,0 0 0 0 0,36-6-1 0 0,-29 9 3 0 0,0 1 0 0 0,1 1 0 0 0,-1 2 0 0 0,0 1 0 0 0,49 7 0 0 0,-75-6-9 0 0,0-1 1 0 0,0 2-1 0 0,0-1 1 0 0,-1 0-1 0 0,1 1 0 0 0,-1 0 1 0 0,1 0-1 0 0,-1 0 1 0 0,1 0-1 0 0,-1 0 1 0 0,0 1-1 0 0,0-1 1 0 0,0 1-1 0 0,0 0 0 0 0,-1 0 1 0 0,1 0-1 0 0,-1 0 1 0 0,0 0-1 0 0,4 8 1 0 0,1 5 4 0 0,0 0 0 0 0,-1 0 0 0 0,6 23 0 0 0,-3-8 40 0 0,19 45-45 0 0,-23-64 0 0 0,1 0 0 0 0,1 0 0 0 0,-1-1 0 0 0,11 13 0 0 0,-12-20 3 0 0,0 1-1 0 0,0 0 0 0 0,0-1 0 0 0,0 0 0 0 0,1 0 0 0 0,0-1 1 0 0,0 0-1 0 0,0 0 0 0 0,0 0 0 0 0,0 0 0 0 0,13 2 0 0 0,6 1 16 0 0,46 4 0 0 0,-45-8-16 0 0,-2 1 7 0 0,-1-2 0 0 0,0 0-1 0 0,0-2 1 0 0,0 0-1 0 0,0-2 1 0 0,39-9-1 0 0,-47 7 3 0 0,-1 0 0 0 0,0-2-1 0 0,0 0 1 0 0,0-1-1 0 0,23-17 1 0 0,58-57 57 0 0,-61 51-60 0 0,122-102-8 0 0,-49 49 0 0 0,-63 51 0 0 0,-2-1 0 0 0,43-45 0 0 0,21-49-264 0 0,-106 128 262 0 0,0 0 0 0 0,0 0-1 0 0,0 0 1 0 0,0 0 0 0 0,0 0-1 0 0,0-1 1 0 0,0 1 0 0 0,0 0-1 0 0,0 0 1 0 0,0 0 0 0 0,1 0-1 0 0,-1 0 1 0 0,0-1 0 0 0,0 1-1 0 0,0 0 1 0 0,0 0 0 0 0,0 0-1 0 0,0 0 1 0 0,0 0 0 0 0,0-1-1 0 0,0 1 1 0 0,0 0 0 0 0,0 0-1 0 0,0 0 1 0 0,0 0 0 0 0,0 0-1 0 0,0-1 1 0 0,0 1 0 0 0,-1 0-1 0 0,1 0 1 0 0,0 0 0 0 0,0 0-1 0 0,0 0 1 0 0,0-1 0 0 0,0 1-1 0 0,0 0 1 0 0,0 0 0 0 0,0 0-1 0 0,0 0 1 0 0,-1 0-1 0 0,-3-1-13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07.4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0 325 199 0 0,'2'0'4'0'0,"1"0"-1"0"0,-1 0 0 0 0,0 0 0 0 0,0-1 1 0 0,0 1-1 0 0,0-1 0 0 0,0 1 0 0 0,0-1 0 0 0,0 0 1 0 0,0 1-1 0 0,0-1 0 0 0,3-2 0 0 0,12-4 102 0 0,16-3-70 0 0,16-3 151 0 0,24 3-89 0 0,106 0-1 0 0,-102 8-26 0 0,86-13-1 0 0,106-23-60 0 0,-17 2 48 0 0,-86 7-45 0 0,43-7-14 0 0,-160 29 2 0 0,367-67 0 0 0,-298 50 13 0 0,-96 21-80 0 0,0 1-1 0 0,0 1 1 0 0,31 3-1 0 0,-47-1-10 0 0,-6-1 76 0 0,0 0 0 0 0,0 0 0 0 0,0 0 0 0 0,0 1 0 0 0,0-1 0 0 0,0 0 0 0 0,0 0-1 0 0,0 0 1 0 0,0 0 0 0 0,0 0 0 0 0,0 0 0 0 0,0 0 0 0 0,-1 0 0 0 0,1 0 0 0 0,0 0 0 0 0,0 0 0 0 0,0 0 0 0 0,0 0 0 0 0,0 0 0 0 0,0 0 0 0 0,0 0 0 0 0,0 0 0 0 0,0 0 0 0 0,0 0 0 0 0,0 0 0 0 0,0 1 0 0 0,0-1 0 0 0,0 0 0 0 0,0 0 0 0 0,0 0 0 0 0,0 0 0 0 0,0 0 0 0 0,0 0 0 0 0,0 0 0 0 0,0 0 0 0 0,0 0 0 0 0,0 0-1 0 0,0 0 1 0 0,0 0 0 0 0,1 0 0 0 0,-1 0 0 0 0,0 0 0 0 0,0 0 0 0 0,0 0 0 0 0,0 0 0 0 0,0 0 0 0 0,0 0 0 0 0,0 0 0 0 0,0 1 0 0 0,0-1 0 0 0,0 0 0 0 0,0 0 0 0 0,0 0 0 0 0,0 0 0 0 0,0 0 0 0 0,0 0 0 0 0,0 0 0 0 0,0 0 0 0 0,0 0 0 0 0,0 0 0 0 0,0 0 0 0 0,1 0 0 0 0,-1 0 0 0 0,0 0 0 0 0,0 0 0 0 0,0 0-1 0 0,-3 0-69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07.7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177 5 24 0 0,'90'-4'186'0'0,"-50"7"-157"0"0,-1 2 1 0 0,1 2-1 0 0,55 16 0 0 0,-78-18-13 0 0,28 13 0 0 0,-38-15-12 0 0,-1 0 0 0 0,0 0 0 0 0,-1 1 0 0 0,1 0 0 0 0,0 0 0 0 0,-1 0 0 0 0,8 9 0 0 0,-13-12-2 0 0,1 0 0 0 0,0 0 0 0 0,-1 0 0 0 0,1 0 0 0 0,-1 1 0 0 0,0-1 0 0 0,1 0 0 0 0,-1 0 0 0 0,0 0 0 0 0,0 0-1 0 0,0 1 1 0 0,0-1 0 0 0,0 0 0 0 0,0 0 0 0 0,0 1 0 0 0,0-1 0 0 0,0 0 0 0 0,0 0 0 0 0,-1 0 0 0 0,1 0 0 0 0,-1 1-1 0 0,1-1 1 0 0,-1 0 0 0 0,0 2 0 0 0,-19 26 65 0 0,19-28-64 0 0,-18 21 6 0 0,-1-1 0 0 0,-1-1 0 0 0,-1 0 0 0 0,-39 26 0 0 0,-106 52 20 0 0,72-55-48 0 0,56-27-9 0 0,-66 40-1 0 0,84-40-31 0 0,16-12 60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09.6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0,'13'83'107'0'0,"2"159"0"0"0,-7-67-71 0 0,3 17 26 0 0,31 257 129 0 0,78 37-10 0 0,-96-401-170 0 0,60 303 53 0 0,-65-239-54 0 0,-17-119-48 0 0,-2 0 0 0 0,-6 60 0 0 0,6-87 17 0 0,0-1 5 0 0,-1 0 1 0 0,1 1-1 0 0,-1-1 1 0 0,1 0-1 0 0,-1 1 0 0 0,0-1 1 0 0,1 0-1 0 0,-1 0 1 0 0,-3 4-1 0 0,0-2-55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0.8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1 599 24 0 0,'17'0'36'0'0,"-1"0"1"0"0,1-1 0 0 0,0-1 0 0 0,19-4 0 0 0,34-4 82 0 0,94-4-82 0 0,-28 1-10 0 0,22 6 7 0 0,-67 5 13 0 0,131-21 0 0 0,97-12 17 0 0,64-18-64 0 0,-236 28 0 0 0,-37 8 0 0 0,110-34 0 0 0,154-36 0 0 0,-195 50 0 0 0,-65 11 0 0 0,178-36 0 0 0,-203 48 0 0 0,151-27 0 0 0,-151 28 0 0 0,110-4 0 0 0,-6-6-82 0 0,-94 7-96 0 0,-89 13 127 0 0,-19 4 18 0 0,7 0 33 0 0,0 0 0 0 0,0 0 0 0 0,0 1 0 0 0,0-1 0 0 0,0 0 0 0 0,1 1 0 0 0,-1-1 0 0 0,1 1 0 0 0,-1-1 0 0 0,1 1 0 0 0,-3 3 0 0 0,-14 25 0 0 0,12-19 0 0 0,0 1 6 0 0,1-1-1 0 0,0 1 1 0 0,1 0-1 0 0,1 0 0 0 0,0 1 1 0 0,0-1-1 0 0,1 1 1 0 0,-1 23-1 0 0,3 10 28 0 0,6 48 1 0 0,-5-87-32 0 0,17 137 52 0 0,-8-84-8 0 0,3 96 0 0 0,-18 101-46 0 0,-1-172 5 0 0,-17 85 1 0 0,-25 45 47 0 0,32-135-37 0 0,-3 0 0 0 0,-3-1 0 0 0,-62 142 0 0 0,55-155 16 0 0,-31 102 0 0 0,-1 7-32 0 0,46-137 0 0 0,3-2 1 0 0,2 0-1 0 0,-11 67 0 0 0,5 77-225 0 0,15-153 137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1.8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 0 0,'2'2'8'0'0,"0"-1"0"0"0,1 1 0 0 0,-1-1 0 0 0,0 1 0 0 0,0 0 0 0 0,0 0 0 0 0,-1-1 0 0 0,1 2 0 0 0,0-1 0 0 0,-1 0 0 0 0,2 3 0 0 0,12 28 31 0 0,-6-13-47 0 0,7 11 50 0 0,1 3-10 0 0,-1 1 1 0 0,13 40-1 0 0,-6 1 22 0 0,34 105 2 0 0,-41-141-32 0 0,1 0 0 0 0,30 52-1 0 0,-29-61-4 0 0,-10-14 4 0 0,17 21-1 0 0,-19-27-22 0 0,-5-10 0 0 0,0 1 0 0 0,-1-1 0 0 0,1 1 0 0 0,0-1 0 0 0,0 1 0 0 0,0-1 0 0 0,0 0 0 0 0,0 1 0 0 0,0-1 0 0 0,0 0 0 0 0,0 0 0 0 0,1 0 0 0 0,-1 0 0 0 0,0 0 0 0 0,1 0 0 0 0,-1 0 0 0 0,1 0 0 0 0,-1-1 0 0 0,1 1 0 0 0,1 0 0 0 0,-3-1 0 0 0,0 0 0 0 0,0 0 0 0 0,0 0 0 0 0,0 0 0 0 0,0 0 0 0 0,0 0 0 0 0,-1 0 0 0 0,1 0 0 0 0,0-1 0 0 0,0 1 0 0 0,0 0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0,0-1 0 0 0,0 1 0 0 0,0 0 0 0 0,0 0 0 0 0,1 0 0 0 0,-1 0 0 0 0,0 0 0 0 0,0 0 0 0 0,0 0 0 0 0,0 0 0 0 0,0 0 0 0 0,7-10 0 0 0,10-9 0 0 0,-13 16 0 0 0,0-1 0 0 0,0 1 0 0 0,1 1 0 0 0,-1-1 0 0 0,1 0 0 0 0,-1 1 0 0 0,8-3 0 0 0,37-9 0 0 0,-36 10 0 0 0,120-20 0 0 0,-5 2 0 0 0,-54 3 0 0 0,0 4 0 0 0,98-9 0 0 0,237-27 0 0 0,-180 19 0 0 0,-102 17 0 0 0,122-35 0 0 0,-71 12 0 0 0,255-41 0 0 0,-161 35-62 0 0,57-10-20 0 0,-163 25 22 0 0,-112 19 48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2.4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55 0 0,'1'1'0'0'0,"0"-1"0"0"0,-1 1 0 0 0,1-1 0 0 0,-1 1 0 0 0,1 0 0 0 0,-1-1-1 0 0,1 1 1 0 0,-1 0 0 0 0,1-1 0 0 0,-1 1 0 0 0,0 0 0 0 0,1 0-1 0 0,-1-1 1 0 0,0 1 0 0 0,0 0 0 0 0,1 0 0 0 0,-1 1 0 0 0,2 19 3 0 0,-1-12 10 0 0,4 95 99 0 0,-2-11-94 0 0,7-16 0 0 0,3-1 0 0 0,31 102 0 0 0,17 7 56 0 0,-55-163-74 0 0,0 1 0 0 0,-1 0 0 0 0,2 34 0 0 0,-1-10 0 0 0,-3-9 22 0 0,-1 1-1 0 0,-3 40 0 0 0,1-68-21 0 0,0 0 0 0 0,-1 0 0 0 0,-3 15 0 0 0,4-24 0 0 0,0 1 0 0 0,-1-1 0 0 0,0 0 0 0 0,1 0 0 0 0,-1 0 0 0 0,0 1 0 0 0,0-1 0 0 0,0 0 0 0 0,-1 0 0 0 0,1 0 0 0 0,0-1 0 0 0,-1 1 0 0 0,1 0 0 0 0,-1 0 0 0 0,0-1 0 0 0,1 1 0 0 0,-4 1 0 0 0,5-3 0 0 0,-1 0 0 0 0,0 1 0 0 0,1-1 0 0 0,-1 0 0 0 0,0 0 0 0 0,0 1 0 0 0,1-1 0 0 0,-1 0 0 0 0,0 0 0 0 0,0 0 0 0 0,1 0 0 0 0,-1 0 0 0 0,0 0 0 0 0,0 0 0 0 0,0 0 0 0 0,1-1 0 0 0,-1 1 0 0 0,0 0 0 0 0,1 0 0 0 0,-1-1 0 0 0,0 1 0 0 0,0 0 0 0 0,1-1 0 0 0,-1 1 0 0 0,1-1 0 0 0,-1 1 0 0 0,0 0 0 0 0,1-1 0 0 0,-1 0 0 0 0,1 1 0 0 0,-2-2 0 0 0,1 1 0 0 0,0-1 0 0 0,0 1 0 0 0,0-1 0 0 0,0 1 0 0 0,1-1 0 0 0,-1 1 0 0 0,0-1 0 0 0,1 0 0 0 0,-1 1 0 0 0,1-1 0 0 0,-1 0 0 0 0,1-2 0 0 0,-1-9-7 0 0,1 10 2 0 0,-1 0 0 0 0,1 1-1 0 0,0-1 1 0 0,1 0 0 0 0,-1 0 0 0 0,0 0-1 0 0,1 1 1 0 0,-1-1 0 0 0,3-4-1 0 0,-3 6 6 0 0,0 0-1 0 0,1 0 0 0 0,-1 0 0 0 0,0 0 0 0 0,0 0 0 0 0,0 0 0 0 0,1 0 0 0 0,-1 0 0 0 0,0 0 0 0 0,0 0 0 0 0,-1 0 0 0 0,1-2 0 0 0,-1-7 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3.2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1 312 24 0 0,'1'0'4'0'0,"0"1"1"0"0,0-1 0 0 0,0 1 0 0 0,0-1 0 0 0,0 1 0 0 0,0-1 0 0 0,0 1 0 0 0,0-1 0 0 0,0 0 0 0 0,0 0 0 0 0,0 0 0 0 0,0 1 0 0 0,1-1 0 0 0,-1 0 0 0 0,0 0 0 0 0,0-1 0 0 0,0 1 0 0 0,0 0 0 0 0,0 0 0 0 0,1-1 0 0 0,-1 1 0 0 0,0 0 0 0 0,0-1 0 0 0,0 1 0 0 0,1-1 0 0 0,4-2 20 0 0,99-44 174 0 0,-69 29-132 0 0,52-17 0 0 0,3 10-37 0 0,140-18-1 0 0,-105 22-16 0 0,227-32-13 0 0,-177 28 0 0 0,79-12 64 0 0,-241 35-78 0 0,-5-2-60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3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75 1 24 0 0,'78'12'120'0'0,"-3"-2"-9"0"0,133 29 79 0 0,-192-35-174 0 0,25 9 0 0 0,-35-11-11 0 0,-1 1 0 0 0,0-1 1 0 0,1 1-1 0 0,-1 0 0 0 0,0 1 1 0 0,0-1-1 0 0,8 8 0 0 0,-12-9-3 0 0,1-1 0 0 0,-1 1 0 0 0,0-1-1 0 0,-1 1 1 0 0,1 0 0 0 0,0-1-1 0 0,0 1 1 0 0,-1 0 0 0 0,1-1-1 0 0,-1 1 1 0 0,1 0 0 0 0,-1 0 0 0 0,0 0-1 0 0,0-1 1 0 0,1 1 0 0 0,-1 0-1 0 0,-1 0 1 0 0,1 0 0 0 0,0-1-1 0 0,0 1 1 0 0,-1 0 0 0 0,1 0 0 0 0,-1 0-1 0 0,1-1 1 0 0,-1 1 0 0 0,0 0-1 0 0,-1 2 1 0 0,-4 5 7 0 0,0 0-1 0 0,0-1 1 0 0,-13 15-1 0 0,4-7 28 0 0,-11 17-21 0 0,-1-1 0 0 0,-2-1 0 0 0,-2-2 0 0 0,-58 44-1 0 0,72-62-28 0 0,-1 0-1 0 0,0-2 1 0 0,-25 11-1 0 0,-57 13-95 0 0,16-5 52 0 0,72-24 44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4.7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1 454 111 0 0,'7'-9'9'0'0,"1"1"0"0"0,6-12 0 0 0,3-4 18 0 0,-2 5-20 0 0,-2 1 17 0 0,1 2 0 0 0,0-1 0 0 0,2 2 1 0 0,19-17-1 0 0,-30 29-20 0 0,-1 0 1 0 0,1 0-1 0 0,0 0 1 0 0,0 1-1 0 0,0 0 0 0 0,0 0 1 0 0,0 0-1 0 0,0 0 1 0 0,1 1-1 0 0,-1 0 1 0 0,1 0-1 0 0,-1 1 1 0 0,9-1-1 0 0,-10 1-3 0 0,0 1-1 0 0,-1 0 1 0 0,1-1-1 0 0,0 1 1 0 0,-1 0 0 0 0,1 1-1 0 0,-1-1 1 0 0,1 1-1 0 0,-1-1 1 0 0,1 1 0 0 0,-1 0-1 0 0,0 0 1 0 0,0 0-1 0 0,0 1 1 0 0,0-1 0 0 0,-1 1-1 0 0,1 0 1 0 0,-1 0-1 0 0,1-1 1 0 0,2 6-1 0 0,31 61 0 0 0,-27-49 0 0 0,23 37 0 0 0,-28-51 0 0 0,1 0 0 0 0,0 0 0 0 0,1 0 0 0 0,-1 0 0 0 0,1-1 0 0 0,0 0 0 0 0,0 0 0 0 0,1-1 0 0 0,8 6 0 0 0,-4-5 0 0 0,1 0 0 0 0,-1-1 0 0 0,1 0 0 0 0,0-1 0 0 0,0 0 0 0 0,1-1 0 0 0,17 1 0 0 0,0-2 0 0 0,-1-1 0 0 0,30-5 0 0 0,-42 3 8 0 0,-1-1 0 0 0,1-1-1 0 0,-1 0 1 0 0,0-1-1 0 0,0 0 1 0 0,-1-2 0 0 0,1 0-1 0 0,16-11 1 0 0,-15 7 0 0 0,-1-1 1 0 0,0 0-1 0 0,-1-1 1 0 0,0-1-1 0 0,-1 0 1 0 0,18-25-1 0 0,147-219-8 0 0,-145 195 0 0 0,-33 62 0 0 0,0-1 0 0 0,0 0 0 0 0,0 1 0 0 0,-1-1 0 0 0,1 0 0 0 0,0 0 0 0 0,-1 1 0 0 0,1-1 0 0 0,0-3 0 0 0,-1 5 0 0 0,0-1 0 0 0,0 1 0 0 0,-1-1 0 0 0,1 1 0 0 0,0-1 0 0 0,0 1 0 0 0,0 0 0 0 0,0-1 0 0 0,0 1 0 0 0,-1-1 0 0 0,1 1 0 0 0,0-1 0 0 0,0 1 0 0 0,-1 0 0 0 0,1-1 0 0 0,0 1 0 0 0,-1 0 0 0 0,1-1 0 0 0,0 1 0 0 0,-1 0 0 0 0,1 0 0 0 0,-1-1 0 0 0,1 1 0 0 0,0 0 0 0 0,-1 0 0 0 0,1 0 0 0 0,-1-1 0 0 0,1 1 0 0 0,-1 0 0 0 0,1 0 0 0 0,-1 0 0 0 0,1 0 0 0 0,-1 0 0 0 0,1 0 0 0 0,-1 0 0 0 0,1 0 0 0 0,0 0 0 0 0,-1 0 0 0 0,0 0 0 0 0,-5 0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5.4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1574 1 111 0 0,'-5'8'0'0'0,"1"0"0"0"0,0 0 0 0 0,-5 19 0 0 0,2-6 11 0 0,-12 31 47 0 0,-26 67 56 0 0,35-99-96 0 0,0-1 1 0 0,-1 0-1 0 0,-25 33 0 0 0,-28 24 24 0 0,12-15-1 0 0,-47 72 0 0 0,31-23-30 0 0,30-45 23 0 0,-2-3 0 0 0,-64 76 1 0 0,-26-4 21 0 0,70-74-19 0 0,-73 92 0 0 0,41-17 8 0 0,50-70 9 0 0,-57 66-1 0 0,-48 21 42 0 0,90-98-86 0 0,-81 103-1 0 0,131-149-8 0 0,0 2 0 0 0,1-1 0 0 0,0 1 0 0 0,0 0 0 0 0,1 0 0 0 0,-7 21 0 0 0,11-30 0 0 0,1 0-1 0 0,0-1 1 0 0,0 1-1 0 0,0 0 1 0 0,0-1-1 0 0,-1 1 1 0 0,1 0-1 0 0,0-1 1 0 0,0 1-1 0 0,1 0 1 0 0,-1 0-1 0 0,0-1 1 0 0,0 1-1 0 0,0 0 1 0 0,0-1-1 0 0,1 1 1 0 0,-1 1-1 0 0,1-2 0 0 0,-1 0-1 0 0,0 0 0 0 0,1 0 0 0 0,-1 1 0 0 0,0-1 0 0 0,0 0 1 0 0,1 0-1 0 0,-1 0 0 0 0,0 0 0 0 0,1 0 0 0 0,-1 1 0 0 0,0-1 1 0 0,1 0-1 0 0,-1 0 0 0 0,0 0 0 0 0,1 0 0 0 0,-1 0 0 0 0,1 0 1 0 0,-1 0-1 0 0,0 0 0 0 0,1-1 0 0 0,-1 1 0 0 0,0 0 0 0 0,1 0 1 0 0,2-1-17 0 0,-1 0 1 0 0,1-1-1 0 0,-1 1 1 0 0,1-1-1 0 0,-1 1 1 0 0,4-4-1 0 0,87-89-293 0 0,-58 54 231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5.8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1469 1 24 0 0,'-2'4'9'0'0,"1"0"0"0"0,-1-1 0 0 0,0 1 0 0 0,0-1 0 0 0,-1 1 0 0 0,1-1 0 0 0,0 0 0 0 0,-1 0 0 0 0,0 0 0 0 0,-3 3 0 0 0,-4 5 51 0 0,-16 21-50 0 0,1 1 0 0 0,-22 42-1 0 0,-33 76 20 0 0,44-80-18 0 0,-66 98 0 0 0,-112 116 63 0 0,47-66-9 0 0,118-147-17 0 0,-43 88-1 0 0,-28 42-13 0 0,-32-13 30 0 0,20-28-45 0 0,110-131-9 0 0,1 2 1 0 0,2 0-1 0 0,-23 52 0 0 0,20-31-10 0 0,3 0 0 0 0,-19 85 0 0 0,33-98 32 0 0,5-38-30 0 0,-1 0 0 0 0,1 0 0 0 0,0 0 0 0 0,0 0 0 0 0,0 0 0 0 0,1 0 0 0 0,-1 0 0 0 0,0 0-1 0 0,1 0 1 0 0,-1 0 0 0 0,1 0 0 0 0,0-1 0 0 0,0 1 0 0 0,0 0 0 0 0,0 0 0 0 0,2 3-1 0 0,-2-5-2 0 0,-1 1-1 0 0,1-1 0 0 0,0 0 0 0 0,0 1 0 0 0,-1-1 0 0 0,1 0 0 0 0,0 0 0 0 0,0 0 0 0 0,-1 1 0 0 0,1-1 1 0 0,0 0-1 0 0,0 0 0 0 0,0 0 0 0 0,-1 0 0 0 0,1 0 0 0 0,0-1 0 0 0,0 1 0 0 0,-1 0 0 0 0,1 0 0 0 0,0 0 1 0 0,0-1-1 0 0,-1 1 0 0 0,1 0 0 0 0,0-1 0 0 0,-1 1 0 0 0,1-1 0 0 0,0 1 0 0 0,-1-1 0 0 0,1 1 0 0 0,0-2 0 0 0,3 0-19 0 0,-1-1 0 0 0,-1 0 0 0 0,1 0 0 0 0,4-7 0 0 0,3-6-79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6.2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1225 0 167 0 0,'-27'29'0'0'0,"17"-17"0"0"0,-19 20 0 0 0,-1 0 0 0 0,-53 79 32 0 0,-4 4 0 0 0,-18-1 10 0 0,64-72-1 0 0,1 1 0 0 0,-60 89 1 0 0,25-3 28 0 0,38-62-24 0 0,-63 84 0 0 0,-16-12 69 0 0,-35 46-6 0 0,114-130-60 0 0,-46 92 0 0 0,69-118-38 0 0,1 1 0 0 0,2 0-1 0 0,1 1 1 0 0,2 0 0 0 0,-7 41 0 0 0,14-57 12 0 0,-1-1-1 0 0,2 1 1 0 0,1 17-1 0 0,0-27-27 0 0,-1 0 0 0 0,1 0 0 0 0,0-1 0 0 0,0 1 0 0 0,0 0-1 0 0,1-1 1 0 0,-1 1 0 0 0,1-1 0 0 0,1 1 0 0 0,-1-1 0 0 0,0 0 0 0 0,1 0 0 0 0,4 5 0 0 0,-1-4-137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7.9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1260 143 0 0,'4'-9'-1'0'0,"0"-1"0"0"0,-1 1 0 0 0,2-11-1 0 0,10-24 61 0 0,-14 40-53 0 0,47-98 133 0 0,-39 86-115 0 0,0 0 0 0 0,1 1 1 0 0,1 0-1 0 0,16-16 0 0 0,30-23 12 0 0,65-48 0 0 0,-64 55 20 0 0,-45 35-50 0 0,0-1-1 0 0,0 0 0 0 0,-1 0 1 0 0,18-29-1 0 0,32-65 48 0 0,-45 73-37 0 0,2 1 0 0 0,38-50 0 0 0,-36 59-16 0 0,1 2 0 0 0,0 0 0 0 0,2 2 0 0 0,1 0 0 0 0,26-16 0 0 0,142-69 0 0 0,-172 95-24 0 0,-1-1 0 0 0,31-23-1 0 0,-40 26 4 0 0,-1-1-1 0 0,0 0 0 0 0,-1-1 1 0 0,0 0-1 0 0,14-21 1 0 0,-9 7-169 0 0,-12 13 102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18.4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47 79 0 0,'2'-1'0'0'0,"-1"1"11"0"0,-1 0 42 0 0,15-17 86 0 0,-10 14-135 0 0,1-1 0 0 0,-1 1 0 0 0,1 0 0 0 0,-1 0 0 0 0,1 1 0 0 0,0-1 0 0 0,0 1 0 0 0,0 1-1 0 0,1-1 1 0 0,-1 1 0 0 0,0 0 0 0 0,1 1 0 0 0,-1-1 0 0 0,0 1 0 0 0,1 0 0 0 0,-1 1 0 0 0,10 1 0 0 0,-5 1 1 0 0,-1 0 0 0 0,-1 0 0 0 0,1 1 0 0 0,0 0 0 0 0,-1 0 0 0 0,0 1 0 0 0,0 0 0 0 0,0 1 0 0 0,-1 0 0 0 0,9 9-1 0 0,-14-13-2 0 0,-1 0 0 0 0,0 0 0 0 0,0 1 0 0 0,0-1 0 0 0,0 1 0 0 0,0 0 0 0 0,0 0 0 0 0,-1-1 0 0 0,1 1 0 0 0,-1 0 0 0 0,0 0 0 0 0,0 0 0 0 0,0 1 0 0 0,1 4 0 0 0,-2-3 5 0 0,0 0 1 0 0,0 0-1 0 0,0 1 0 0 0,0-1 0 0 0,-1 0 1 0 0,0 0-1 0 0,0 0 0 0 0,-2 6 0 0 0,-4 7 18 0 0,-1-1-1 0 0,0 0 0 0 0,-20 29 0 0 0,27-45-24 0 0,-20 29 0 0 0,-43 46-1 0 0,40-48-10 0 0,16-17-59 0 0,7-5 16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0.0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1 118 55 0 0,'2'-4'11'0'0,"-2"6"26"0"0,4 2 25 0 0,9 2 20 0 0,-3-4-66 0 0,1 0-1 0 0,0-1 0 0 0,-1-1 0 0 0,1 0 0 0 0,0 0 0 0 0,14-3 0 0 0,7 0 7 0 0,253-21 147 0 0,-175 13-130 0 0,-76 7-21 0 0,64-19 0 0 0,13-2 10 0 0,77 9-28 0 0,-36 5 0 0 0,-128 6 0 0 0,7 0 0 0 0,-40 7 7 0 0,0 0 0 0 0,-14 6 0 0 0,17-6-54 0 0,-5 2-12 0 0,0 0 48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0.7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 1 24 0 0,'0'0'9'0'0,"0"1"1"0"0,1 0-1 0 0,-2 0 1 0 0,1-1-1 0 0,0 1 1 0 0,0 0-1 0 0,0 0 1 0 0,0 0 0 0 0,0-1-1 0 0,-1 1 1 0 0,1 0-1 0 0,0 0 1 0 0,0-1-1 0 0,-1 1 1 0 0,0 1 0 0 0,-2 4 44 0 0,-2 30-22 0 0,0-1-1 0 0,1 40 0 0 0,7 74 109 0 0,0-84-118 0 0,1 33 30 0 0,0 56 24 0 0,-4-144-76 0 0,0 0 0 0 0,-1-1 0 0 0,-3 12 0 0 0,-7 10 0 0 0,9-31 0 0 0,1-5 0 0 0,-1-7 0 0 0,7-18-18 0 0,0 17-76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1.4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 1 24 0 0,'0'4'19'0'0,"-1"1"0"0"0,1 0 1 0 0,-1 0-1 0 0,0-1 1 0 0,-1 1-1 0 0,1 0 1 0 0,-3 4-1 0 0,-5 20 29 0 0,0 43 141 0 0,3 137 0 0 0,3-36-19 0 0,2-153-144 0 0,-4 116 79 0 0,5-103-82 0 0,2-1 0 0 0,7 39 0 0 0,-8-61-23 0 0,0-1 0 0 0,0 16 0 0 0,-1-16 0 0 0,-12-28 128 0 0,10 14-154 0 0,1-1 0 0 0,0 0 0 0 0,1 0 0 0 0,-1 1 0 0 0,1-1-1 0 0,1 0 1 0 0,-1 0 0 0 0,1 0 0 0 0,0 1 0 0 0,0-1-1 0 0,0 0 1 0 0,1 1 0 0 0,2-8 0 0 0,2-4-112 0 0,-2 1 10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2.1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51 24 0 0,'0'1'3'0'0,"0"-1"1"0"0,0 1 0 0 0,0-1 0 0 0,0 1 0 0 0,1-1 0 0 0,-1 1-1 0 0,0-1 1 0 0,0 1 0 0 0,1-1 0 0 0,-1 1 0 0 0,0-1 0 0 0,1 0 0 0 0,-1 1-1 0 0,1-1 1 0 0,-1 0 0 0 0,0 1 0 0 0,1-1 0 0 0,-1 0 0 0 0,1 1-1 0 0,-1-1 1 0 0,1 0 0 0 0,-1 0 0 0 0,1 0 0 0 0,-1 1 0 0 0,1-1 0 0 0,-1 0-1 0 0,1 0 1 0 0,-1 0 0 0 0,1 0 0 0 0,-1 0 0 0 0,1 0 0 0 0,-1 0-1 0 0,1 0 1 0 0,-1 0 0 0 0,1 0 0 0 0,0-1 0 0 0,25-2 103 0 0,-20 2-87 0 0,22-1-5 0 0,-1 1 0 0 0,0 1 0 0 0,1 2 0 0 0,37 7-1 0 0,150 12 40 0 0,-182-20-39 0 0,0-2 0 0 0,1-1 0 0 0,-1-2 0 0 0,48-11-1 0 0,17-8-14 0 0,123-12 0 0 0,-193 32 0 0 0,43 0 0 0 0,-52 6 0 0 0,-19-3 0 0 0,0 1 0 0 0,0-1 0 0 0,0 0 0 0 0,0 0 0 0 0,0 0 0 0 0,0 0 0 0 0,0 0 0 0 0,0 0 0 0 0,0 0 0 0 0,0 0 0 0 0,0 0 0 0 0,0 0 0 0 0,1 0 0 0 0,-1 0 0 0 0,0 1 0 0 0,0-1 0 0 0,0 0 0 0 0,0 0 0 0 0,0 0 0 0 0,0 0 0 0 0,0 0 0 0 0,0 0 0 0 0,0 0 0 0 0,0 0 0 0 0,0 0 0 0 0,0 1 0 0 0,0-1 0 0 0,0 0 0 0 0,0 0 0 0 0,0 0 0 0 0,0 0 0 0 0,-1 0 0 0 0,1 0 0 0 0,0 0 0 0 0,0 0 0 0 0,0 0 0 0 0,0 0 0 0 0,0 0 0 0 0,0 1 0 0 0,0-1 0 0 0,0 0 0 0 0,0 0 0 0 0,0 0 0 0 0,0 0 0 0 0,0 0 0 0 0,0 0 0 0 0,-10 6 0 0 0,-9 0 0 0 0,1 0 0 0 0,-2-1 0 0 0,1 0 0 0 0,-22 1 0 0 0,15-2 0 0 0,8-2-81 0 0,15-2-6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2.9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 0 24 0 0,'3'3'-11'0'0,"-3"-3"14"0"0,1 0 0 0 0,-1 0 0 0 0,0 0 0 0 0,0 1 0 0 0,1-1 0 0 0,-1 0 0 0 0,0 0 0 0 0,0 1 0 0 0,0-1 0 0 0,1 0 0 0 0,-1 0 0 0 0,0 1 0 0 0,0-1 0 0 0,0 0 0 0 0,0 1 0 0 0,0-1 0 0 0,0 0 0 0 0,0 1 0 0 0,1-1 0 0 0,-1 0 0 0 0,0 0 0 0 0,0 1 0 0 0,0-1 0 0 0,0 0-1 0 0,0 1 1 0 0,0-1 0 0 0,-1 0 0 0 0,1 1 0 0 0,0-1 0 0 0,0 0 0 0 0,0 1 0 0 0,0-1 0 0 0,0 0 0 0 0,-7 55 97 0 0,-6 94-19 0 0,13-55-27 0 0,-7 103 88 0 0,-9-70-109 0 0,-7 104 10 0 0,24-105-43 0 0,-3 54 0 0 0,4-91 64 0 0,-2-89-64 0 0,0 0 0 0 0,0 0 0 0 0,0 0-1 0 0,0 0 1 0 0,0 0 0 0 0,0 0-1 0 0,0 1 1 0 0,0-1 0 0 0,0 0-1 0 0,0 0 1 0 0,0 0 0 0 0,0 0 0 0 0,0 0-1 0 0,0 0 1 0 0,0 0 0 0 0,0 0-1 0 0,0 0 1 0 0,0 1 0 0 0,-1-1-1 0 0,1 0 1 0 0,0 0 0 0 0,0 0 0 0 0,0 0-1 0 0,0 0 1 0 0,0 0 0 0 0,0 0-1 0 0,0 0 1 0 0,0 0 0 0 0,0 0-1 0 0,0 0 1 0 0,0 0 0 0 0,0 1 0 0 0,0-1-1 0 0,-1 0 1 0 0,1 0 0 0 0,0 0-1 0 0,0 0 1 0 0,0 0 0 0 0,0 0-1 0 0,0 0 1 0 0,0 0 0 0 0,0 0 0 0 0,0 0-1 0 0,0 0 1 0 0,-1 0 0 0 0,1 0-1 0 0,0 0 1 0 0,0 0 0 0 0,0 0-1 0 0,0 0 1 0 0,0 0 0 0 0,0 0-1 0 0,-2-3-79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3.8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1 114 24 0 0,'14'-2'0'0'0,"1"1"0"0"0,-1-2 0 0 0,0 0 0 0 0,0-1 0 0 0,0-1 0 0 0,16-6 0 0 0,-29 10-1 0 0,-1 1 1 0 0,1 0 0 0 0,0-1 0 0 0,-1 1 0 0 0,1 0 0 0 0,0 0 0 0 0,-1 0 0 0 0,1 0 0 0 0,0 0 0 0 0,-1 0 0 0 0,1 0 0 0 0,0 0 0 0 0,-1 0 0 0 0,1 0 0 0 0,0 0 0 0 0,-1 0 0 0 0,1 0 0 0 0,0 0 0 0 0,-1 1 0 0 0,1-1 0 0 0,0 0 0 0 0,-1 0 0 0 0,2 1 0 0 0,7 13 11 0 0,-9-14-7 0 0,1 1 0 0 0,-1-1-1 0 0,1 1 1 0 0,-1-1 0 0 0,1 1 0 0 0,0-1-1 0 0,-1 0 1 0 0,1 1 0 0 0,0-1 0 0 0,-1 0-1 0 0,1 1 1 0 0,-1-1 0 0 0,1 0 0 0 0,0 0-1 0 0,0 0 1 0 0,-1 0 0 0 0,1 0 0 0 0,0 1-1 0 0,-1-1 1 0 0,1-1 0 0 0,0 1 0 0 0,-1 0-1 0 0,1 0 1 0 0,1 0 0 0 0,20-5 28 0 0,-16 3-41 0 0,61-9 33 0 0,120-6-1 0 0,-118 14-14 0 0,119-22-1 0 0,-118 11-8 0 0,0 3 0 0 0,141-4 0 0 0,-211 15 0 0 0,5 0 0 0 0,0 0 0 0 0,0 0 0 0 0,-1 0 0 0 0,1 1 0 0 0,0 0 0 0 0,-1 0 0 0 0,8 2 0 0 0,-11-1 0 0 0,-2-1 0 0 0,0-1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4.4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 1 55 0 0,'-4'35'64'0'0,"-27"208"28"0"0,27-218-66 0 0,-3 16-10 0 0,2-15 7 0 0,0 0-1 0 0,2 0 0 0 0,2 1 1 0 0,1 42-1 0 0,5-28-7 0 0,1 0 0 0 0,1-1 0 0 0,3 0 0 0 0,26 71-1 0 0,-27-96-14 0 0,-7-12 0 0 0,0 0 0 0 0,-1 0 0 0 0,1 0 0 0 0,-1 0 0 0 0,1 0 0 0 0,-1 0 0 0 0,0 1 0 0 0,1 3 0 0 0,-2-6 0 0 0,0 0 0 0 0,0 0 0 0 0,0 0 0 0 0,0 0 0 0 0,0 0 0 0 0,0 0 0 0 0,0 0 0 0 0,0 0 0 0 0,0 0 0 0 0,0 0 0 0 0,-1 0 0 0 0,1 0 0 0 0,0-1 0 0 0,-1 1 0 0 0,1 0 0 0 0,-1 0 0 0 0,1 0 0 0 0,-1 0 0 0 0,1 0 0 0 0,-1-1 0 0 0,1 1 0 0 0,-1 0 0 0 0,0-1 0 0 0,1 1 0 0 0,-1 0 0 0 0,0-1 0 0 0,0 1 0 0 0,1-1 0 0 0,-1 1 0 0 0,-1 0 0 0 0,2-1-1 0 0,0 0 0 0 0,0 0 0 0 0,0 0 0 0 0,0 0 0 0 0,0 1-1 0 0,0-1 1 0 0,0 0 0 0 0,0 0 0 0 0,0 0 0 0 0,0 0 0 0 0,0 0-1 0 0,0 1 1 0 0,0-1 0 0 0,0 0 0 0 0,0 0 0 0 0,1 0-1 0 0,-1 0 1 0 0,0 0 0 0 0,0 0 0 0 0,0 0 0 0 0,0 1 0 0 0,0-1-1 0 0,0 0 1 0 0,0 0 0 0 0,1 0 0 0 0,-1 0 0 0 0,0 0 0 0 0,0 0-1 0 0,0 0 1 0 0,0 0 0 0 0,0 0 0 0 0,1 0 0 0 0,-1 0-1 0 0,0 0 1 0 0,0 0 0 0 0,0 0 0 0 0,0 0 0 0 0,0 0 0 0 0,1 0-1 0 0,-1 0 1 0 0,0 0 0 0 0,0 0 0 0 0,0 0 0 0 0,0 0 0 0 0,0 0-1 0 0,1 0 1 0 0,-1 0 0 0 0,0 0 0 0 0,0 0 0 0 0,0-1-1 0 0,5-2-3 0 0,-5 2 0 0 0,1 0 0 0 0,0 1 1 0 0,0-1-1 0 0,0 0 0 0 0,-1 0 1 0 0,1 1-1 0 0,0-1 0 0 0,-1 0 1 0 0,1 0-1 0 0,-1 0 0 0 0,1 0 1 0 0,-1 0-1 0 0,1 0 0 0 0,0-2 0 0 0,-1-2 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6.6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39 111 0 0,'29'-1'0'0'0,"14"-3"0"0"0,11 0 0 0 0,-35 3 2 0 0,198-11 60 0 0,-89 7-62 0 0,-122 5 0 0 0,-1 0 0 0 0,1-1 0 0 0,-1 0 0 0 0,1 0 0 0 0,-1 0 0 0 0,6-2 0 0 0,-6 3 0 0 0,-4 0 0 0 0,0 0 0 0 0,-1 0 0 0 0,1 0 0 0 0,0 0 0 0 0,-1 0 0 0 0,1 0 0 0 0,0 0 0 0 0,-1 0 0 0 0,1-1 0 0 0,0 1 0 0 0,-1 0 0 0 0,1 0 0 0 0,0 0 0 0 0,-1-1 0 0 0,1 1 0 0 0,0 0 0 0 0,-1-1 0 0 0,1 1 0 0 0,-1 0 0 0 0,2-2 0 0 0,-5 3 0 0 0,0 0 0 0 0,1 0 0 0 0,-1 0 0 0 0,1 0 0 0 0,-1 0 0 0 0,1 1 0 0 0,0-1 0 0 0,-1 1 0 0 0,1-1 0 0 0,0 1 0 0 0,-3 2 0 0 0,-11 22 0 0 0,9-18 0 0 0,1 1 0 0 0,1 1 0 0 0,-8 16 0 0 0,-23 54 0 0 0,11-27 0 0 0,19-38 0 0 0,5-11 0 0 0,-1 0 0 0 0,1 0 0 0 0,-1 0 0 0 0,0-1 0 0 0,0 1 0 0 0,0-1 0 0 0,0 1 0 0 0,-1-1 0 0 0,1 0 0 0 0,-7 6 0 0 0,3-4 0 0 0,3-3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7.2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1 24 0 0,'-16'13'143'0'0,"13"-9"-136"0"0,1-1 0 0 0,0 1 0 0 0,0-1 0 0 0,0 1 0 0 0,1 0 0 0 0,-1 0 0 0 0,1 0 0 0 0,0 0 0 0 0,0 0 0 0 0,0 1 0 0 0,1-1 0 0 0,-1 0 0 0 0,1 0 0 0 0,0 0 0 0 0,1 7 0 0 0,1 7 23 0 0,1 0-1 0 0,7 22 1 0 0,-5-17-28 0 0,-2-8 7 0 0,0-2 6 0 0,8 24 0 0 0,-10-34-14 0 0,0 0 0 0 0,1 1 1 0 0,-1-1-1 0 0,1 0 0 0 0,0 0 0 0 0,0 0 0 0 0,1 0 1 0 0,-1 0-1 0 0,0 0 0 0 0,1-1 0 0 0,4 4 0 0 0,-4-3-1 0 0,0-1 0 0 0,1 1 0 0 0,-1-1 0 0 0,1 0 0 0 0,-1-1 0 0 0,1 1 0 0 0,0 0 0 0 0,-1-1 0 0 0,1 0 0 0 0,0 0 0 0 0,0 0 0 0 0,0 0 0 0 0,7-1 0 0 0,-10 0 0 0 0,0 0 0 0 0,0 0 0 0 0,0 0 0 0 0,0 1 0 0 0,0-1 0 0 0,0 0 0 0 0,0 0 0 0 0,0 1 0 0 0,0-1 0 0 0,0 0 0 0 0,0 1 0 0 0,0-1 0 0 0,0 1 0 0 0,0-1 0 0 0,0 1 0 0 0,0 0 0 0 0,0-1 0 0 0,-1 1 0 0 0,1 0 0 0 0,0 0 0 0 0,0-1 0 0 0,-1 1 0 0 0,1 0 0 0 0,-1 0 0 0 0,1 0 0 0 0,-1 0 0 0 0,1 1 0 0 0,2 1 0 0 0,-3-3 3 0 0,0-1 0 0 0,1 1-1 0 0,-1-1 1 0 0,1 0 0 0 0,-1 1-1 0 0,1-1 1 0 0,-1 1 0 0 0,1-1-1 0 0,-1 1 1 0 0,1-1 0 0 0,0 1 0 0 0,-1 0-1 0 0,1-1 1 0 0,0 1 0 0 0,-1 0-1 0 0,1 0 1 0 0,0-1 0 0 0,0 1-1 0 0,-1 0 1 0 0,2 0 0 0 0,1-1 4 0 0,-1-1-9 0 0,1 1-1 0 0,-1 1 0 0 0,0-1 0 0 0,1 0 0 0 0,-1 1 0 0 0,1-1 1 0 0,-1 1-1 0 0,5-1 0 0 0,-5 1 0 0 0,0 0 1 0 0,0 0 0 0 0,0 0-1 0 0,0-1 1 0 0,0 1-1 0 0,0-1 1 0 0,0 1 0 0 0,0-1-1 0 0,0 0 1 0 0,0 0-1 0 0,0 0 1 0 0,0 0 0 0 0,0 0-1 0 0,-1 0 1 0 0,3-2-1 0 0,7-9-18 0 0,0 0 0 0 0,16-27-1 0 0,-19 25 22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29.9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1 109 79 0 0,'1'0'3'0'0,"0"1"0"0"0,0 0 0 0 0,1-1 0 0 0,-1 1 0 0 0,0-1 0 0 0,1 0 0 0 0,-1 1-1 0 0,1-1 1 0 0,-1 0 0 0 0,0 0 0 0 0,1 0 0 0 0,-1 0 0 0 0,3 0 0 0 0,23-2 62 0 0,-22 1-53 0 0,6 0-13 0 0,279-21 76 0 0,-81 8-5 0 0,11 1-76 0 0,133-4 6 0 0,65-7 0 0 0,-388 23-3 0 0,0-2-1 0 0,43-8 1 0 0,-58 9-51 0 0,-10 0 54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30.5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1 55 0 0,'1'24'13'0'0,"0"0"-1"0"0,-5 37 0 0 0,1-28 5 0 0,-10 95-6 0 0,-19 63-12 0 0,30-178 1 0 0,-1 25 0 0 0,4-29 0 0 0,-2 0 0 0 0,1 0 0 0 0,-2 0 0 0 0,1 0 0 0 0,-5 14 0 0 0,5-17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30.9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36 24 0 0,'0'0'0'0'0,"0"1"1"0"0,0-1-1 0 0,0 0 1 0 0,0 0-1 0 0,0 1 1 0 0,0-1-1 0 0,0 0 1 0 0,1 0-1 0 0,-1 1 1 0 0,0-1-1 0 0,0 0 1 0 0,0 0-1 0 0,0 0 1 0 0,1 0-1 0 0,-1 1 1 0 0,0-1-1 0 0,0 0 1 0 0,0 0-1 0 0,1 0 1 0 0,-1 0 0 0 0,0 0-1 0 0,0 1 1 0 0,1-1-1 0 0,-1 0 1 0 0,0 0-1 0 0,0 0 1 0 0,1 0-1 0 0,-1 0 1 0 0,0 0-1 0 0,0 0 1 0 0,1 0-1 0 0,-1 0 1 0 0,0 0-1 0 0,0 0 1 0 0,1 0-1 0 0,-1 0 1 0 0,0 0-1 0 0,0 0 1 0 0,0 0-1 0 0,1 0 1 0 0,-1-1 0 0 0,0 1-1 0 0,0 0 1 0 0,1 0-1 0 0,-1 0 1 0 0,0 0-1 0 0,0 0 1 0 0,0-1-1 0 0,1 1 1 0 0,-1 0-1 0 0,0 0 1 0 0,0 0-1 0 0,0-1 1 0 0,0 1-1 0 0,1 0 1 0 0,-1 0-1 0 0,0 0 1 0 0,0-1-1 0 0,0 1 1 0 0,0 0-1 0 0,8-12 32 0 0,-2-7-32 0 0,-7 14 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4:31.1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55 0 0,'2'2'11'0'0,"-1"-1"0"0"0,1 1-1 0 0,-1-1 1 0 0,1 1-1 0 0,-1-1 1 0 0,0 1-1 0 0,0 0 1 0 0,0 0 0 0 0,0 0-1 0 0,0-1 1 0 0,1 5-1 0 0,4 6 45 0 0,29 38 19 0 0,-32-45-71 0 0,0 0-1 0 0,1-1 0 0 0,0 0 1 0 0,0 0-1 0 0,0 0 0 0 0,0 0 0 0 0,1 0 1 0 0,-1-1-1 0 0,1 0 0 0 0,0 0 1 0 0,0 0-1 0 0,0-1 0 0 0,6 3 0 0 0,-4-3 2 0 0,0 0-1 0 0,1-1 0 0 0,-1 1 0 0 0,0-1 0 0 0,1-1 1 0 0,-1 0-1 0 0,1 0 0 0 0,-1 0 0 0 0,12-3 0 0 0,13-1-3 0 0,-1-3 0 0 0,0 0 0 0 0,47-18 0 0 0,-51 12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8:36.2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45 24 0 0,'44'5'21'0'0,"69"-1"1"0"0,-18-1-2 0 0,222 7 11 0 0,-109-6-5 0 0,-71 4-19 0 0,63 4 25 0 0,101 9 0 0 0,422 43 96 0 0,-310-50-128 0 0,-265-11 0 0 0,213-8 0 0 0,-117-1 0 0 0,158-10 0 0 0,-163 4 0 0 0,70-4 0 0 0,44-2 0 0 0,-86 3 0 0 0,-92 4 0 0 0,943-51 54 0 0,-944 57-41 0 0,46-3-16 0 0,249-7 3 0 0,-304 12 0 0 0,236 11 0 0 0,-180 0 0 0 0,205 13 0 0 0,-110-3 0 0 0,702 6 0 0 0,-575-15 0 0 0,-304-5 0 0 0,246 16 0 0 0,496 41 0 0 0,-549-46 0 0 0,-32 0 0 0 0,62 1 0 0 0,-64-1 0 0 0,-75-4 0 0 0,100 4 0 0 0,-5 3 0 0 0,-48-5 0 0 0,-4 0 0 0 0,105 7 0 0 0,-198-13 0 0 0,-135-5 0 0 0,360 10 0 0 0,-144-9 0 0 0,103-2 0 0 0,-136-3 0 0 0,-95 3 0 0 0,149-19 0 0 0,88-21 0 0 0,25-11 0 0 0,-381 48 0 0 0,11 0 2 0 0,-11 2-4 0 0,0-1 0 0 0,0 0 0 0 0,-1 0 0 0 0,1-1 1 0 0,0 0-1 0 0,-1 0 0 0 0,1 0 0 0 0,-1-1 0 0 0,9-5 0 0 0,-8 1-85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48:37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0 116 111 0 0,'152'-12'0'0'0,"148"12"23"0"0,-68 2 8 0 0,-64-8-20 0 0,112-1-12 0 0,-34-3 1 0 0,-28 0 0 0 0,189-11 0 0 0,-1-6 0 0 0,-215 17 0 0 0,73-2 0 0 0,-201 13 0 0 0,270-4 0 0 0,26 5 0 0 0,-346-2 0 0 0,48 3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1.4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319 20 24 0 0,'0'-1'3'0'0,"0"1"0"0"0,1 0 0 0 0,-1-1 0 0 0,0 1 0 0 0,0-1 0 0 0,0 1 0 0 0,1-1 0 0 0,-1 1 0 0 0,0-1 0 0 0,0 1 0 0 0,0-1 0 0 0,0 1 0 0 0,0-1 0 0 0,0 1 0 0 0,0-1 0 0 0,0 1 0 0 0,0-1 0 0 0,0 1 1 0 0,0-1-1 0 0,0 1 0 0 0,0-1 0 0 0,0 1 0 0 0,0-1 0 0 0,-1 1 0 0 0,1-1 0 0 0,0 1 0 0 0,0 0 0 0 0,-1-1 0 0 0,1 0 0 0 0,0 1-2 0 0,-1 0 0 0 0,1-1 0 0 0,0 1 0 0 0,0 0-1 0 0,0-1 1 0 0,-1 1 0 0 0,1 0 0 0 0,0 0 0 0 0,0-1 0 0 0,-1 1 0 0 0,1 0 0 0 0,0 0-1 0 0,0 0 1 0 0,-1 0 0 0 0,1-1 0 0 0,0 1 0 0 0,-1 0 0 0 0,1 0 0 0 0,0 0-1 0 0,-1 0 1 0 0,1 0 0 0 0,0 0 0 0 0,-1 0 0 0 0,1 0 0 0 0,0 0 0 0 0,-1 0-1 0 0,1 0 1 0 0,0 0 0 0 0,-1 0 0 0 0,1 0 0 0 0,0 0 0 0 0,-1 0 0 0 0,1 0 0 0 0,0 0-1 0 0,-1 0 1 0 0,1 1 0 0 0,0-1 0 0 0,0 0 0 0 0,-1 0 0 0 0,1 0 0 0 0,-1 1-1 0 0,-4 6 0 0 0,0 0 0 0 0,1 0 0 0 0,0 1 0 0 0,0-1 0 0 0,1 1 0 0 0,-1 0 0 0 0,2 0 0 0 0,-4 14 0 0 0,2-9 0 0 0,-30 113 0 0 0,-20 62 0 0 0,43-157 0 0 0,-2-2 0 0 0,0 1 0 0 0,-2-1 0 0 0,-20 28 0 0 0,12-22 0 0 0,-29 38 0 0 0,49-69 0 0 0,2-3 0 0 0,1 0 0 0 0,-1 0 0 0 0,1 0 0 0 0,-1-1 0 0 0,0 1 0 0 0,1 0 0 0 0,-1 0 0 0 0,0 0 0 0 0,0-1 0 0 0,0 1 0 0 0,0-1 0 0 0,1 1 0 0 0,-3 0 0 0 0,6-1 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1.6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363 0 24 0 0,'-37'46'-1'0'0,"-22"30"2"0"0,-80 133-1 0 0,112-161 0 0 0,2 1 0 0 0,-29 82 0 0 0,47-110 0 0 0,-7 32 0 0 0,13-47 0 0 0,4-2 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1.8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530 1 24 0 0,'-4'9'0'0'0,"0"-1"0"0"0,0 1 0 0 0,-1-1 0 0 0,0 0 0 0 0,-1 0 0 0 0,0-1 0 0 0,0 0 0 0 0,-1 0 0 0 0,0 0 0 0 0,-11 8 0 0 0,-29 27 21 0 0,2 1 0 0 0,-65 80 0 0 0,77-80-21 0 0,2 2 0 0 0,1 1 0 0 0,3 1 0 0 0,1 2 0 0 0,3 0 0 0 0,-19 61 0 0 0,6-18 0 0 0,28-71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2.0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219 0 23 0 0,'-12'31'0'0'0,"-3"-8"0"0"0,-1-1 0 0 0,6-6 0 0 0,2-4 0 0 0,1-5 0 0 0,-2 5 0 0 0,-9 9 0 0 0,-10 10 0 0 0,-5 6 0 0 0,-1 2 0 0 0,6-6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2.6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112 21 24 0 0,'12'-9'-1'0'0,"-12"8"2"0"0,1 0 0 0 0,0 0-1 0 0,0 0 1 0 0,0 0 0 0 0,0 0-1 0 0,0 0 1 0 0,0 0 0 0 0,0 1 0 0 0,0-1-1 0 0,1 1 1 0 0,-1-1 0 0 0,0 1 0 0 0,0-1-1 0 0,3 0 1 0 0,-4 2 1 0 0,1-1-1 0 0,-1 1 0 0 0,0-1 1 0 0,1 1-1 0 0,-1-1 0 0 0,0 1 1 0 0,1-1-1 0 0,-1 1 0 0 0,0 0 1 0 0,0-1-1 0 0,0 1 0 0 0,1-1 1 0 0,-1 1-1 0 0,0 0 0 0 0,0-1 1 0 0,0 1-1 0 0,0 0 0 0 0,0-1 1 0 0,0 1-1 0 0,0-1 0 0 0,0 1 1 0 0,-1 0-1 0 0,1 0 0 0 0,-3 20 20 0 0,2-18-21 0 0,-25 102 35 0 0,2-11-6 0 0,4 3-29 0 0,-32 134 0 0 0,36-172 0 0 0,14-48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2.9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507 1 24 0 0,'1'0'2'0'0,"0"1"0"0"0,0 0 0 0 0,0 0 0 0 0,0 0 0 0 0,0 0 0 0 0,0 0 0 0 0,0 0 0 0 0,-1 0 0 0 0,1 0 0 0 0,0 1 0 0 0,-1-1 0 0 0,1 0 0 0 0,-1 0 0 0 0,1 0 1 0 0,-1 1-1 0 0,0-1 0 0 0,0 0 0 0 0,1 1 0 0 0,-1-1 0 0 0,0 0 0 0 0,0 1 0 0 0,0-1 0 0 0,0 0 0 0 0,-1 2 0 0 0,-2 38 42 0 0,2-38-49 0 0,-3 17 13 0 0,0 0-1 0 0,-2 0 1 0 0,0-1-1 0 0,-2 0 1 0 0,0 0-1 0 0,-1 0 1 0 0,-15 23-1 0 0,-91 114 49 0 0,93-129-55 0 0,-5 6-1 0 0,-128 174 0 0 0,118-153 0 0 0,-39 66 0 0 0,76-120 0 0 0,-2 4 0 0 0,0-1 0 0 0,0 1 0 0 0,1 0 0 0 0,-1-1 0 0 0,1 1 0 0 0,0 0 0 0 0,0 0 0 0 0,-1 6 0 0 0,2-10 0 0 0,0 1 0 0 0,0-1-1 0 0,0 0 1 0 0,0 0 0 0 0,0 0-1 0 0,0 1 1 0 0,0-1-1 0 0,0 0 1 0 0,0 0 0 0 0,0 0-1 0 0,0 1 1 0 0,0-1-1 0 0,0 0 1 0 0,0 0 0 0 0,0 0-1 0 0,1 1 1 0 0,-1-1 0 0 0,0 0-1 0 0,0 0 1 0 0,0 0-1 0 0,0 0 1 0 0,0 1 0 0 0,0-1-1 0 0,1 0 1 0 0,-1 0-1 0 0,0 0 1 0 0,0 0 0 0 0,0 0-1 0 0,0 1 1 0 0,1-1 0 0 0,-1 0-1 0 0,0 0 1 0 0,0 0-1 0 0,0 0 1 0 0,1 0 0 0 0,-1 0-1 0 0,0 0 1 0 0,0 0-1 0 0,0 0 1 0 0,1 0 0 0 0,-1 0-1 0 0,0 0 1 0 0,0 0 0 0 0,0 0-1 0 0,1 0 1 0 0,-1 0-1 0 0,0 0 1 0 0,0 0 0 0 0,0 0-1 0 0,1 0 1 0 0,-1 0-1 0 0,0 0 1 0 0,0 0 0 0 0,0 0-1 0 0,1-1 1 0 0,-1 1 0 0 0,0 0-1 0 0,12-8-43 0 0,-11 7 37 0 0,10-7-8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3.1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370 0 111 0 0,'-9'12'9'0'0,"0"0"0"0"0,0 0-1 0 0,1 1 1 0 0,-7 16-1 0 0,7-14 3 0 0,-158 330 49 0 0,86-172-46 0 0,21-64-14 0 0,53-97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3.2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333 0 24 0 0,'0'4'-1'0'0,"-1"-1"1"0"0,0 1 0 0 0,0-1 0 0 0,0 1 0 0 0,0-1 0 0 0,-1 1 0 0 0,0-1 0 0 0,1 0 0 0 0,-1 0 0 0 0,0 0 0 0 0,0 0 0 0 0,-5 5 0 0 0,-8 13 14 0 0,-62 138 51 0 0,42-81-53 0 0,-6 6 31 0 0,3-7-38 0 0,-54 156 0 0 0,84-205-5 0 0,5-6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3.8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464 1 79 0 0,'-3'6'0'0'0,"-37"81"0"0"0,-47 106 0 0 0,53-125 0 0 0,11-22 0 0 0,-36 53 0 0 0,42-74 0 0 0,-1-1 0 0 0,-1-1 0 0 0,-34 31 0 0 0,-46 30 0 0 0,88-74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4.3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55 0 0,'0'0'0'0'0,"1"0"0"0"0,0 0 0 0 0,0 0 0 0 0,0 0 0 0 0,0 0 0 0 0,0 0 0 0 0,0 0 0 0 0,0 0 0 0 0,0 0 0 0 0,0 0 0 0 0,0 1 0 0 0,0-1 0 0 0,0 0 0 0 0,-1 1 0 0 0,1-1 0 0 0,0 1 0 0 0,0-1 0 0 0,0 0 0 0 0,-1 1 0 0 0,1 0 0 0 0,0-1 0 0 0,1 2 0 0 0,-2 0 0 0 0,0-1 0 0 0,1 1 0 0 0,-1-1 0 0 0,0 1 0 0 0,0 0 0 0 0,0-1 0 0 0,-1 1 0 0 0,1 0 0 0 0,0-1 0 0 0,0 1 0 0 0,-1-1 0 0 0,0 3 0 0 0,-3 7 4 0 0,0-1-1 0 0,0 0 1 0 0,-1-1-1 0 0,0 1 0 0 0,0-1 1 0 0,-1 0-1 0 0,-9 10 0 0 0,-53 54 42 0 0,61-66-42 0 0,-42 40 32 0 0,-98 103-14 0 0,121-120-21 0 0,1 2-1 0 0,1 0 0 0 0,-23 44 0 0 0,38-60 1 0 0,-9 24 0 0 0,16-35 0 0 0,1 0 0 0 0,-1 0 0 0 0,1 0 0 0 0,0 0 0 0 0,0 0 0 0 0,0 1 0 0 0,1-1 0 0 0,0 0 0 0 0,1 10 0 0 0,-1-15 0 0 0,0 0 0 0 0,0 1 0 0 0,0-1 0 0 0,0 0 0 0 0,0 0 0 0 0,0 0 0 0 0,0 0 0 0 0,0 0 0 0 0,0 0 0 0 0,0 1 0 0 0,0-1 0 0 0,0 0 0 0 0,0 0 0 0 0,0 0 0 0 0,0 0 0 0 0,1 0 0 0 0,-1 0 0 0 0,0 0 0 0 0,0 0 0 0 0,0 1 0 0 0,0-1 0 0 0,0 0 0 0 0,0 0 0 0 0,0 0 0 0 0,0 0 0 0 0,1 0 0 0 0,-1 0 0 0 0,0 0 0 0 0,0 0 0 0 0,0 0 0 0 0,0 0 0 0 0,0 0 0 0 0,0 0 0 0 0,1 0 0 0 0,-1 0 0 0 0,0 0 0 0 0,0 0 0 0 0,0 0 0 0 0,0 0 0 0 0,0 0 0 0 0,1 0 0 0 0,-1 0 0 0 0,0 0 0 0 0,0 0 0 0 0,0 0 0 0 0,0 0 0 0 0,8-6 0 0 0,5-9 0 0 0,11-22-12 0 0,2 2-1 0 0,1 1 0 0 0,2 1 0 0 0,48-43 0 0 0,-27 37 13 0 0,91-54 0 0 0,-106 72 0 0 0,-1-2 0 0 0,-1-2 0 0 0,57-55 0 0 0,-82 72 0 0 0,12-13 0 0 0,-19 20 0 0 0,0 0 0 0 0,0 1 0 0 0,0-1 0 0 0,0 0 0 0 0,0 0 0 0 0,1 1 0 0 0,-1-1 0 0 0,0 0 0 0 0,0 1 0 0 0,0-1 0 0 0,1 1 0 0 0,-1 0 0 0 0,0-1 0 0 0,1 1 0 0 0,1 0 0 0 0,-2 0 0 0 0,0 0 0 0 0,-1 1 0 0 0,1-1 0 0 0,0 1 0 0 0,-1-1 0 0 0,1 1 0 0 0,-1-1 0 0 0,1 1 0 0 0,-1-1 0 0 0,1 1 0 0 0,-1-1 0 0 0,1 1 0 0 0,-1 0 0 0 0,0-1 0 0 0,1 1 0 0 0,-1 0 0 0 0,0-1 0 0 0,0 1 0 0 0,1 0 0 0 0,-1 0 0 0 0,0-1 0 0 0,0 1 0 0 0,0 0 0 0 0,0 0 0 0 0,0-1 0 0 0,0 1 0 0 0,0 0 0 0 0,0 0 0 0 0,0-1 0 0 0,0 1 0 0 0,-1 1 0 0 0,-3 26 9 0 0,4-27-7 0 0,-13 45 22 0 0,-1 0-1 0 0,-3-2 1 0 0,-1 0-1 0 0,-27 47 0 0 0,23-51-23 0 0,5-10 0 0 0,-18 42 0 0 0,35-70 0 0 0,-1-1 0 0 0,0 1 0 0 0,1 0 0 0 0,-1 0 0 0 0,1 0 0 0 0,0 0 0 0 0,0 0 0 0 0,0 0 0 0 0,0-1 0 0 0,0 3 0 0 0,0-4 0 0 0,0 1 0 0 0,0-1 0 0 0,0 0 0 0 0,0 0 0 0 0,0 0 0 0 0,0 1 0 0 0,0-1 0 0 0,1 0 0 0 0,-1 0 0 0 0,0 0 0 0 0,0 0 0 0 0,0 1 0 0 0,0-1 0 0 0,0 0 0 0 0,0 0 0 0 0,0 0 0 0 0,1 0 0 0 0,-1 0 0 0 0,0 1 0 0 0,0-1 0 0 0,0 0 0 0 0,0 0 0 0 0,1 0 0 0 0,-1 0 0 0 0,0 0 0 0 0,0 0 0 0 0,0 0 0 0 0,1 0 0 0 0,-1 0 0 0 0,0 0 0 0 0,0 0 0 0 0,0 0 0 0 0,1 0 0 0 0,10-7 0 0 0,14-21-8 0 0,-1-2-1 0 0,40-64 0 0 0,13-17-21 0 0,-65 97 27 0 0,-1 1 1 0 0,2 0-1 0 0,0 1 1 0 0,0 0-1 0 0,26-16 0 0 0,-33 24 3 0 0,0 1 0 0 0,0 0 0 0 0,0 0 0 0 0,1 1 0 0 0,8-3 0 0 0,-12 4 0 0 0,0 1 0 0 0,0-1 0 0 0,1 1 0 0 0,-1-1 0 0 0,1 1 0 0 0,-1 0 0 0 0,0 0 0 0 0,1 1 0 0 0,-1-1 0 0 0,0 1 0 0 0,1 0 0 0 0,4 1 0 0 0,-7-1 0 0 0,0-1 0 0 0,0 0 0 0 0,-1 1 0 0 0,1-1 0 0 0,0 1 0 0 0,0 0 0 0 0,-1-1 0 0 0,1 1 0 0 0,-1-1 0 0 0,1 1 0 0 0,0 0 0 0 0,-1 0 0 0 0,1-1 0 0 0,-1 1 0 0 0,1 0 0 0 0,-1 0 0 0 0,0 0 0 0 0,1 0 0 0 0,-1-1 0 0 0,0 1 0 0 0,0 0 0 0 0,1 0 0 0 0,-1 0 0 0 0,0 0 0 0 0,0 0 0 0 0,0 0 0 0 0,0 0 0 0 0,0-1 0 0 0,0 1 0 0 0,-1 2 0 0 0,0 1 0 0 0,0 0 0 0 0,0 0 0 0 0,0 0 0 0 0,-1-1 0 0 0,-3 7 0 0 0,-46 73 37 0 0,7-14-10 0 0,-99 221 22 0 0,79-152-34 0 0,31-79-15 0 0,19-35 0 0 0,4-4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5.9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404 4 24 0 0,'-2'-1'3'0'0,"-1"0"1"0"0,0 1 0 0 0,1-1 0 0 0,-1 1 0 0 0,0-1 0 0 0,0 1 0 0 0,1 0 0 0 0,-1 0 0 0 0,0 1 0 0 0,0-1 0 0 0,1 1-1 0 0,-5 0 1 0 0,-33 12 25 0 0,23-5-29 0 0,-1 1 0 0 0,1 1 0 0 0,1 0 0 0 0,0 1 0 0 0,0 1 0 0 0,-26 26 0 0 0,10-5 0 0 0,-48 67 0 0 0,72-90 1 0 0,4-5 0 0 0,0 0-1 0 0,1 0 0 0 0,-1 1 0 0 0,1-1 0 0 0,-3 8 0 0 0,5-10 4 0 0,1-1-1 0 0,-1 0 1 0 0,1 1-1 0 0,0-1 1 0 0,-1 0-1 0 0,1 1 1 0 0,0-1-1 0 0,0 1 0 0 0,1-1 1 0 0,-1 0-1 0 0,0 1 1 0 0,1-1-1 0 0,0 0 1 0 0,-1 1-1 0 0,1-1 1 0 0,0 0-1 0 0,2 4 0 0 0,15 27-3 0 0,0 0 0 0 0,27 68 0 0 0,-33-67 0 0 0,-1 1 0 0 0,-2 0 0 0 0,5 45 0 0 0,-13-66 0 0 0,0 1 0 0 0,-1-1 0 0 0,0 1 0 0 0,-1-1 0 0 0,-1 0 0 0 0,0 1 0 0 0,-1-1 0 0 0,0 0 0 0 0,-1 0 0 0 0,-1-1 0 0 0,-7 16 0 0 0,7-19 2 0 0,2-3 4 0 0,-1 0 0 0 0,1 0-1 0 0,-1 0 1 0 0,-1-1 0 0 0,-9 12 0 0 0,13-17-5 0 0,0 0 0 0 0,0 0-1 0 0,-1 0 1 0 0,1 0 0 0 0,-1 0 0 0 0,1 0 0 0 0,-1 0 0 0 0,1-1-1 0 0,-1 1 1 0 0,1-1 0 0 0,-1 1 0 0 0,0-1 0 0 0,1 1 0 0 0,-1-1-1 0 0,0 0 1 0 0,1 0 0 0 0,-1 0 0 0 0,0 0 0 0 0,0 0 0 0 0,1 0-1 0 0,-1 0 1 0 0,0-1 0 0 0,1 1 0 0 0,-1 0 0 0 0,1-1 0 0 0,-1 0-1 0 0,0 1 1 0 0,1-1 0 0 0,-1 0 0 0 0,1 0 0 0 0,-1 0 0 0 0,-1-1-1 0 0,-1-1 0 0 0,0 0 0 0 0,1-1 0 0 0,-1 1 0 0 0,1 0 0 0 0,0-1 0 0 0,0 0 0 0 0,0 0 0 0 0,1 0 0 0 0,0 0 0 0 0,-1 0 0 0 0,1 0 0 0 0,0-1 0 0 0,-1-6 0 0 0,0 3 0 0 0,2 0 0 0 0,-1 0 0 0 0,1 0 0 0 0,0-1 0 0 0,0 1 0 0 0,2-16 0 0 0,2-2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6.5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0 24 0 0,'-10'42'0'0'0,"-71"329"127"0"0,75-338-127 0 0,3 0 0 0 0,-1 50 0 0 0,4-73 0 0 0,1 1 0 0 0,0 0 0 0 0,1 0 0 0 0,0 0 0 0 0,0-1 0 0 0,1 1 0 0 0,1-1 0 0 0,0 0 0 0 0,0 0 0 0 0,1 0 0 0 0,9 15 0 0 0,-13-24 0 0 0,0 0 0 0 0,0 1 0 0 0,0-1 0 0 0,0 0 0 0 0,0 0 0 0 0,0 0 0 0 0,0 0 0 0 0,1 0 0 0 0,-1 0 0 0 0,0 0 0 0 0,0 0 0 0 0,1 0 0 0 0,-1-1 0 0 0,1 1 0 0 0,-1-1 0 0 0,1 1 0 0 0,-1-1 0 0 0,1 1 0 0 0,-1-1 0 0 0,1 0 0 0 0,2 1 0 0 0,-3-2 0 0 0,1 1 0 0 0,0-1 0 0 0,-1 1 0 0 0,1-1 0 0 0,0 0 0 0 0,-1 1 0 0 0,1-1 0 0 0,-1 0 0 0 0,1 0 0 0 0,-1 0 0 0 0,1 0 0 0 0,-1 0 0 0 0,0 0 0 0 0,0-1 0 0 0,1 1 0 0 0,-1 0 0 0 0,0-1 0 0 0,0 1 0 0 0,1-3 0 0 0,3-4 9 0 0,92-132 47 0 0,-79 117-56 0 0,1 2 0 0 0,1 0 0 0 0,43-35-1 0 0,-41 39 1 0 0,42-30 0 0 0,-54 41 0 0 0,0 0 0 0 0,1 0 0 0 0,0 1 0 0 0,16-5 0 0 0,-25 9 0 0 0,-1 1 0 0 0,0-1 0 0 0,0 1 0 0 0,0 0 0 0 0,1-1 0 0 0,-1 1 0 0 0,0 0 0 0 0,0 0 0 0 0,1 0 0 0 0,-1 0 0 0 0,0 0 0 0 0,0 0 0 0 0,1 1 0 0 0,-1-1 0 0 0,0 0 0 0 0,0 1 0 0 0,3 0 0 0 0,-4 0 0 0 0,1-1 0 0 0,-1 1 0 0 0,1 0 0 0 0,-1 0 0 0 0,1-1 0 0 0,-1 1 0 0 0,1 0 0 0 0,-1 0 0 0 0,0 0 0 0 0,1-1 0 0 0,-1 1 0 0 0,0 0 0 0 0,0 0 0 0 0,0 0 0 0 0,0 0 0 0 0,0 0 0 0 0,0-1 0 0 0,0 1 0 0 0,0 0 0 0 0,0 0 0 0 0,0 0 0 0 0,0 0 0 0 0,0 0 0 0 0,-1 0 0 0 0,1-1 0 0 0,-1 3 0 0 0,-6 17 0 0 0,-2 0 0 0 0,0 0 0 0 0,-1-1 0 0 0,-16 22 0 0 0,-6 14 0 0 0,22-37 0 0 0,-36 73 0 0 0,40-78 0 0 0,1 1 0 0 0,1-1 0 0 0,0 1 0 0 0,-4 27 0 0 0,7-40 0 0 0,1 0 0 0 0,0 1 0 0 0,0-1 0 0 0,0 0 0 0 0,0 0 0 0 0,0 0 0 0 0,0 0 0 0 0,0 0 0 0 0,0 0 0 0 0,0 0 0 0 0,1 0 0 0 0,-1 0 0 0 0,0 0 0 0 0,1 0 0 0 0,-1 0 0 0 0,1 0 0 0 0,-1 0 0 0 0,2 1 0 0 0,-2-1 0 0 0,1-1 0 0 0,-1 0 0 0 0,1 1 0 0 0,0-1 0 0 0,-1 0 0 0 0,1 0 0 0 0,-1 1 0 0 0,1-1 0 0 0,0 0 0 0 0,-1 0 0 0 0,1 0 0 0 0,0 0 0 0 0,-1 0 0 0 0,1 0 0 0 0,0 0 0 0 0,-1 0 0 0 0,1 0 0 0 0,0 0 0 0 0,-1 0 0 0 0,1 0 0 0 0,1-1 0 0 0,1 0 0 0 0,1-1 0 0 0,-1 1 0 0 0,1-1 0 0 0,-1 0 0 0 0,0 0 0 0 0,0 0 0 0 0,0-1 0 0 0,4-3 0 0 0,100-107 60 0 0,-34 30-12 0 0,-26 29-1 0 0,-19 20 0 0 0,-1 0 1 0 0,-1-2-1 0 0,37-72 0 0 0,-62 106-46 0 0,4-7 9 0 0,-1 0 1 0 0,2 0 0 0 0,-1 0-1 0 0,1 1 1 0 0,13-14-1 0 0,-11 13-83 0 0,-7 8-38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7.8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324 2 111 0 0,'-2'0'0'0'0,"0"-1"0"0"0,1 1 0 0 0,-1 0 0 0 0,0 0 0 0 0,0 0 0 0 0,0 0 0 0 0,0 0 0 0 0,0 0 0 0 0,1 1 0 0 0,-1-1 0 0 0,0 1 0 0 0,0-1 0 0 0,0 1 0 0 0,1 0 0 0 0,-1-1 0 0 0,0 1 0 0 0,-1 1 0 0 0,-4 3 0 0 0,1 0 0 0 0,-11 10 0 0 0,3-4 0 0 0,-51 49 0 0 0,56-50 0 0 0,0 0 0 0 0,1 1 0 0 0,0 0 0 0 0,-10 18 0 0 0,16-25 0 0 0,0-1 0 0 0,1 1 0 0 0,-1 0 0 0 0,1 0 0 0 0,0 0 0 0 0,0 0 0 0 0,0 0 0 0 0,1 0 0 0 0,-1 0 0 0 0,1 5 0 0 0,1-6 0 0 0,-1-1 0 0 0,1 1 0 0 0,-1 0 0 0 0,1-1 0 0 0,0 1 0 0 0,0-1 0 0 0,0 0 0 0 0,0 1 0 0 0,0-1 0 0 0,1 0 0 0 0,-1 1 0 0 0,1-1 0 0 0,0 0 0 0 0,-1 0 0 0 0,1 0 0 0 0,3 2 0 0 0,16 12 0 0 0,44 27 0 0 0,-42-30 0 0 0,-1 1 0 0 0,20 18 0 0 0,-28-20 8 0 0,0 1 0 0 0,-1 1 0 0 0,21 29 0 0 0,-28-35-4 0 0,-1 0-1 0 0,-1 0 0 0 0,0 0 0 0 0,0 1 0 0 0,-1 0 1 0 0,0 0-1 0 0,0 0 0 0 0,-1 0 0 0 0,2 17 0 0 0,-2-9-3 0 0,-2 0 0 0 0,0 0 0 0 0,-1 1 0 0 0,-1-1 0 0 0,0 0 0 0 0,-1 0 0 0 0,-1 0 0 0 0,-10 27 0 0 0,11-35 0 0 0,-1 0 0 0 0,-1-1 0 0 0,1 1 0 0 0,-2-1 0 0 0,1 0 0 0 0,-1 0 0 0 0,0-1 0 0 0,0 1 0 0 0,-1-1 0 0 0,0-1 0 0 0,-1 1 0 0 0,1-1 0 0 0,-1-1 0 0 0,0 1 0 0 0,0-1 0 0 0,-1-1 0 0 0,-9 4 0 0 0,1-1 7 0 0,-1-1-1 0 0,-1-1 1 0 0,1-1-1 0 0,-27 3 0 0 0,36-6-3 0 0,1 0-1 0 0,0-1 1 0 0,-1 0-1 0 0,1-1 1 0 0,0 0-1 0 0,0 0 1 0 0,-1 0-1 0 0,1-1 1 0 0,0-1-1 0 0,0 1 1 0 0,1-1-1 0 0,-12-6 0 0 0,15 6-2 0 0,1 1 0 0 0,0-1 0 0 0,0 0 0 0 0,0 0 0 0 0,0 0 0 0 0,0-1 0 0 0,1 1 0 0 0,-1-1 0 0 0,1 1 0 0 0,0-1 0 0 0,0 0 0 0 0,0 0 0 0 0,1 0 0 0 0,-1 0 0 0 0,1 0 0 0 0,0 0 0 0 0,0 0 0 0 0,1-1 0 0 0,-1 1 0 0 0,1 0 0 0 0,0-1 0 0 0,0 1 0 0 0,0 0 0 0 0,2-7 0 0 0,1-12 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8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9 24 0 0,'-3'-9'95'0'0,"5"16"7"0"0,1 20-82 0 0,-2-1 0 0 0,0 1 0 0 0,-4 27 0 0 0,0-5-26 0 0,-16 243 6 0 0,12-205 0 0 0,-5 7-12 0 0,10-91-36 0 0,1-2 36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8.3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 95 111 0 0,'-15'-39'40'0'0,"-1"16"-5"0"0,12 19 1 0 0,1-1 1 0 0,-1 1-1 0 0,1 0 0 0 0,-5-10 0 0 0,8 14-36 0 0,1 0 0 0 0,-1 0 0 0 0,0-1 0 0 0,0 1 0 0 0,1 0 0 0 0,-1 0 0 0 0,0 0 0 0 0,1 0 0 0 0,-1 0 0 0 0,0 0 0 0 0,1 0 0 0 0,-1 0 0 0 0,0 0 0 0 0,1 0 0 0 0,-1 0 0 0 0,0 0 0 0 0,0 0 0 0 0,1 0 0 0 0,-1 0 0 0 0,0 0 0 0 0,1 0 0 0 0,-1 0 0 0 0,0 0 0 0 0,1 0 0 0 0,-1 1 0 0 0,0-1 0 0 0,0 0 0 0 0,1 0 0 0 0,-1 0 0 0 0,0 1 0 0 0,0-1 0 0 0,1 0 0 0 0,13 7 0 0 0,-6-3 0 0 0,-1 1 0 0 0,1 0 0 0 0,8 9 0 0 0,-2-1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0:19.0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132 556 24 0 0,'-16'77'31'0'0,"14"-65"-24"0"0,1 0-1 0 0,0 0 1 0 0,1 0-1 0 0,3 18 0 0 0,-3-28-6 0 0,0 0 0 0 0,0 0 0 0 0,1-1 0 0 0,-1 1 0 0 0,1 0 0 0 0,0 0 0 0 0,0-1 0 0 0,-1 1 0 0 0,1-1 0 0 0,2 3 0 0 0,-3-4 0 0 0,0 1 0 0 0,1-1 0 0 0,-1 0 0 0 0,1 1 0 0 0,-1-1 0 0 0,0 0 0 0 0,1 0 0 0 0,-1 0 0 0 0,1 1 0 0 0,-1-1 0 0 0,1 0 0 0 0,-1 0 0 0 0,1 0 0 0 0,-1 0 0 0 0,1 0 0 0 0,-1 0 0 0 0,1 0 0 0 0,-1 0 0 0 0,1 0 0 0 0,-1 0 0 0 0,1 0 0 0 0,-1 0 0 0 0,1 0 0 0 0,-1 0 0 0 0,1 0 0 0 0,-1-1 0 0 0,1 1 0 0 0,-1 0 0 0 0,1 0 0 0 0,-1-1 0 0 0,0 1 0 0 0,1 0 0 0 0,-1 0 0 0 0,1-1 0 0 0,-1 1 0 0 0,0-1 0 0 0,1 1 0 0 0,-1 0 0 0 0,0-1 0 0 0,1 0 0 0 0,9-11 13 0 0,0 0 0 0 0,0-1 0 0 0,14-28 0 0 0,-4 8-1 0 0,93-127 50 0 0,-3 4-6 0 0,-100 139-49 0 0,0 0 0 0 0,-1-1 1 0 0,-1 0-1 0 0,8-26 0 0 0,-13 34-3 0 0,0 0-1 0 0,-1 0 1 0 0,0 0-1 0 0,-1-1 1 0 0,0 1-1 0 0,-1 0 1 0 0,0 0-1 0 0,-1-1 1 0 0,0 1-1 0 0,-2-12 0 0 0,2 19-1 0 0,0 0 0 0 0,0 0 0 0 0,0-1-1 0 0,0 1 1 0 0,0 0 0 0 0,-1 0-1 0 0,1 0 1 0 0,-1 0 0 0 0,0 1 0 0 0,0-1-1 0 0,0 0 1 0 0,0 1 0 0 0,0-1-1 0 0,-1 1 1 0 0,1 0 0 0 0,-1 0-1 0 0,0 0 1 0 0,1 0 0 0 0,-1 0 0 0 0,0 1-1 0 0,0-1 1 0 0,0 1 0 0 0,0-1-1 0 0,0 1 1 0 0,-1 0 0 0 0,1 1-1 0 0,0-1 1 0 0,0 0 0 0 0,-1 1 0 0 0,1 0-1 0 0,0 0 1 0 0,-1 0 0 0 0,-3 0-1 0 0,-2 1 4 0 0,1 1 0 0 0,-1 0 0 0 0,1 0 0 0 0,-1 0 0 0 0,1 1 0 0 0,0 0 0 0 0,0 1 0 0 0,0 0 0 0 0,0 0 0 0 0,1 1 0 0 0,-11 8 0 0 0,7-3-4 0 0,0 1 1 0 0,1 0 0 0 0,1 0-1 0 0,-1 1 1 0 0,2 0 0 0 0,-14 27-1 0 0,4-2-1 0 0,-16 49-1 0 0,25-59 1 0 0,1 1 0 0 0,2-1 0 0 0,1 1 0 0 0,1 1 0 0 0,1-1 0 0 0,2 0 0 0 0,2 43 0 0 0,0-59 0 0 0,1 1 0 0 0,0-1 0 0 0,1 0 0 0 0,1 0 0 0 0,-1-1 0 0 0,2 1 0 0 0,0-1 0 0 0,0 0 0 0 0,1 0 0 0 0,0 0 0 0 0,1-1 0 0 0,15 18 0 0 0,-17-22 0 0 0,0 0 0 0 0,0 1 0 0 0,0-1 0 0 0,-1 1 0 0 0,0 0 0 0 0,-1 0 0 0 0,1 0 0 0 0,-1 1 0 0 0,-1-1 0 0 0,1 1 0 0 0,-2 0 0 0 0,1-1 0 0 0,-1 1 0 0 0,0 0 0 0 0,0 0 0 0 0,-1 0 0 0 0,0 0 0 0 0,0 0 0 0 0,-1 0 0 0 0,-2 10 0 0 0,0-7-3 0 0,0 0-1 0 0,-1-1 1 0 0,0 1-1 0 0,-1-1 1 0 0,0 0-1 0 0,0 0 1 0 0,-1-1-1 0 0,-9 13 0 0 0,-3-1-6 0 0,0-1-1 0 0,-26 23 0 0 0,42-41 11 0 0,-1 0 0 0 0,1 0 0 0 0,0 0 0 0 0,-1-1 0 0 0,0 1 0 0 0,1 0 0 0 0,-1-1 0 0 0,0 0 0 0 0,0 1 0 0 0,1-1 0 0 0,-1 0 0 0 0,0-1 0 0 0,0 1 0 0 0,0 0 0 0 0,0-1 0 0 0,0 0 0 0 0,0 1 0 0 0,0-1 0 0 0,-1-1 0 0 0,1 1 0 0 0,0 0 0 0 0,0-1 0 0 0,0 1 0 0 0,0-1 0 0 0,0 0 0 0 0,1 0 0 0 0,-1 0 0 0 0,0 0 0 0 0,0-1 0 0 0,0 1 0 0 0,1-1 0 0 0,-1 0 0 0 0,1 0 0 0 0,0 0 0 0 0,-1 0 0 0 0,1 0 0 0 0,0 0 0 0 0,0 0 0 0 0,0-1 0 0 0,0 1 0 0 0,1-1 0 0 0,-1 1 0 0 0,1-1 0 0 0,-1 0 0 0 0,1 0 0 0 0,0 0 0 0 0,0 0 0 0 0,0 0 0 0 0,1 0 0 0 0,-1 0 0 0 0,1 0 0 0 0,-1 0 0 0 0,1-3 0 0 0,1-2 8 0 0,0 0-1 0 0,0 1 0 0 0,1-1 0 0 0,0 0 1 0 0,1 1-1 0 0,-1 0 0 0 0,1-1 0 0 0,7-10 0 0 0,-1-2 12 0 0,33-79 14 0 0,18-41-6 0 0,-52 124-27 0 0,0 0 0 0 0,1 1 0 0 0,1 0 0 0 0,1 0 0 0 0,22-24 0 0 0,-23 30 0 0 0,-1 0 0 0 0,2 1 0 0 0,-1 0 0 0 0,1 1 0 0 0,1 0 0 0 0,-1 0 0 0 0,1 1 0 0 0,21-7 0 0 0,4 2 0 0 0,-3 3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3:18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57 311 0 0,'0'-2'0'0'0,"1"1"0"0"0,-1 0 0 0 0,1-1 0 0 0,0 1 0 0 0,0 0 0 0 0,0 0 0 0 0,0 0 0 0 0,0 0 0 0 0,0 0 0 0 0,0 0 0 0 0,0 0 0 0 0,0 0 0 0 0,0 0 0 0 0,1 0 0 0 0,1 0 0 0 0,0 0 0 0 0,1 0 0 0 0,-1 0 0 0 0,1 0 0 0 0,0 1 0 0 0,5 0 0 0 0,124-10 0 0 0,62-3 12 0 0,147 5 95 0 0,-242 5-68 0 0,341 6 128 0 0,-234 1-113 0 0,58 5-15 0 0,-66-1-25 0 0,597 35 50 0 0,380 19 144 0 0,-561-39-197 0 0,69 15 42 0 0,-567-28-83 0 0,169 36 0 0 0,-215-26-68 0 0,-64-18 56 0 0,0 1 1 0 0,-1 0 0 0 0,1 1-1 0 0,0-1 1 0 0,-1 1 0 0 0,0 0-1 0 0,9 9 1 0 0,-14-13 32 0 0,-1 0-1 0 0,0 0 1 0 0,0 1 0 0 0,1-1-1 0 0,-1 0 1 0 0,0 0-1 0 0,0 1 1 0 0,0-1 0 0 0,1 0-1 0 0,-1 1 1 0 0,0-1-1 0 0,0 0 1 0 0,0 1 0 0 0,0-1-1 0 0,0 0 1 0 0,1 1-1 0 0,-1-1 1 0 0,0 0 0 0 0,0 1-1 0 0,0-1 1 0 0,0 1-1 0 0,-2-1-94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0.4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4675 2915 143 0 0,'0'6'0'0'0,"0"0"0"0"0,-1 0 0 0 0,0 0 0 0 0,0 0 0 0 0,0-1 0 0 0,-1 1 0 0 0,1 0 0 0 0,-2 0 0 0 0,1-1 0 0 0,0 0 0 0 0,-1 1 0 0 0,-4 4 0 0 0,-18 13 104 0 0,-24 30-2 0 0,-90 74-1 0 0,98-95-78 0 0,-2-1 0 0 0,-93 49 0 0 0,-297 120 31 0 0,362-171-51 0 0,0-4 1 0 0,-116 25-1 0 0,94-29 4 0 0,-285 50 50 0 0,220-57-30 0 0,-183-7 0 0 0,212-14 1 0 0,1-6 1 0 0,-163-38-1 0 0,206 32-11 0 0,1-4 0 0 0,1-3-1 0 0,1-4 1 0 0,2-4 0 0 0,1-3 0 0 0,-82-52-1 0 0,-328-234-5 0 0,426 276 8 0 0,2-3 0 0 0,-81-84 0 0 0,-85-132-23 0 0,119 116 4 0 0,86 113 0 0 0,1 0 0 0 0,-21-54 0 0 0,19 26 0 0 0,2 0-1 0 0,3-1 0 0 0,3-1 1 0 0,2-1-1 0 0,4 0 0 0 0,0-70 1 0 0,8 76 8 0 0,3-1 0 0 0,3 1 1 0 0,3 0-1 0 0,2 0 0 0 0,3 0 1 0 0,39-108-1 0 0,-25 100-4 0 0,3 1 1 0 0,47-77-1 0 0,-57 113-4 0 0,1 2-1 0 0,2 0 1 0 0,1 2 0 0 0,1 0-1 0 0,2 2 1 0 0,39-31-1 0 0,67-37 25 0 0,-32 24 6 0 0,-91 64-28 0 0,73-54 2 0 0,104-58 0 0 0,-65 57-4 0 0,2 4 0 0 0,135-41 0 0 0,-165 71 0 0 0,0 5 0 0 0,2 3 0 0 0,123-9 0 0 0,295 12 0 0 0,-357 20 0 0 0,213 32 0 0 0,-253-15 0 0 0,-2 5 0 0 0,163 58 0 0 0,-150-33 0 0 0,187 104 0 0 0,106 94 0 0 0,-335-195 0 0 0,431 307-53 0 0,-492-340 51 0 0,310 255-9 0 0,-243-193 12 0 0,121 142 0 0 0,-116-101-1 0 0,-4 16 0 0 0,-59-79 0 0 0,39 95 0 0 0,-52-98 0 0 0,24 106 0 0 0,-38-132 0 0 0,-2-1 0 0 0,-2 1 0 0 0,0 0 0 0 0,-2 0 0 0 0,-6 53 0 0 0,2-47 0 0 0,-2 0 0 0 0,-1 0 0 0 0,-3-1 0 0 0,-21 62 0 0 0,19-71 0 0 0,-1 0 0 0 0,-2-1 0 0 0,0 0 0 0 0,-2-1 0 0 0,0-1 0 0 0,-31 34 0 0 0,4-14 0 0 0,-2-2 0 0 0,-2-2 0 0 0,-1-2 0 0 0,-2-2 0 0 0,-91 49 0 0 0,41-35 0 0 0,-1-5 0 0 0,-135 41 0 0 0,114-51-18 0 0,-2-5 0 0 0,-1-5-1 0 0,-208 13 1 0 0,-487-14-214 0 0,1-71-135 0 0,629 24 263 0 0,4-3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3.2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368 300 431 0 0,'-19'-2'0'0'0,"0"1"0"0"0,-21 3 0 0 0,32-1 0 0 0,0 0 0 0 0,0 0 0 0 0,0 1 0 0 0,1 0 0 0 0,-1 1 0 0 0,1-1 0 0 0,-13 7 0 0 0,17-6 0 0 0,-1 0 0 0 0,1 1 0 0 0,0-1 0 0 0,-1 1 0 0 0,1-1 0 0 0,1 1 0 0 0,-1 0 0 0 0,-3 8 0 0 0,-1-1 0 0 0,0 1 0 0 0,0 0 0 0 0,1 1 0 0 0,1-1 0 0 0,0 1 0 0 0,0 0-1 0 0,2 1 1 0 0,-1-1 0 0 0,2 1 0 0 0,0-1 0 0 0,0 1-1 0 0,1 0 1 0 0,1 0 0 0 0,2 18 0 0 0,-1-20 1 0 0,1-1-1 0 0,1 1 1 0 0,0-1 0 0 0,0 0 0 0 0,1 0 0 0 0,0 0-1 0 0,1 0 1 0 0,1 0 0 0 0,-1-1 0 0 0,1 0-1 0 0,1-1 1 0 0,0 1 0 0 0,1-1 0 0 0,-1 0 0 0 0,2-1-1 0 0,9 8 1 0 0,-9-8 9 0 0,0-1-1 0 0,1-1 1 0 0,0 1-1 0 0,0-2 1 0 0,14 7-1 0 0,-20-11-8 0 0,1 1-1 0 0,-1-1 0 0 0,1 0 1 0 0,0 0-1 0 0,-1 0 1 0 0,1-1-1 0 0,0 1 1 0 0,-1-1-1 0 0,1 0 1 0 0,0-1-1 0 0,-1 1 0 0 0,1-1 1 0 0,0 0-1 0 0,-1 0 1 0 0,9-3-1 0 0,-5 0 8 0 0,1-1-1 0 0,-1 0 1 0 0,0 0 0 0 0,-1-1-1 0 0,1 0 1 0 0,-1 0-1 0 0,0-1 1 0 0,-1 0 0 0 0,1 0-1 0 0,-2-1 1 0 0,1 1 0 0 0,-1-1-1 0 0,7-14 1 0 0,4-11-4 0 0,-2 0 0 0 0,12-42 0 0 0,-23 68-6 0 0,10-37 2 0 0,-1 1 0 0 0,7-52 0 0 0,-16 71 0 0 0,-1 1 0 0 0,-1-1 0 0 0,-1 0 0 0 0,-1 1 0 0 0,-8-46 0 0 0,5 54 0 0 0,0 1 0 0 0,-1-1 0 0 0,0 1 0 0 0,-13-24 0 0 0,14 31 0 0 0,-1-1 0 0 0,0 1 0 0 0,0 0 0 0 0,0 1 0 0 0,-1-1 0 0 0,0 1 0 0 0,0 0 0 0 0,0 0 0 0 0,-14-8 0 0 0,17 12 3 0 0,0 1 0 0 0,0-1-1 0 0,0 1 1 0 0,-1 0-1 0 0,1 0 1 0 0,0 0-1 0 0,-1 1 1 0 0,1-1 0 0 0,-1 1-1 0 0,1 0 1 0 0,-1 0-1 0 0,1 0 1 0 0,0 0-1 0 0,-1 1 1 0 0,1-1 0 0 0,-1 1-1 0 0,1 0 1 0 0,0 0-1 0 0,0 0 1 0 0,-1 0-1 0 0,1 1 1 0 0,0-1 0 0 0,0 1-1 0 0,-4 3 1 0 0,-6 4 16 0 0,0 1 1 0 0,1 1-1 0 0,-21 23 0 0 0,24-24-17 0 0,-23 24-2 0 0,-23 23 0 0 0,-63 87 0 0 0,49-35 4 0 0,62-96-7 0 0,1 0 1 0 0,0 0 0 0 0,1 1-1 0 0,0 0 1 0 0,2 0 0 0 0,-5 25-1 0 0,7-31-40 0 0,1-1 0 0 0,0 1 0 0 0,1-1 0 0 0,-1 1 0 0 0,3 7-1 0 0,1 0-52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3.5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30 287 0 0,'-21'-30'0'0'0,"25"38"34"0"0,0 1 0 0 0,-1-1 0 0 0,4 14 0 0 0,23 177 18 0 0,-21-123-29 0 0,27 466 89 0 0,-12-104-107 0 0,-21-414-5 0 0,-2 0 0 0 0,-1 40 0 0 0,-2-60-22 0 0,-4-2-92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3.8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492 1 455 0 0,'2'2'4'0'0,"-8"1"-8"0"0,-21 1 9 0 0,0 1 74 0 0,10 1-42 0 0,0 0 0 0 0,1 0-1 0 0,-31 18 1 0 0,-42 36-33 0 0,70-45 1 0 0,1 1-1 0 0,0 1 0 0 0,1 1 1 0 0,1 0-1 0 0,1 1 1 0 0,0 1-1 0 0,-21 39 1 0 0,20-28 43 0 0,1 0 0 0 0,2 1 1 0 0,1 1-1 0 0,-14 66 0 0 0,22-78-35 0 0,0 1 0 0 0,2 0 0 0 0,0 24 0 0 0,2-38-10 0 0,1 0-1 0 0,-1-1 0 0 0,1 1 0 0 0,1-1 0 0 0,-1 1 0 0 0,1-1 1 0 0,1 0-1 0 0,-1 0 0 0 0,1 1 0 0 0,0-2 0 0 0,1 1 0 0 0,6 10 0 0 0,-6-13-14 0 0,0 0-1 0 0,0-1 1 0 0,0 1-1 0 0,0-1 1 0 0,0 0-1 0 0,1 0 1 0 0,0-1-1 0 0,-1 1 1 0 0,1-1-1 0 0,0 0 1 0 0,0 0-1 0 0,1 0 1 0 0,-1-1-1 0 0,0 0 1 0 0,7 1-1 0 0,6-1-52 0 0,0 1-1 0 0,-1-2 0 0 0,24-3 1 0 0,-4-1-57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5.6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1 319 199 0 0,'21'-10'0'0'0,"2"1"0"0"0,-1 1 0 0 0,42-8 0 0 0,76-7 0 0 0,-70 13 0 0 0,-32 4 1 0 0,637-84 62 0 0,-85 72 9 0 0,-559 18-69 0 0,445-7 122 0 0,-37-1-73 0 0,-253 4-40 0 0,82-7-13 0 0,-34 0 13 0 0,539-1 41 0 0,-451-5-47 0 0,-99 3-72 0 0,-209 13 64 0 0,89-6-47 0 0,-88 5 14 0 0,0-1-1 0 0,0 0 1 0 0,-1-1 0 0 0,24-10-1 0 0,-18 3-28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5.9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140 36 24 0 0,'-24'-4'0'0'0,"6"2"0"0"0,-22-1 0 0 0,38 3 25 0 0,-3 0 1 0 0,1 0 0 0 0,-1 0 0 0 0,0 0 0 0 0,0 0-1 0 0,0-1 1 0 0,0 0 0 0 0,0 0 0 0 0,1-1 0 0 0,-9-2-1 0 0,13 4-23 0 0,0-1 0 0 0,0 1-1 0 0,0 0 1 0 0,0 0-1 0 0,0 0 1 0 0,0 0 0 0 0,0-1-1 0 0,0 1 1 0 0,1 0-1 0 0,-1 0 1 0 0,0 0-1 0 0,0-1 1 0 0,0 1 0 0 0,0 0-1 0 0,0 0 1 0 0,0 0-1 0 0,0 0 1 0 0,1 0 0 0 0,-1-1-1 0 0,0 1 1 0 0,0 0-1 0 0,0 0 1 0 0,0 0-1 0 0,0 0 1 0 0,1 0 0 0 0,-1 0-1 0 0,0 0 1 0 0,0 0-1 0 0,0 0 1 0 0,1 0 0 0 0,-1-1-1 0 0,0 1 1 0 0,0 0-1 0 0,0 0 1 0 0,0 0-1 0 0,1 0 1 0 0,-1 0 0 0 0,0 0-1 0 0,0 0 1 0 0,1 1-1 0 0,11-5-10 0 0,-11 4 13 0 0,20-4 3 0 0,0 1-1 0 0,0 1 1 0 0,0 1-1 0 0,36 3 0 0 0,84 18 26 0 0,23 18 32 0 0,-133-29-48 0 0,-1 2 0 0 0,0 0 0 0 0,36 20 0 0 0,-58-26-16 0 0,0 0 0 0 0,-1 0 0 0 0,1 0 0 0 0,-1 1 0 0 0,0 1 0 0 0,0-1 0 0 0,-1 1 0 0 0,0 0 0 0 0,0 0 0 0 0,0 1 0 0 0,-1-1 0 0 0,5 13 0 0 0,-7-14 0 0 0,0 0 0 0 0,-1 1 0 0 0,0-1 0 0 0,-1 1 0 0 0,1 0 0 0 0,-1-1 0 0 0,-1 1 0 0 0,1 0 0 0 0,-1 0 0 0 0,0 0 0 0 0,0-1 0 0 0,-1 1 0 0 0,0 0 0 0 0,-1 0 0 0 0,1-1 0 0 0,-1 1 0 0 0,-4 9 0 0 0,-2 0 6 0 0,0 0-1 0 0,-1 0 0 0 0,-1-1 1 0 0,0 0-1 0 0,-20 22 0 0 0,5-11 11 0 0,-50 42 0 0 0,60-57-49 0 0,0-1 0 0 0,-1 0 0 0 0,0-1 0 0 0,-1-1 0 0 0,0 0 0 0 0,0-2 0 0 0,-35 10 0 0 0,33-12-55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6.3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4 143 0 0,'-2'-4'-39'0'0,"3"5"154"0"0,3 9 223 0 0,-5 120-317 0 0,1 121-24 0 0,1-222 5 0 0,7 45 0 0 0,-7-65-4 0 0,1 0 0 0 0,0 0 0 0 0,1 0 0 0 0,0 0 0 0 0,1 0 0 0 0,-1-1 0 0 0,2 0 0 0 0,-1 1 0 0 0,7 7 0 0 0,-10-14-10 0 0,0-1-1 0 0,1 1 0 0 0,-1-1 1 0 0,0 0-1 0 0,1 1 0 0 0,-1-1 1 0 0,1 0-1 0 0,0 0 0 0 0,-1 0 1 0 0,1 0-1 0 0,0 0 0 0 0,0 0 1 0 0,-1-1-1 0 0,1 1 0 0 0,0-1 1 0 0,0 1-1 0 0,0-1 0 0 0,0 0 1 0 0,0 1-1 0 0,0-1 0 0 0,0 0 1 0 0,0 0-1 0 0,3-1 0 0 0,6-2-59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6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88 775 0 0,'0'0'0'0'0,"-4"-6"21"0"0,7 7 25 0 0,8 1-49 0 0,22 2-25 0 0,1-1-1 0 0,0-2 1 0 0,43-4-1 0 0,102-20-68 0 0,-18 2 92 0 0,-126 16-13 0 0,0 0 0 0 0,-1-3-1 0 0,45-14 1 0 0,-62 17-93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6.8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0 223 0 0,'-1'0'1'0'0,"1"0"2"0"0,-1 0 1 0 0,0 0 0 0 0,1 0-1 0 0,-1 0 1 0 0,0 0 0 0 0,0 0 0 0 0,1 0-1 0 0,-1 0 1 0 0,0 0 0 0 0,1 1-1 0 0,-1-1 1 0 0,0 0 0 0 0,1 0 0 0 0,-1 1-1 0 0,-1 0 1 0 0,2 0 4 0 0,-1 0-1 0 0,1 0 1 0 0,0 0 0 0 0,-1 0 0 0 0,1 0-1 0 0,0 1 1 0 0,0-1 0 0 0,0 0-1 0 0,0 0 1 0 0,0 0 0 0 0,0 2-1 0 0,3 50 71 0 0,13 76-1 0 0,2 26-88 0 0,-18-150 11 0 0,4 205 0 0 0,-6-187 0 0 0,0-1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5:07.0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106 0 599 0 0,'-1'2'0'0'0,"-1"-2"0"0"0,1 0 0 0 0,-1 3 0 0 0,1 1 0 0 0,-1 0 0 0 0,1 2 0 0 0,-2 3 0 0 0,0 6 0 0 0,-3 4 0 0 0,-1 7 0 0 0,-4 3 0 0 0,1 2 0 0 0,-1-1-72 0 0,0-5 72 0 0,0 2-80 0 0,1 0 80 0 0,-2-5-80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4.4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604 0 24 0 0,'-1'9'32'0'0,"0"0"0"0"0,-1 0 0 0 0,0-1 0 0 0,-4 14 0 0 0,-2 5-17 0 0,-1 11 9 0 0,-59 213 24 0 0,46-183-40 0 0,-98 313 112 0 0,65-227-120 0 0,43-127 0 0 0,-1-1 0 0 0,-1 0 0 0 0,-27 36 0 0 0,41-62 0 0 0,-50 66 0 0 0,-106 110 0 0 0,143-167 2 0 0,12-9-2 0 0,1 0 0 0 0,0 0 0 0 0,0 1 0 0 0,-1-1 0 0 0,1 0 0 0 0,0 0 0 0 0,0 0 0 0 0,-1 0 0 0 0,1 0 0 0 0,0 0 1 0 0,0 0-1 0 0,-1 0 0 0 0,1 0 0 0 0,0 0 0 0 0,0 0 0 0 0,-1 0 0 0 0,1 0 0 0 0,0-1 0 0 0,0 1 0 0 0,-1 0 0 0 0,1 0 0 0 0,0 0 0 0 0,0 0 0 0 0,-1 0 0 0 0,1 0 0 0 0,0-1 0 0 0,0 1 0 0 0,0 0 0 0 0,-1 0 0 0 0,1-2-1 0 0,-1 0 0 0 0,0 0 0 0 0,1 0 0 0 0,0 1 0 0 0,-1-1 0 0 0,1 0-1 0 0,0 0 1 0 0,0 0 0 0 0,0 0 0 0 0,0 1 0 0 0,1-1 0 0 0,-1-2-1 0 0,3-16-58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4.7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 5 24 0 0,'1'-5'34'0'0,"0"11"43"0"0,0 10 35 0 0,-10 106-63 0 0,-1 68 46 0 0,9-118-92 0 0,7 560 112 0 0,6-381-105 0 0,-11-237-10 0 0,0-2 0 0 0,-1-1 0 0 0,0 0 0 0 0,-3 14 0 0 0,3-25 0 0 0,0 0 1 0 0,0 0-1 0 0,0 0 0 0 0,1 0 0 0 0,-1 1 0 0 0,0-1 0 0 0,0 0 0 0 0,0 0 0 0 0,0 0 0 0 0,0 0 0 0 0,0 0 0 0 0,0 0 0 0 0,0 0 0 0 0,0 0 0 0 0,0 0 0 0 0,0 0 0 0 0,0 1 0 0 0,0-1 0 0 0,-1 0 0 0 0,1 0 0 0 0,0 0 0 0 0,0 0 0 0 0,0 0 0 0 0,0 0 0 0 0,0 0 0 0 0,0 0 0 0 0,0 0 0 0 0,0 0 0 0 0,0 0 0 0 0,0 1 0 0 0,0-1 0 0 0,0 0 0 0 0,0 0 0 0 0,0 0 0 0 0,0 0 0 0 0,0 0 0 0 0,-1 0 0 0 0,1 0 0 0 0,0 0 0 0 0,0 0 0 0 0,0 0 0 0 0,0 0 0 0 0,0 0 0 0 0,0 0 0 0 0,0 0 0 0 0,0 0 0 0 0,0 0 0 0 0,0 0 0 0 0,-1 0 0 0 0,1 0 0 0 0,0 0 0 0 0,0 0 0 0 0,0 0 0 0 0,0 0 0 0 0,0 0 0 0 0,0 0 0 0 0,0 0 0 0 0,0 0 0 0 0,0 0 0 0 0,-1 0 0 0 0,1 0 0 0 0,0 0 0 0 0,-3-6-3 0 0,1 3-7 0 0,-2-1-50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5.0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 0 0,'9'5'137'0'0,"-6"-3"-121"0"0,0 0 0 0 0,1 0 0 0 0,-1-1 0 0 0,0 1-1 0 0,0-1 1 0 0,1 0 0 0 0,-1 0 0 0 0,6 0-1 0 0,5 0 2 0 0,25-3-1 0 0,-25 0 15 0 0,25 2 0 0 0,-34 0-27 0 0,-1 0-1 0 0,0 1 0 0 0,1 0 1 0 0,-1 0-1 0 0,0 0 0 0 0,0 1 1 0 0,1-1-1 0 0,-1 1 0 0 0,7 5 0 0 0,0 1-3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5.4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11 431 79 0 0,'-4'32'13'0'0,"0"0"-1"0"0,2 0 1 0 0,1 1-1 0 0,2-1 1 0 0,8 58-1 0 0,-9-88-9 0 0,1 0 0 0 0,-1-1 1 0 0,1 1-1 0 0,-1 0 0 0 0,1 0 0 0 0,-1-1 0 0 0,1 1 0 0 0,0-1 0 0 0,0 1 0 0 0,0-1 0 0 0,0 1 1 0 0,0-1-1 0 0,0 1 0 0 0,0-1 0 0 0,0 0 0 0 0,3 2 0 0 0,-3-3-2 0 0,0 1-1 0 0,-1-1 0 0 0,1 0 1 0 0,0 0-1 0 0,0 1 1 0 0,0-1-1 0 0,0 0 0 0 0,0 0 1 0 0,0 0-1 0 0,0 0 0 0 0,0 0 1 0 0,0-1-1 0 0,0 1 1 0 0,0 0-1 0 0,0 0 0 0 0,-1-1 1 0 0,1 1-1 0 0,0 0 1 0 0,0-1-1 0 0,0 1 0 0 0,0-1 1 0 0,0 1-1 0 0,-1-1 0 0 0,1 1 1 0 0,0-1-1 0 0,-1 0 1 0 0,1 1-1 0 0,0-1 0 0 0,-1 0 1 0 0,1 1-1 0 0,0-3 0 0 0,13-15 42 0 0,0-1-1 0 0,17-34 1 0 0,4-6 27 0 0,23-26-26 0 0,61-97 52 0 0,-86 125-95 0 0,-7 9 0 0 0,2 2 0 0 0,56-71 0 0 0,-69 102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5.8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66 24 0 0,'3'0'11'0'0,"0"0"1"0"0,0 0 0 0 0,0-1 0 0 0,0 1 0 0 0,0-1-1 0 0,0 0 1 0 0,0 0 0 0 0,3-1 0 0 0,-2 0 12 0 0,20-5 24 0 0,104-27 136 0 0,-102 28-136 0 0,0 2 0 0 0,53-2 0 0 0,-71 6-42 0 0,1 1 0 0 0,0-1-1 0 0,0 2 1 0 0,0-1 0 0 0,13 6 0 0 0,-17-6-5 0 0,-1 1 1 0 0,0-1-1 0 0,0 1 1 0 0,0 1-1 0 0,0-1 0 0 0,0 0 1 0 0,-1 1-1 0 0,1 0 1 0 0,-1 0-1 0 0,1 0 1 0 0,-1 0-1 0 0,5 7 0 0 0,-7-8-3 0 0,-1-1 0 0 0,1 1 0 0 0,0 0-1 0 0,-1 0 1 0 0,1-1 0 0 0,-1 1 0 0 0,0 0-1 0 0,1 0 1 0 0,-1 0 0 0 0,0 0 0 0 0,0-1-1 0 0,0 1 1 0 0,-1 3 0 0 0,-5 24-61 0 0,5-27 56 0 0,-2 9-100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6.0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16 24 0 0,'1'1'-8'0'0,"-1"-1"14"0"0,0 1 0 0 0,1-1 1 0 0,-1 1-1 0 0,0-1 0 0 0,1 0 1 0 0,-1 1-1 0 0,1-1 0 0 0,-1 0 1 0 0,1 0-1 0 0,-1 1 0 0 0,0-1 0 0 0,1 0 1 0 0,-1 0-1 0 0,1 1 0 0 0,-1-1 1 0 0,1 0-1 0 0,-1 0 0 0 0,1 0 0 0 0,0 0 1 0 0,-1 0-1 0 0,1 0 0 0 0,-1 0 1 0 0,1 0-1 0 0,-1 0 0 0 0,2 0 0 0 0,-1 0 13 0 0,31-2 108 0 0,44-7 1 0 0,1-1 2 0 0,7 10-82 0 0,-35 1-48 0 0,-43-1-80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6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29 24 0 0,'0'0'4'0'0,"-1"0"0"0"0,1 0 1 0 0,0 0-1 0 0,0 0 0 0 0,-1-1 1 0 0,1 1-1 0 0,0 0 1 0 0,-1 0-1 0 0,1-1 0 0 0,0 1 1 0 0,0 0-1 0 0,0 0 0 0 0,-1-1 1 0 0,1 1-1 0 0,0 0 1 0 0,0 0-1 0 0,0-1 0 0 0,0 1 1 0 0,-1 0-1 0 0,1-1 0 0 0,0 1 1 0 0,0 0-1 0 0,0-1 1 0 0,0 1-1 0 0,0 0 0 0 0,0-1 1 0 0,0 1-1 0 0,0-1 0 0 0,-3-7 131 0 0,3 8-129 0 0,0 0 0 0 0,0 0 1 0 0,0-1-1 0 0,0 1 0 0 0,0 0 1 0 0,0 0-1 0 0,0 0 0 0 0,0 0 1 0 0,0-1-1 0 0,0 1 0 0 0,0 0 1 0 0,0 0-1 0 0,0 0 0 0 0,0-1 1 0 0,0 1-1 0 0,0 0 0 0 0,0 0 1 0 0,0 0-1 0 0,0 0 0 0 0,0-1 1 0 0,0 1-1 0 0,0 0 0 0 0,0 0 1 0 0,1 0-1 0 0,-1 0 0 0 0,0 0 1 0 0,0-1-1 0 0,0 1 0 0 0,0 0 1 0 0,0 0-1 0 0,0 0 0 0 0,1 0 0 0 0,-1 0 1 0 0,0-1-1 0 0,9-2 75 0 0,14 1-81 0 0,-19 1 15 0 0,22 1 18 0 0,0 0 1 0 0,41 7-1 0 0,-5-1-109 0 0,-52-5 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7.2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259 140 111 0 0,'-2'1'2'0'0,"-1"-1"0"0"0,0 1-1 0 0,1 0 1 0 0,-1 0-1 0 0,0 0 1 0 0,1 0-1 0 0,-1 0 1 0 0,1 0-1 0 0,-1 1 1 0 0,1-1-1 0 0,0 1 1 0 0,0 0-1 0 0,0 0 1 0 0,0 0 0 0 0,0 0-1 0 0,0 0 1 0 0,-3 4-1 0 0,-4 6 14 0 0,1 0 0 0 0,-6 14 0 0 0,12-23-13 0 0,-2 6 5 0 0,0 0 1 0 0,0 0-1 0 0,1 0 0 0 0,0 0 0 0 0,1 1 0 0 0,0-1 1 0 0,0 1-1 0 0,1 0 0 0 0,0 10 0 0 0,1-16-5 0 0,1 0 1 0 0,-1 0-1 0 0,1 0 0 0 0,-1 0 0 0 0,1 0 0 0 0,0 0 1 0 0,1 0-1 0 0,-1 0 0 0 0,1 0 0 0 0,3 5 1 0 0,-4-7-2 0 0,1 1 0 0 0,0-1 0 0 0,0 0 0 0 0,0 0 1 0 0,0 0-1 0 0,0 0 0 0 0,0-1 0 0 0,1 1 1 0 0,-1 0-1 0 0,1-1 0 0 0,-1 0 0 0 0,1 0 1 0 0,-1 0-1 0 0,1 0 0 0 0,0 0 0 0 0,5 1 0 0 0,0-1 1 0 0,0 0-1 0 0,1-1 0 0 0,-1 0 0 0 0,1-1 0 0 0,-1 1 0 0 0,1-2 0 0 0,-1 1 0 0 0,0-1 1 0 0,0 0-1 0 0,0-1 0 0 0,13-5 0 0 0,-5 0 11 0 0,-1 0 0 0 0,0-1 1 0 0,0 0-1 0 0,22-19 0 0 0,-17 10 12 0 0,-1 0-1 0 0,-1-1 1 0 0,-1-1-1 0 0,22-33 0 0 0,-35 46-18 0 0,-1 1 0 0 0,0-1 0 0 0,0 1 0 0 0,0-1 0 0 0,-1 0 0 0 0,0 0 0 0 0,-1 0 0 0 0,1 0 0 0 0,-1 0 0 0 0,-1 0-1 0 0,1 0 1 0 0,-1-1 0 0 0,-1-7 0 0 0,0 11-5 0 0,1-1 1 0 0,-1 1-1 0 0,0 0 0 0 0,0-1 0 0 0,0 1 1 0 0,-1 0-1 0 0,0 0 0 0 0,0 0 0 0 0,0 0 1 0 0,0 0-1 0 0,0 0 0 0 0,-1 1 1 0 0,1-1-1 0 0,-1 1 0 0 0,0-1 0 0 0,0 1 1 0 0,-1 0-1 0 0,1 0 0 0 0,-1 1 0 0 0,1-1 1 0 0,-1 1-1 0 0,-5-3 0 0 0,6 4 3 0 0,-1 0 1 0 0,0 0-1 0 0,1 0 0 0 0,-1 0 0 0 0,0 1 1 0 0,0 0-1 0 0,0 0 0 0 0,0 0 0 0 0,1 0 1 0 0,-1 0-1 0 0,0 1 0 0 0,0 0 0 0 0,1 0 1 0 0,-1 0-1 0 0,0 0 0 0 0,1 0 0 0 0,-5 3 1 0 0,-8 4-7 0 0,1 0 0 0 0,-21 15-1 0 0,26-16 8 0 0,-32 20-4 0 0,4-3 0 0 0,-41 34 0 0 0,70-50 0 0 0,0 1 0 0 0,0 0 0 0 0,0 0 0 0 0,1 0 0 0 0,0 1 0 0 0,1 0 0 0 0,0 1 0 0 0,1 0 0 0 0,-5 12 0 0 0,9-18 0 0 0,0 0 0 0 0,0 1 0 0 0,1-1 0 0 0,-1 0 0 0 0,2 1 0 0 0,-1-1 0 0 0,0 1 0 0 0,1-1 0 0 0,0 0 0 0 0,0 1 0 0 0,1-1 0 0 0,0 1 0 0 0,2 8 0 0 0,-1-8 0 0 0,0 0 0 0 0,1 0 0 0 0,0 0 0 0 0,0 0 0 0 0,1-1 0 0 0,-1 1 0 0 0,1-1 0 0 0,0 0 0 0 0,1 0 0 0 0,9 8 0 0 0,58 45 0 0 0,-42-36 0 0 0,43 42 0 0 0,-65-55 0 0 0,0-1 0 0 0,0 1 0 0 0,-1 1 0 0 0,-1-1 0 0 0,0 1 0 0 0,0 1 0 0 0,-1-1 0 0 0,0 1 0 0 0,4 15 0 0 0,-8-21 0 0 0,0 0 0 0 0,0-1 0 0 0,-1 1 0 0 0,0 0 0 0 0,0 0 0 0 0,0 0 0 0 0,-1 0 0 0 0,1 0 0 0 0,-1 0 0 0 0,0-1 0 0 0,-1 1 0 0 0,1 0 0 0 0,-1-1 0 0 0,0 1 0 0 0,0-1 0 0 0,0 1 0 0 0,-1-1 0 0 0,0 0 0 0 0,-5 7 0 0 0,-3 2 0 0 0,0-2 0 0 0,-1 1 0 0 0,0-1 0 0 0,-23 16 0 0 0,7-8 0 0 0,-1-1 0 0 0,0-2 0 0 0,-2 0 0 0 0,1-2 0 0 0,-46 13 0 0 0,73-26 0 0 0,0 0 0 0 0,0 0 0 0 0,0-1 0 0 0,1 1 0 0 0,-1-1 0 0 0,0 0 0 0 0,0 0 0 0 0,0 0 0 0 0,0 0 0 0 0,0 0 0 0 0,0-1 0 0 0,0 1 0 0 0,-3-2 0 0 0,5 1 0 0 0,-1 1 0 0 0,1-1 0 0 0,-1 0 0 0 0,1 0 0 0 0,0 0 0 0 0,-1-1 0 0 0,1 1 0 0 0,0 0 0 0 0,0 0 0 0 0,0-1 0 0 0,0 1 0 0 0,0 0 0 0 0,0-1 0 0 0,0 1 0 0 0,1-1 0 0 0,-1 1 0 0 0,0-1 0 0 0,1 0 0 0 0,-1 1 0 0 0,1-1 0 0 0,0 0 0 0 0,0 1 0 0 0,-1-4 0 0 0,1-6 4 0 0,0 0 0 0 0,0 0-1 0 0,1 0 1 0 0,1 0-1 0 0,0 0 1 0 0,0 1-1 0 0,1-1 1 0 0,5-12-1 0 0,3-5 13 0 0,26-46 0 0 0,-21 48-7 0 0,1 0-1 0 0,0 1 1 0 0,2 1-1 0 0,1 1 0 0 0,1 0 1 0 0,1 2-1 0 0,0 1 1 0 0,2 0-1 0 0,0 2 0 0 0,2 0 1 0 0,-1 2-1 0 0,2 1 0 0 0,39-16 1 0 0,-51 25-11 0 0,4-3 9 0 0,1 1 1 0 0,25-6-1 0 0,-40 13-15 0 0,1 0 1 0 0,0 0-1 0 0,-1 0 1 0 0,1 1-1 0 0,0-1 1 0 0,0 2-1 0 0,-1-1 1 0 0,1 1-1 0 0,0-1 1 0 0,0 1-1 0 0,-1 1 1 0 0,11 3-1 0 0,-5 0-112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7.8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 11 24 0 0,'1'0'3'0'0,"-1"1"0"0"0,0-1 0 0 0,0 0 0 0 0,0 1 0 0 0,0-1 1 0 0,0 1-1 0 0,0-1 0 0 0,0 1 0 0 0,0-1 0 0 0,0 0 0 0 0,0 1 1 0 0,0-1-1 0 0,0 1 0 0 0,0-1 0 0 0,0 0 0 0 0,0 1 0 0 0,0-1 1 0 0,0 1-1 0 0,0-1 0 0 0,-1 0 0 0 0,1 1 0 0 0,0-1 0 0 0,0 0 1 0 0,0 1-1 0 0,-1-1 0 0 0,1 1 5 0 0,-13 31 19 0 0,1 1-1 0 0,1 0 1 0 0,2 1 0 0 0,-8 66-1 0 0,16-93-26 0 0,0-2 0 0 0,0 1 0 0 0,1 0 0 0 0,-1-1 0 0 0,1 1 0 0 0,0 0 0 0 0,1 0 0 0 0,0-1 0 0 0,0 1 0 0 0,3 10 0 0 0,-4-16 0 0 0,0 0 0 0 0,0 1 0 0 0,0-1 0 0 0,0 0 0 0 0,1 0 0 0 0,-1 1 0 0 0,0-1 0 0 0,0 0 0 0 0,0 0 0 0 0,1 0 0 0 0,-1 0 0 0 0,0 0 0 0 0,0 1 0 0 0,1-1 0 0 0,-1 0 0 0 0,0 0-1 0 0,0 0 1 0 0,1 0 0 0 0,-1 0 0 0 0,0 0 0 0 0,0 0 0 0 0,1 0 0 0 0,-1 0 0 0 0,0 0 0 0 0,1 0 0 0 0,-1 0 0 0 0,0 0 0 0 0,0 0 0 0 0,1 0 0 0 0,-1 0 0 0 0,0 0 0 0 0,0 0 0 0 0,1 0-1 0 0,-1 0 1 0 0,0-1 0 0 0,0 1 0 0 0,1 0 0 0 0,-1 0 0 0 0,0 0 0 0 0,0 0 0 0 0,0-1 0 0 0,1 1 0 0 0,10-10 8 0 0,-10 9-3 0 0,132-146 102 0 0,-99 112-102 0 0,-5 3 30 0 0,37-29-1 0 0,-54 51-35 0 0,-7 6 9 0 0,-1 0 0 0 0,0 0 0 0 0,1 0 1 0 0,0 1-1 0 0,0 0 0 0 0,0 0 0 0 0,10-4 0 0 0,-14 7-8 0 0,-1 0 0 0 0,0 0 0 0 0,0 0 0 0 0,0 0 0 0 0,1 0 0 0 0,-1 0 0 0 0,0 0 0 0 0,0 0 0 0 0,1 0 0 0 0,-1 0 0 0 0,0 0 0 0 0,0 0 0 0 0,1 0 0 0 0,-1 0 0 0 0,0 0 0 0 0,0 0 0 0 0,0 0 0 0 0,1 0 0 0 0,-1 0 0 0 0,0 0 0 0 0,0 1 0 0 0,1-1 0 0 0,-1 0 0 0 0,0 0 0 0 0,0 0 0 0 0,0 0 0 0 0,0 0 0 0 0,1 1 0 0 0,-1-1 0 0 0,0 0 0 0 0,0 0 0 0 0,0 1 0 0 0,1 9 0 0 0,-5 10 0 0 0,-47 104 0 0 0,35-90 0 0 0,1 1 0 0 0,2 1 0 0 0,-12 49 0 0 0,25-83 0 0 0,-1 1 0 0 0,1-1 0 0 0,0 0 0 0 0,-1 0 0 0 0,1 0 0 0 0,0 0 0 0 0,0 1 0 0 0,1-1 0 0 0,-1 0 0 0 0,0 0 0 0 0,1 0 0 0 0,-1 0 0 0 0,1 0 0 0 0,1 3 0 0 0,-1-3 0 0 0,0-1 0 0 0,0 0 0 0 0,0 0 0 0 0,0-1 0 0 0,0 1 0 0 0,0 0 0 0 0,0 0 0 0 0,0 0 0 0 0,1-1 0 0 0,-1 1 0 0 0,0-1 0 0 0,0 1 0 0 0,1-1 0 0 0,-1 1 0 0 0,0-1 0 0 0,1 0 0 0 0,-1 0 0 0 0,0 1 0 0 0,1-1 0 0 0,-1 0 0 0 0,1 0 0 0 0,-1 0 0 0 0,3-1 0 0 0,4 0 0 0 0,1 0 0 0 0,-1-1 0 0 0,0 0 0 0 0,1 0 0 0 0,-1 0 0 0 0,12-7 0 0 0,43-27 0 0 0,-43 24 0 0 0,32-15 0 0 0,-49 26 0 0 0,-1 0 0 0 0,1 0 0 0 0,-1 0 0 0 0,1 0 0 0 0,-1 1 0 0 0,1-1 0 0 0,-1 1 0 0 0,1 0 0 0 0,0 0 0 0 0,-1 0 0 0 0,4 0 0 0 0,-4 0 0 0 0,-1 1 0 0 0,0-1 0 0 0,0 1 0 0 0,0-1 0 0 0,0 1 0 0 0,0-1 0 0 0,1 1 0 0 0,-1 0 0 0 0,0-1 0 0 0,0 1 0 0 0,-1 0 0 0 0,1 0 0 0 0,0 0 0 0 0,0 0 0 0 0,0 0 0 0 0,0 0 0 0 0,-1 0 0 0 0,1 0 0 0 0,-1 0 0 0 0,1 0 0 0 0,-1 0 0 0 0,1 1 0 0 0,-1-1 0 0 0,1 0 0 0 0,-1 2 0 0 0,3 10 0 0 0,-2 0 0 0 0,1 1 0 0 0,-2-1 0 0 0,1 0 0 0 0,-3 14 0 0 0,1-9 0 0 0,2 33 0 0 0,-1-50 0 0 0,0 0-1 0 0,0 0 0 0 0,0 0 1 0 0,0 0-1 0 0,0 1 0 0 0,1-1 1 0 0,-1 0-1 0 0,0 0 0 0 0,0 0 1 0 0,1 0-1 0 0,-1 0 0 0 0,1 0 1 0 0,-1 0-1 0 0,1 0 0 0 0,-1 0 0 0 0,1 0 1 0 0,0 0-1 0 0,0 0 0 0 0,-1 0 1 0 0,1 0-1 0 0,0 0 0 0 0,0-1 1 0 0,0 1-1 0 0,0 0 0 0 0,0-1 1 0 0,1 2-1 0 0,1-2-93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8.6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141 1 167 0 0,'3'19'0'0'0,"-2"61"64"0"0,-14 114 0 0 0,2-112-64 0 0,-20 81 0 0 0,14-77 9 0 0,-4 87-1 0 0,10-77 39 0 0,10-84-47 0 0,1-9 0 0 0,0 1 0 0 0,0 0 0 0 0,-1 0 0 0 0,0-1 0 0 0,1 1 0 0 0,-1 0 0 0 0,0-1 0 0 0,-1 1 0 0 0,1-1 0 0 0,-1 0 0 0 0,1 1 0 0 0,-4 3 0 0 0,5-7 1 0 0,0 1-1 0 0,0-1 0 0 0,0 0 0 0 0,-1 0 0 0 0,1 1 0 0 0,0-1 0 0 0,-1 0 0 0 0,1 0 0 0 0,0 1 0 0 0,-1-1 0 0 0,1 0 0 0 0,0 0 0 0 0,-1 0 0 0 0,1 0 0 0 0,0 1 1 0 0,-1-1-1 0 0,1 0 0 0 0,-1 0 0 0 0,1 0 0 0 0,0 0 0 0 0,-1 0 0 0 0,1 0 0 0 0,0 0 0 0 0,-1 0 0 0 0,1 0 0 0 0,-1 0 0 0 0,1 0 0 0 0,0 0 0 0 0,-1-1 0 0 0,1 1 0 0 0,0 0 1 0 0,-1 0-1 0 0,1 0 0 0 0,0 0 0 0 0,-1-1 0 0 0,1 1 0 0 0,0 0 0 0 0,-1 0 0 0 0,1-1 0 0 0,0 1 0 0 0,-1 0 0 0 0,1 0 0 0 0,0-1 0 0 0,0 1 0 0 0,0 0 0 0 0,-1-1 0 0 0,1 1 1 0 0,0 0-1 0 0,0-1 0 0 0,0 1 0 0 0,0 0 0 0 0,-1-1 0 0 0,-5-21-64 0 0,6 21 58 0 0,-3-11-8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9.0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74 163 24 0 0,'4'-4'0'0'0,"-2"2"0"0"0,-1 1 0 0 0,1-1 0 0 0,-1 0 0 0 0,0 0 0 0 0,1 0 0 0 0,-1 0 0 0 0,0 0 0 0 0,0 0 0 0 0,1-5 0 0 0,2-5 25 0 0,0 0 1 0 0,0 0-1 0 0,2 1 1 0 0,10-20-1 0 0,-13 26-12 0 0,-1 1 0 0 0,1 0 0 0 0,0 0-1 0 0,0 0 1 0 0,1 0 0 0 0,-1 0-1 0 0,1 0 1 0 0,0 1 0 0 0,0 0 0 0 0,0 0-1 0 0,7-4 1 0 0,-8 6-5 0 0,1-1-1 0 0,-1 1 1 0 0,1 0 0 0 0,0 0-1 0 0,-1 1 1 0 0,1-1 0 0 0,0 1-1 0 0,0 0 1 0 0,0 0 0 0 0,-1 0-1 0 0,1 0 1 0 0,0 1 0 0 0,0-1-1 0 0,-1 1 1 0 0,1 0 0 0 0,4 2-1 0 0,3 1 6 0 0,0 1 0 0 0,0 0 0 0 0,-1 0 0 0 0,0 2 0 0 0,0-1 0 0 0,0 1 0 0 0,-1 0 0 0 0,0 1 0 0 0,0 0-1 0 0,-1 1 1 0 0,0 0 0 0 0,-1 0 0 0 0,0 0 0 0 0,0 1 0 0 0,-1 0 0 0 0,10 21 0 0 0,-11-19-11 0 0,0 0 1 0 0,-1 0-1 0 0,-1 1 0 0 0,0-1 0 0 0,0 1 1 0 0,-1 0-1 0 0,-1 0 0 0 0,0 0 0 0 0,-1 0 1 0 0,0 0-1 0 0,-1 0 0 0 0,0 0 0 0 0,-1 0 1 0 0,-1 0-1 0 0,-5 15 0 0 0,4-19 1 0 0,0 0 0 0 0,-1 0 0 0 0,0 0 0 0 0,0 0 0 0 0,-1-1 0 0 0,0 0-1 0 0,-1-1 1 0 0,1 1 0 0 0,-2-1 0 0 0,-7 7 0 0 0,-14 8 7 0 0,-44 26 1 0 0,55-37-11 0 0,1 0 0 0 0,-1 0 0 0 0,0-2 0 0 0,0 0 0 0 0,-1-1 0 0 0,-1-1 0 0 0,1-1 0 0 0,-1 0 0 0 0,-31 3 0 0 0,50-9 0 0 0,0 0 0 0 0,0 1 0 0 0,0-1 0 0 0,-1 0 0 0 0,1 0 0 0 0,0 1 0 0 0,0-1 0 0 0,0 0 0 0 0,0 1 0 0 0,0-1 0 0 0,0 1 0 0 0,0 0 0 0 0,0-1 0 0 0,0 1 0 0 0,-1 1 0 0 0,1-2 0 0 0,1 1 0 0 0,0-1 0 0 0,0 1 0 0 0,-1-1 0 0 0,1 1 0 0 0,0-1 0 0 0,0 1 0 0 0,0-1 0 0 0,-1 1 0 0 0,1-1 0 0 0,0 1 0 0 0,0-1 0 0 0,0 1 0 0 0,0 0 0 0 0,0-1 0 0 0,0 1 0 0 0,0-1 0 0 0,1 1 0 0 0,-1-1 0 0 0,0 1 0 0 0,0 0 0 0 0,0 0 0 0 0,2 2 0 0 0,0 1 0 0 0,0 0 0 0 0,1-1 0 0 0,-1 0 0 0 0,1 1 0 0 0,0-1 0 0 0,3 3 0 0 0,15 13-9 0 0,1-2 0 0 0,1 0 0 0 0,31 17 0 0 0,-22-14-21 0 0,32 26 0 0 0,-55-39 22 0 0,0 1 0 0 0,0 0 0 0 0,-1 1 0 0 0,-1 0 0 0 0,1 0-1 0 0,-1 1 1 0 0,9 17 0 0 0,-11-16-95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09.5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254 72 24 0 0,'-22'11'-4'0'0,"18"-10"15"0"0,1 0-1 0 0,0 1 0 0 0,-1-1 1 0 0,1 1-1 0 0,0 0 1 0 0,0 0-1 0 0,0 0 1 0 0,-5 5-1 0 0,-11 12 22 0 0,1 1 0 0 0,1 0-1 0 0,1 2 1 0 0,-22 36 0 0 0,31-45-21 0 0,1 0-1 0 0,0 0 1 0 0,1 1 0 0 0,1 0 0 0 0,0 0 0 0 0,1 0-1 0 0,0 0 1 0 0,1 0 0 0 0,0 1 0 0 0,1 18-1 0 0,2-30-8 0 0,-1 1 0 0 0,0 0 0 0 0,1 0-1 0 0,0 0 1 0 0,0 0 0 0 0,0 0-1 0 0,0-1 1 0 0,1 1 0 0 0,-1 0-1 0 0,1-1 1 0 0,0 1 0 0 0,0-1-1 0 0,0 0 1 0 0,1 0 0 0 0,-1 0-1 0 0,1 0 1 0 0,0 0 0 0 0,5 4-1 0 0,-4-4 2 0 0,1 0-1 0 0,0 0 1 0 0,0 0-1 0 0,1 0 1 0 0,-1-1-1 0 0,1 0 1 0 0,-1 0-1 0 0,1-1 1 0 0,-1 1-1 0 0,1-1 1 0 0,0 0-1 0 0,7-1 0 0 0,-7 0 8 0 0,0 0-1 0 0,0-1 1 0 0,0 1-1 0 0,0-1 1 0 0,0-1-1 0 0,0 1 1 0 0,-1-1-1 0 0,1-1 1 0 0,0 1-1 0 0,-1-1 1 0 0,1 1-1 0 0,-1-1 1 0 0,0-1-1 0 0,0 1 1 0 0,0-1-1 0 0,-1 0 1 0 0,1 0-1 0 0,5-7 1 0 0,3-6 30 0 0,0 0-1 0 0,-1 0 1 0 0,19-37-1 0 0,-20 32-19 0 0,-1-1 0 0 0,0 0 0 0 0,-2-1 0 0 0,10-41-1 0 0,-16 56-12 0 0,0-1-1 0 0,-1 0 1 0 0,0 1-1 0 0,-1-1 1 0 0,0 0-1 0 0,-1 1 1 0 0,1-1-1 0 0,-2 0 1 0 0,1 1-1 0 0,-2-1 0 0 0,1 1 1 0 0,-1 0-1 0 0,0 0 1 0 0,-1 0-1 0 0,-5-9 1 0 0,7 15-7 0 0,1 1 1 0 0,-1-1 0 0 0,0 1-1 0 0,0-1 1 0 0,0 1-1 0 0,0 0 1 0 0,0 0-1 0 0,0 0 1 0 0,-1 0 0 0 0,1 0-1 0 0,-1 0 1 0 0,1 1-1 0 0,-1-1 1 0 0,0 1 0 0 0,0 0-1 0 0,1 0 1 0 0,-1 0-1 0 0,0 0 1 0 0,-4-1-1 0 0,2 2 0 0 0,0 0 0 0 0,0 0 0 0 0,0 1 0 0 0,0 0 0 0 0,0 0 0 0 0,0 0 0 0 0,0 0 0 0 0,0 1 0 0 0,0-1 0 0 0,0 1 0 0 0,-4 3-1 0 0,-35 19-79 0 0,1 2 0 0 0,1 2 0 0 0,-62 55 0 0 0,80-62 16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10.7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694 86 199 0 0,'-20'-12'1'0'0,"10"5"3"0"0,-1 1 1 0 0,-19-9-1 0 0,6 5 48 0 0,0 1 0 0 0,-1 2-1 0 0,-1 0 1 0 0,-27-3 0 0 0,44 8-36 0 0,-1 2 0 0 0,1-1 0 0 0,0 1 0 0 0,-1 1 0 0 0,1 0 0 0 0,0 0 0 0 0,-1 0 0 0 0,1 1 0 0 0,0 1 0 0 0,0 0 0 0 0,1 0 0 0 0,-1 1 0 0 0,0 0 0 0 0,-14 9-1 0 0,2 3-7 0 0,1 1-1 0 0,0 1 0 0 0,-29 35 1 0 0,-44 67 37 0 0,71-91-23 0 0,2 1 1 0 0,-23 48-1 0 0,37-66-18 0 0,1-1 1 0 0,1 1 0 0 0,0 0-1 0 0,0 1 1 0 0,2-1-1 0 0,-1 1 1 0 0,1-1 0 0 0,1 1-1 0 0,1 0 1 0 0,0 20-1 0 0,1-27-4 0 0,0 0 0 0 0,1-1 0 0 0,-1 1 0 0 0,1-1 0 0 0,0 1 0 0 0,1-1 0 0 0,-1 0 0 0 0,1 0 0 0 0,0 0 0 0 0,0 0 0 0 0,1 0 0 0 0,7 7 0 0 0,3 2 0 0 0,1 0 0 0 0,24 15 0 0 0,-21-16 0 0 0,22 21 0 0 0,30 46 0 0 0,-48-53 0 0 0,-20-24-11 0 0,0-1-1 0 0,0 1 0 0 0,0 0 1 0 0,0 0-1 0 0,0 0 0 0 0,-1 1 1 0 0,0-1-1 0 0,1 0 0 0 0,-1 1 1 0 0,0-1-1 0 0,-1 1 0 0 0,1-1 1 0 0,0 7-1 0 0,-1-8 4 0 0,-1 0 1 0 0,1 0-1 0 0,0 0 0 0 0,0 0 1 0 0,-1 0-1 0 0,1-1 0 0 0,-1 1 1 0 0,0 0-1 0 0,1 0 1 0 0,-1-1-1 0 0,0 1 0 0 0,0 0 1 0 0,0-1-1 0 0,0 1 0 0 0,-1-1 1 0 0,1 1-1 0 0,0-1 0 0 0,-1 0 1 0 0,1 1-1 0 0,0-1 1 0 0,-1 0-1 0 0,0 0 0 0 0,1 0 1 0 0,-1 0-1 0 0,0 0 0 0 0,1-1 1 0 0,-4 2-1 0 0,-6 1-95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12.2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372 0 111 0 0,'-18'4'11'0'0,"1"0"0"0"0,0 2-1 0 0,0-1 1 0 0,1 2 0 0 0,-19 10-1 0 0,-10 6 13 0 0,19-10 31 0 0,-38 26 0 0 0,58-35-48 0 0,-1 1 1 0 0,1 0-1 0 0,0 0 0 0 0,1 1 1 0 0,-1 0-1 0 0,1 0 0 0 0,1 0 1 0 0,-1 0-1 0 0,1 1 0 0 0,-6 11 0 0 0,7-10-3 0 0,1-1 0 0 0,0 1 0 0 0,0-1-1 0 0,1 1 1 0 0,0 0 0 0 0,1 0 0 0 0,-1 0-1 0 0,3 14 1 0 0,1 7 15 0 0,8 29-1 0 0,-5-28-13 0 0,40 247 60 0 0,-24 2 0 0 0,-22-239-64 0 0,-3 1 0 0 0,-13 72 0 0 0,-30 76 0 0 0,44-182 0 0 0,1 0 0 0 0,-2 0 0 0 0,1 0 0 0 0,-1-1 0 0 0,0 1 0 0 0,0-1 0 0 0,-1 0 0 0 0,0 0 0 0 0,0 0 0 0 0,0-1 0 0 0,-1 1 0 0 0,-7 7 0 0 0,-3-2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14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10 270 287 0 0,'0'1'0'0'0,"0"-1"0"0"0,0 0 0 0 0,0 0 0 0 0,-1 0 0 0 0,1 0 0 0 0,0 0 0 0 0,0 0 0 0 0,-1 0 0 0 0,1 1 0 0 0,0-1 0 0 0,0 0 0 0 0,0 0 0 0 0,-1 0 0 0 0,1 0 0 0 0,0 0 0 0 0,0 0 0 0 0,-1 0 0 0 0,1 0 0 0 0,0 0 0 0 0,0 0 0 0 0,-1 0 0 0 0,1 0 0 0 0,0-1 0 0 0,0 1 0 0 0,-1 0 0 0 0,1 0 0 0 0,0 0 0 0 0,0 0 0 0 0,0 0 0 0 0,-1 0 0 0 0,1-1 0 0 0,0 1 0 0 0,0 0 0 0 0,0 0 0 0 0,0 0 0 0 0,-1 0 0 0 0,1-1 0 0 0,0 1 0 0 0,0 0 2 0 0,0 0 0 0 0,0-1-1 0 0,0 1 1 0 0,-1 0 0 0 0,1 0-1 0 0,0 0 1 0 0,0-1 0 0 0,0 1-1 0 0,0 0 1 0 0,0 0 0 0 0,0 0-1 0 0,0-1 1 0 0,0 1 0 0 0,0 0-1 0 0,0 0 1 0 0,0 0 0 0 0,0-1-1 0 0,0 1 1 0 0,0 0-1 0 0,0 0 1 0 0,0-1 0 0 0,0 1-1 0 0,0 0 1 0 0,0 0 0 0 0,1 0-1 0 0,-1 0 1 0 0,0-1 0 0 0,0 1-1 0 0,0 0 1 0 0,0 0 0 0 0,0 0-1 0 0,1 0 1 0 0,-1-1 0 0 0,0 1-1 0 0,0 0 1 0 0,0 0 0 0 0,0 0-1 0 0,1 0 1 0 0,-1 0-1 0 0,0 0 1 0 0,0-1 0 0 0,8-3-9 0 0,-8 4 8 0 0,17-7-1 0 0,0 0 0 0 0,0 1 0 0 0,0 1 0 0 0,1 0 0 0 0,0 2 0 0 0,0 0 0 0 0,36-1 0 0 0,226 20 31 0 0,14 1 2 0 0,229-11 2 0 0,-333-2-16 0 0,142 8-8 0 0,-5 0-12 0 0,-229-10 6 0 0,431 3 54 0 0,-163-6-37 0 0,152-3 31 0 0,-123-6 2 0 0,182-6-3 0 0,215-4-31 0 0,-267-2 35 0 0,-68 1-59 0 0,119-6 3 0 0,-57 1-2 0 0,-145 8 58 0 0,-39 3-45 0 0,144-9-12 0 0,272-28-96 0 0,-622 44-10 0 0,132-11-143 0 0,-251 17 183 0 0,-22-1 7 0 0,-9 0 49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7:15.0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1 484 223 0 0,'476'-31'0'0'0,"-322"19"0"0"0,2-2 0 0 0,77-5 0 0 0,145-12 14 0 0,899-67 90 0 0,-192 24-38 0 0,-718 48-58 0 0,1076-33 95 0 0,-860 42-78 0 0,952-10 34 0 0,-1190 24-54 0 0,-11-3 3 0 0,138-1 48 0 0,82 2-56 0 0,-64 0 0 0 0,-142-3 0 0 0,-36-1 0 0 0,140-16-144 0 0,-383 18 128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10.3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334 726 199 0 0,'-19'-15'0'0'0,"-33"-35"0"0"0,12 7 22 0 0,2-2-1 0 0,-54-81 0 0 0,75 98-15 0 0,0 2 28 0 0,-22-49 0 0 0,36 65-27 0 0,-1 1-1 0 0,1-1 1 0 0,0 1-1 0 0,1-1 1 0 0,1 0-1 0 0,-1 0 1 0 0,1 0-1 0 0,1 0 1 0 0,1-15-1 0 0,0 15 0 0 0,1 0-1 0 0,0 0 1 0 0,1 0-1 0 0,0 0 1 0 0,1 1-1 0 0,0-1 1 0 0,0 1-1 0 0,1 0 0 0 0,0 0 1 0 0,1 0-1 0 0,0 1 1 0 0,0 0-1 0 0,1 0 1 0 0,0 1-1 0 0,0 0 1 0 0,0 0-1 0 0,14-9 1 0 0,-14 11-2 0 0,0 1 0 0 0,0-1 0 0 0,1 1 0 0 0,0 1 0 0 0,0-1-1 0 0,0 1 1 0 0,1 1 0 0 0,-1-1 0 0 0,0 2 0 0 0,1-1 0 0 0,0 1 0 0 0,-1 0 0 0 0,1 1 0 0 0,0 0 0 0 0,-1 0 0 0 0,1 1 0 0 0,0 0 0 0 0,-1 1 0 0 0,1 0 0 0 0,14 5-1 0 0,-9-1-3 0 0,-1 1 0 0 0,0 0 0 0 0,0 1 0 0 0,-1 0 0 0 0,0 1 0 0 0,-1 0 0 0 0,0 1 0 0 0,0 1 0 0 0,11 13 0 0 0,8 14 0 0 0,35 61 0 0 0,-61-94 0 0 0,1 4 9 0 0,0 0-1 0 0,0 0 1 0 0,-1 0-1 0 0,0 1 1 0 0,5 17-1 0 0,-8-24-5 0 0,0 1 1 0 0,-1 0-1 0 0,1-1 0 0 0,-1 1 1 0 0,0 0-1 0 0,0-1 0 0 0,0 1 1 0 0,-1 0-1 0 0,1 0 0 0 0,-1-1 1 0 0,0 1-1 0 0,0-1 0 0 0,0 1 1 0 0,-1 0-1 0 0,1-1 0 0 0,-1 0 1 0 0,0 1-1 0 0,0-1 0 0 0,-2 3 1 0 0,-5 5-3 0 0,0-1 0 0 0,0 0-1 0 0,-1-1 1 0 0,0 0 0 0 0,0 0 0 0 0,-1-1 0 0 0,-1 0 0 0 0,1-1 0 0 0,-1-1 0 0 0,0 0 0 0 0,-14 5-1 0 0,-89 29-408 0 0,99-34 288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10.9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83 143 0 0,'0'-1'0'0'0,"-1"0"0"0"0,0 1 0 0 0,0-1 0 0 0,0 0 0 0 0,0 0 0 0 0,1 0 0 0 0,-1 1 0 0 0,0-1 0 0 0,1 0 0 0 0,-1 0 0 0 0,0 0 0 0 0,1 0 0 0 0,0 0 0 0 0,-1 0 0 0 0,1 0 0 0 0,-1-1 0 0 0,1 1 0 0 0,0 0 0 0 0,0 0 0 0 0,0 0 0 0 0,0 0 0 0 0,0 0 0 0 0,0 0 0 0 0,0-1 0 0 0,0-1 0 0 0,1 1 0 0 0,-1 0 0 0 0,1 1 0 0 0,-1-1 0 0 0,1 0 0 0 0,0 0 0 0 0,0 0 0 0 0,0 1 0 0 0,0-1 0 0 0,0 0 0 0 0,0 1 0 0 0,0-1 0 0 0,2-1 0 0 0,1 0 0 0 0,0 0 0 0 0,-1 0 0 0 0,1 0 0 0 0,0 0 0 0 0,1 1 0 0 0,-1 0 0 0 0,0 0 0 0 0,1 0 0 0 0,-1 0 0 0 0,1 1 0 0 0,0 0 0 0 0,-1 0 0 0 0,7-1 0 0 0,0 2 1 0 0,-1 0 1 0 0,0 1 0 0 0,0 0 0 0 0,0 1 0 0 0,13 3 0 0 0,8 4 7 0 0,0 2 0 0 0,-1 2 0 0 0,0 0 0 0 0,0 2 0 0 0,29 21-1 0 0,-31-19-8 0 0,-1 1 0 0 0,-1 2 0 0 0,0 1 0 0 0,-2 1 0 0 0,-1 0 0 0 0,0 2 0 0 0,37 53 0 0 0,-26-21 24 0 0,28 67 0 0 0,-17-34-8 0 0,-36-70-11 0 0,2 0 0 0 0,1-1 0 0 0,0-1 0 0 0,1 0 0 0 0,1 0 0 0 0,0-1-1 0 0,2-1 1 0 0,-1-1 0 0 0,2 0 0 0 0,21 14 0 0 0,68 37 6 0 0,51 35-12 0 0,-143-89 1 0 0,-4-1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11.5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7 152 431 0 0,'-3'-5'0'0'0,"3"5"0"0"0,-1 0 0 0 0,1 0 0 0 0,0 0 0 0 0,0 0 0 0 0,0 0 0 0 0,-1 0 0 0 0,1 0 0 0 0,0-1 0 0 0,0 1 0 0 0,0 0 0 0 0,0 0 0 0 0,-1 0 0 0 0,1 0 0 0 0,0-1 0 0 0,0 1 0 0 0,0 0 0 0 0,0 0 0 0 0,0 0 0 0 0,0 0 0 0 0,0-1 0 0 0,-1 1 0 0 0,1 0 0 0 0,0 0 0 0 0,0 0 0 0 0,0-1 0 0 0,0 1 0 0 0,0 0 0 0 0,0 0 0 0 0,0 0 0 0 0,0-1 0 0 0,0 1 0 0 0,0 0 0 0 0,0 0 0 0 0,0-1 0 0 0,0 1 0 0 0,0 0 0 0 0,1 0 0 0 0,-1 0 0 0 0,0-1 0 0 0,0 1 0 0 0,0 0 0 0 0,0 0 0 0 0,0 0 0 0 0,0 0 0 0 0,0-1 0 0 0,1 1 0 0 0,-1 0 0 0 0,0 0 0 0 0,0 0 0 0 0,0 0 0 0 0,0 0 0 0 0,1-1 0 0 0,1 0 0 0 0,0-1 0 0 0,0 0 0 0 0,-1 1 0 0 0,1-1 0 0 0,0 0 0 0 0,-1 0 0 0 0,0 0 0 0 0,3-4-1 0 0,1-2 13 0 0,3 0-7 0 0,0 0-1 0 0,0 0 1 0 0,1 1-1 0 0,0 0 0 0 0,0 0 1 0 0,1 1-1 0 0,0 1 1 0 0,0-1-1 0 0,0 2 1 0 0,1-1-1 0 0,-1 1 1 0 0,16-3-1 0 0,10-1-5 0 0,0 2-1 0 0,56-4 0 0 0,10 6 29 0 0,108 10 0 0 0,-177-4-19 0 0,-1 2 1 0 0,0 1-1 0 0,0 2 1 0 0,0 1-1 0 0,-1 2 0 0 0,0 0 1 0 0,0 3-1 0 0,34 18 1 0 0,-48-21-9 0 0,0 1-1 0 0,-1 0 1 0 0,0 1 0 0 0,-1 0 0 0 0,0 2 0 0 0,-1-1 0 0 0,0 2 0 0 0,-2 0 0 0 0,1 1 0 0 0,-2 0 0 0 0,0 0 0 0 0,-1 1 0 0 0,-1 1 0 0 0,13 32-1 0 0,-8-3 1 0 0,-2 0 0 0 0,-2 1 0 0 0,-2 0 0 0 0,3 74 0 0 0,-11-84 0 0 0,-6 43 0 0 0,3-54 2 0 0,1-1 0 0 0,1 1 1 0 0,1 0-1 0 0,5 30 0 0 0,-4-53-4 0 0,0 0 0 0 0,0 0 0 0 0,0 0 0 0 0,1 0 0 0 0,-1 0 0 0 0,1 0 0 0 0,0 0 0 0 0,0 0 0 0 0,1-1 0 0 0,-1 1-1 0 0,1-1 1 0 0,0 1 0 0 0,0-1 0 0 0,0 0 0 0 0,0 0 0 0 0,0-1 0 0 0,1 1 0 0 0,-1 0 0 0 0,1-1 0 0 0,-1 0 0 0 0,1 0 0 0 0,0 0 0 0 0,0-1 0 0 0,0 1 0 0 0,0-1-1 0 0,0 0 1 0 0,1 0 0 0 0,-1 0 0 0 0,0-1 0 0 0,8 1 0 0 0,3-1-30 0 0,-2-2-75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30.9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29 143 0 0,'17'-7'13'0'0,"-6"2"-21"0"0,0 0 1 0 0,22-4-1 0 0,-29 8 28 0 0,1 0 0 0 0,0 1 0 0 0,0 0-1 0 0,0 0 1 0 0,0 0 0 0 0,0 0 0 0 0,0 1 0 0 0,0 0 0 0 0,0 0 0 0 0,6 2-1 0 0,25 10 15 0 0,-1 1-1 0 0,0 1 0 0 0,51 32 0 0 0,-64-33-32 0 0,0 2 1 0 0,-2 0 0 0 0,0 1-1 0 0,0 1 1 0 0,-2 1 0 0 0,18 24-1 0 0,-4-1 10 0 0,-3 1 0 0 0,43 85-1 0 0,-58-97-4 0 0,-1 0-1 0 0,-1 2 0 0 0,-2-1 1 0 0,-1 1-1 0 0,6 49 0 0 0,-10-26 1 0 0,-3 0 0 0 0,-2 1 0 0 0,-2-1 0 0 0,-12 63 0 0 0,-60 221 39 0 0,48-238-31 0 0,-29 102 13 0 0,36-147-21 0 0,-38 84 0 0 0,13-49-3 0 0,-67 129-22 0 0,82-172-61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56.2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617 0 287 0 0,'-61'25'0'0'0,"57"-22"0"0"0,0-1 0 0 0,0 1 0 0 0,1 0 0 0 0,-1 0 0 0 0,-4 6 0 0 0,-2 0 0 0 0,-11 12 0 0 0,0 1 0 0 0,2 1-1 0 0,0 1 1 0 0,2 1-1 0 0,1 0 1 0 0,-18 37-1 0 0,-62 171 28 0 0,73-171 3 0 0,-14 46-8 0 0,-33 160 1 0 0,1 116 6 0 0,-1 315-29 0 0,64-575 0 0 0,18 241 0 0 0,-7-325 0 0 0,2 0 0 0 0,2 0 0 0 0,1-1 0 0 0,2 0 0 0 0,28 59 0 0 0,-22-62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57.9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1336 1264 287 0 0,'-256'-70'0'0'0,"-183"-66"0"0"0,400 122 0 0 0,0-2-1 0 0,1-2 0 0 0,-50-31 0 0 0,-98-79 26 0 0,135 91 7 0 0,36 26-36 0 0,-81-63 42 0 0,85 64-31 0 0,1 0 1 0 0,1 0-1 0 0,0 0 0 0 0,0-1 1 0 0,1-1-1 0 0,-11-18 0 0 0,17 25-5 0 0,0 0 1 0 0,0 0-1 0 0,0-1 0 0 0,1 1 1 0 0,-1-1-1 0 0,1 1 0 0 0,1-1 1 0 0,-1 1-1 0 0,1-1 0 0 0,0 0 1 0 0,0 1-1 0 0,1-1 0 0 0,-1 1 1 0 0,1-1-1 0 0,0 1 0 0 0,1-1 1 0 0,0 1-1 0 0,-1 0 0 0 0,2-1 1 0 0,-1 1-1 0 0,0 0 0 0 0,1 1 1 0 0,0-1-1 0 0,4-5 0 0 0,7-7-3 0 0,0 1 0 0 0,1 0 0 0 0,1 1 0 0 0,33-24 0 0 0,6-1 1 0 0,80-43 0 0 0,67-21 0 0 0,-147 76 0 0 0,-15 9 0 0 0,1 2 0 0 0,0 2 0 0 0,2 1 0 0 0,-1 2 0 0 0,2 2 0 0 0,77-7 0 0 0,109 3 0 0 0,-178 11 0 0 0,0 3 0 0 0,95 11 0 0 0,-113-6 0 0 0,-1 2 0 0 0,0 2 0 0 0,0 0 0 0 0,0 3 0 0 0,38 18 0 0 0,-53-20 0 0 0,0 1 0 0 0,-1 0 0 0 0,0 1 0 0 0,-1 1 0 0 0,-1 0 0 0 0,0 1 0 0 0,15 18 0 0 0,7 15 0 0 0,34 56 0 0 0,-20-26 0 0 0,-21-34 0 0 0,31 57 0 0 0,-53-85 0 0 0,-1 1 0 0 0,-1 0 0 0 0,0 0 0 0 0,-1 0 0 0 0,-1 1 0 0 0,0 0 0 0 0,2 31 0 0 0,-6-30 0 0 0,0 1 0 0 0,-1-1 0 0 0,0 0 0 0 0,-2 0 0 0 0,0 0 0 0 0,-1 0 0 0 0,-8 20 0 0 0,7-26 0 0 0,0 0 0 0 0,0 0 0 0 0,-2-1 0 0 0,1 0 0 0 0,-2 0 0 0 0,1 0 0 0 0,-1-1 0 0 0,-1 0 0 0 0,0-1 0 0 0,-18 16 0 0 0,-7 0 0 0 0,0-1 0 0 0,-64 33 0 0 0,72-45 0 0 0,-1 0 0 0 0,-1-2 0 0 0,1-1 0 0 0,-52 10 0 0 0,-19-5 0 0 0,-148 1 0 0 0,189-16-13 0 0,1-4-54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8:59.9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1608 791 255 0 0,'-134'-5'103'0'0,"-18"0"37"0"0,-76 20-72 0 0,188-12-29 0 0,-262-1 49 0 0,138-6-30 0 0,-8-1-58 0 0,133 2 0 0 0,0-2 0 0 0,-51-14 0 0 0,61 11 0 0 0,-48-20 0 0 0,63 22 1 0 0,1-1 1 0 0,0 0 0 0 0,1-1 0 0 0,0 0 0 0 0,-18-16 0 0 0,26 19 2 0 0,-1 0-1 0 0,0 0 1 0 0,1-1-1 0 0,0 0 1 0 0,1 1-1 0 0,-1-1 1 0 0,1 0-1 0 0,0-1 1 0 0,1 1-1 0 0,-1-1 1 0 0,1 1 0 0 0,0-1-1 0 0,1 0 1 0 0,0 1-1 0 0,0-1 1 0 0,0 0-1 0 0,1 0 1 0 0,0 0-1 0 0,1-8 1 0 0,1 5 0 0 0,-1-1 1 0 0,1 1-1 0 0,1 0 1 0 0,0-1 0 0 0,1 1-1 0 0,0 1 1 0 0,0-1-1 0 0,1 0 1 0 0,0 1-1 0 0,1 0 1 0 0,12-15-1 0 0,-3 7-4 0 0,2 1 0 0 0,0 0 0 0 0,1 1 0 0 0,1 1 0 0 0,0 1 0 0 0,24-13 0 0 0,133-56 0 0 0,-68 35 0 0 0,-52 21 0 0 0,0 2 0 0 0,2 3 0 0 0,0 3 0 0 0,95-18 0 0 0,-131 32 0 0 0,148-19 0 0 0,-126 19 0 0 0,84 4 0 0 0,-77 5 0 0 0,1 3 0 0 0,-1 2 0 0 0,-1 3 0 0 0,0 1 0 0 0,-1 3 0 0 0,65 31 0 0 0,53 35 0 0 0,-125-59 0 0 0,73 53 0 0 0,-94-60 0 0 0,-1 1 0 0 0,0 0 0 0 0,-1 2 0 0 0,27 37 0 0 0,-34-40 0 0 0,-2 0 0 0 0,0 1 0 0 0,-1 0 0 0 0,0 1 0 0 0,-2 0 0 0 0,0 0 0 0 0,4 23 0 0 0,-6-18 0 0 0,-1-1 0 0 0,0 0 0 0 0,-2 1 0 0 0,-2 34 0 0 0,0-49 0 0 0,-1 0 0 0 0,0 0 0 0 0,0-1 0 0 0,-1 1 0 0 0,-1-1 0 0 0,1 1 0 0 0,-1-1 0 0 0,-1 0 0 0 0,1 0 0 0 0,-1-1 0 0 0,-1 1 0 0 0,0-1 0 0 0,0 1 0 0 0,0-2 0 0 0,-9 10 0 0 0,-3-1 0 0 0,-1-1 0 0 0,0-1 0 0 0,-31 17 0 0 0,-64 26 0 0 0,82-41 0 0 0,-156 66 0 0 0,150-68 0 0 0,0-2 0 0 0,-1-1 0 0 0,-48 6 0 0 0,-94-3-126 0 0,146-14 80 0 0,-1 0-1 0 0,1-2 1 0 0,-43-10-1 0 0,33 1-73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9:00.6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1035 965 287 0 0,'-7'0'0'0'0,"-233"-1"0"0"0,158-7 0 0 0,-99-22 0 0 0,132 18 0 0 0,1-2 0 0 0,0-2 0 0 0,-61-30 0 0 0,90 36 7 0 0,0-1 0 0 0,0-1 0 0 0,1-1-1 0 0,1-1 1 0 0,0 0 0 0 0,1-1 0 0 0,1-1-1 0 0,0-1 1 0 0,1 0 0 0 0,1 0 0 0 0,1-1-1 0 0,0-1 1 0 0,1 0 0 0 0,1-1 0 0 0,1 0-1 0 0,1-1 1 0 0,1 0 0 0 0,-9-40-1 0 0,14 52-1 0 0,1 0 0 0 0,0 0 0 0 0,1 0 0 0 0,0 0 0 0 0,1 0 0 0 0,-1 0 0 0 0,2 0 0 0 0,-1 0 0 0 0,1 0 0 0 0,1 0 0 0 0,0 0 0 0 0,6-13-1 0 0,-4 12 2 0 0,0 1 0 0 0,1 0 0 0 0,1 1 0 0 0,-1-1 0 0 0,1 1-1 0 0,1 0 1 0 0,-1 1 0 0 0,1 0 0 0 0,1 0 0 0 0,13-8-1 0 0,42-23-5 0 0,72-30 0 0 0,-71 37 0 0 0,-18 10 0 0 0,0 1 0 0 0,2 3 0 0 0,0 2 0 0 0,1 2 0 0 0,1 2 0 0 0,-1 2 0 0 0,2 3 0 0 0,-1 2 0 0 0,0 2 0 0 0,1 2 0 0 0,-1 3 0 0 0,1 2 0 0 0,-1 2 0 0 0,0 2 0 0 0,63 20 0 0 0,-44-5 0 0 0,-1 3 0 0 0,-2 3 0 0 0,103 62 0 0 0,-152-81 0 0 0,0 2 0 0 0,-1 0 0 0 0,-1 1 0 0 0,0 0 0 0 0,-1 2 0 0 0,-1 0 0 0 0,0 0 0 0 0,-1 1 0 0 0,-1 1 0 0 0,-1 0 0 0 0,0 1 0 0 0,-1 0 0 0 0,-1 0 0 0 0,9 31 0 0 0,-7-15 0 0 0,-1 0 0 0 0,-2 0 0 0 0,-1 1 0 0 0,3 63 0 0 0,-10-82 0 0 0,0 0 0 0 0,-1 0 0 0 0,0 0 0 0 0,-2-1 0 0 0,0 1 0 0 0,-1 0 0 0 0,-1-1 0 0 0,0 0 0 0 0,-1 0 0 0 0,-1-1 0 0 0,0 1 0 0 0,-14 19 0 0 0,3-9 8 0 0,-2-1 0 0 0,-1-1 0 0 0,-26 22 0 0 0,-80 56 24 0 0,92-79-20 0 0,-2-1-1 0 0,0-3 0 0 0,0 0 1 0 0,-2-3-1 0 0,-58 17 0 0 0,7-9 23 0 0,-128 17 0 0 0,128-32-43 0 0,0-3 0 0 0,-97-6-1 0 0,94-3-130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9:02.2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651 1315 311 0 0,'-31'-5'0'0'0,"3"1"0"0"0,-52-14 0 0 0,65 12 0 0 0,1-1 0 0 0,0 0 0 0 0,-19-13 0 0 0,15 9 0 0 0,-33-21 11 0 0,1-2 0 0 0,-56-50-1 0 0,81 62-4 0 0,2-2-1 0 0,0-1 0 0 0,1 0 1 0 0,1-2-1 0 0,-28-47 0 0 0,41 59 21 0 0,1 0-1 0 0,0-1 0 0 0,1 1 1 0 0,1-1-1 0 0,-5-21 0 0 0,8 24-6 0 0,1 0 0 0 0,0 1 0 0 0,0-1 0 0 0,1 0 0 0 0,1 1 0 0 0,0-1 0 0 0,5-20 0 0 0,2 5-24 0 0,0 0 0 0 0,2 1 0 0 0,1 0 0 0 0,2 1 0 0 0,0 0 0 0 0,2 1 0 0 0,0 1 0 0 0,2 0 0 0 0,1 1 0 0 0,0 1 0 0 0,2 1 0 0 0,0 1 0 0 0,2 0 0 0 0,0 2 0 0 0,45-30 0 0 0,-51 38 5 0 0,135-81 0 0 0,-122 76 0 0 0,0 1 0 0 0,1 1 0 0 0,45-12 0 0 0,294-47 0 0 0,-339 69 0 0 0,1 0 0 0 0,-1 2 0 0 0,0 2 0 0 0,33 4 0 0 0,-43-2 0 0 0,-1 1 0 0 0,1 1 0 0 0,-1 0 0 0 0,0 2 0 0 0,0 0 0 0 0,-1 1 0 0 0,20 12 0 0 0,-21-10 0 0 0,-1 1 0 0 0,0 0 0 0 0,-1 2 0 0 0,0-1 0 0 0,-1 2 0 0 0,13 16 0 0 0,-18-20 0 0 0,-2 0 0 0 0,1 1 0 0 0,-2 1 0 0 0,1-1 0 0 0,-1 1 0 0 0,-1 0 0 0 0,0 0 0 0 0,-1 1 0 0 0,5 24 0 0 0,-6-12 0 0 0,0 0 0 0 0,-2 0 0 0 0,-1 1 0 0 0,-1-1 0 0 0,-1 0 0 0 0,-1 0 0 0 0,-2 0 0 0 0,0-1 0 0 0,-12 34 0 0 0,14-49 0 0 0,-1-1 0 0 0,0 1 0 0 0,0-1 0 0 0,-1 0 0 0 0,0 0 0 0 0,0 0 0 0 0,-1 0 0 0 0,0-1 0 0 0,-12 11 0 0 0,10-11 0 0 0,-1 0 0 0 0,0-1 0 0 0,-1 0 0 0 0,1-1 0 0 0,-1 0 0 0 0,0 0 0 0 0,0-1 0 0 0,-12 3 0 0 0,-51 12 0 0 0,-127 15 0 0 0,189-32-42 0 0,3-1-8 0 0,-1 0-1 0 0,0 0 1 0 0,0-1 0 0 0,1 0 0 0 0,-11-1-1 0 0,8-1-21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09:59:05.5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551 922 24 0 0,'-6'3'12'0'0,"-1"0"0"0"0,0 0 0 0 0,0-1 0 0 0,0 0 0 0 0,0 0 1 0 0,0-1-1 0 0,0 0 0 0 0,-1 0 0 0 0,1 0 0 0 0,0-1 1 0 0,-1 0-1 0 0,-11-2 0 0 0,-6-2 19 0 0,0-1-1 0 0,-31-11 1 0 0,36 9-8 0 0,-1 0-1 0 0,2-2 1 0 0,-1 0 0 0 0,1-2-1 0 0,1 0 1 0 0,0-1 0 0 0,1 0-1 0 0,0-2 1 0 0,1 0 0 0 0,0-1-1 0 0,-24-30 1 0 0,28 30 4 0 0,0-2 1 0 0,2 0-1 0 0,0 0 1 0 0,1 0-1 0 0,1-1 1 0 0,0-1-1 0 0,1 1 1 0 0,1-1-1 0 0,1 0 1 0 0,1-1-1 0 0,1 1 1 0 0,-2-39-1 0 0,5 24-6 0 0,1 1 0 0 0,2-1 0 0 0,10-47 0 0 0,-10 65-15 0 0,1 1 0 0 0,1 0 0 0 0,0 0 0 0 0,1 1 0 0 0,1-1 0 0 0,0 1 0 0 0,1 1 0 0 0,0 0 0 0 0,17-21 0 0 0,-15 24-6 0 0,1 1 0 0 0,-1 0 0 0 0,2 0 0 0 0,-1 1 0 0 0,1 1 0 0 0,0 0 0 0 0,25-10 0 0 0,-8 6 0 0 0,1 1 0 0 0,44-9 0 0 0,-51 15 0 0 0,0 0 0 0 0,0 2 0 0 0,0 0 0 0 0,0 1 0 0 0,0 2 0 0 0,0 0 0 0 0,0 1 0 0 0,0 2 0 0 0,0 0 0 0 0,-1 2 0 0 0,1 0 0 0 0,-1 1 0 0 0,-1 2 0 0 0,1 0 0 0 0,-2 1 0 0 0,30 19 0 0 0,-32-17 0 0 0,0 1 0 0 0,-2 1 0 0 0,0 0 0 0 0,15 17 0 0 0,-22-20 0 0 0,-1-1 0 0 0,-1 1 0 0 0,0 0 0 0 0,0 0 0 0 0,-1 1 0 0 0,0 0 0 0 0,7 24 0 0 0,-5 0 0 0 0,0 0 0 0 0,-3 1 0 0 0,-1 0 0 0 0,-2 0 0 0 0,-4 65 0 0 0,2-94-2 0 0,-1 1-1 0 0,0 0 0 0 0,0-1 1 0 0,-1 1-1 0 0,0-1 0 0 0,-6 16 1 0 0,6-20 0 0 0,0-1-1 0 0,-1 1 1 0 0,1 0 0 0 0,-1-1 0 0 0,0 1 0 0 0,0-1 0 0 0,0 0-1 0 0,0 0 1 0 0,-1 0 0 0 0,1 0 0 0 0,-1-1 0 0 0,1 1 0 0 0,-1-1-1 0 0,0 0 1 0 0,-5 2 0 0 0,-4 1-45 0 0,1-1 0 0 0,-1-1 0 0 0,0 0 0 0 0,-20 3 0 0 0,5-4-25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0.5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0 199 0 0,'-6'29'0'0'0,"5"4"46"0"0,1-19-13 0 0,-1 1 0 0 0,2-1 1 0 0,0 0-1 0 0,0 0 0 0 0,6 22 1 0 0,37 140 195 0 0,5 14-146 0 0,-37-153-78 0 0,2-1-1 0 0,1 0 1 0 0,21 37-1 0 0,31 32-4 0 0,-54-88 0 0 0,0-2 0 0 0,0 0 0 0 0,2 0 0 0 0,17 13 0 0 0,89 77 0 0 0,-109-94 0 0 0,1 0 0 0 0,0-2 0 0 0,1 1 0 0 0,-1-2 0 0 0,2 1 0 0 0,-1-2 0 0 0,1 0 0 0 0,0-1 0 0 0,18 5 0 0 0,-11-5 0 0 0,1-1 0 0 0,0-1 0 0 0,0-1 0 0 0,0-1 0 0 0,27-1 0 0 0,-40-1 6 0 0,0-1-1 0 0,0 0 0 0 0,0-1 0 0 0,0 0 0 0 0,0-1 1 0 0,0 0-1 0 0,16-8 0 0 0,-3-1 12 0 0,37-27 0 0 0,-58 38-18 0 0,27-16 30 0 0,1 1 0 0 0,0 1 0 0 0,64-20 0 0 0,27-13-17 0 0,-114 44-8 0 0,1 0 1 0 0,-1-1-1 0 0,0 0 0 0 0,-1 0 1 0 0,1-1-1 0 0,-1 1 0 0 0,0-1 0 0 0,-1-1 1 0 0,0 1-1 0 0,1-1 0 0 0,-2 0 1 0 0,1 0-1 0 0,-1-1 0 0 0,3-8 0 0 0,5-13 10 0 0,-2 0 1 0 0,10-47-1 0 0,-10 34-4 0 0,4-10-2 0 0,21-95 63 0 0,-30 121-59 0 0,-2 0 1 0 0,0 0-1 0 0,-3-47 0 0 0,-1 61-16 0 0,-10-86-237 0 0,9 87 202 0 0,0 0 0 0 0,-1 1-1 0 0,-1-1 1 0 0,0 1 0 0 0,0 0 0 0 0,-11-18-1 0 0,1 12-240 0 0,6 9 176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1.1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210 1 79 0 0,'1'2'2'0'0,"-1"-1"0"0"0,1 1-1 0 0,-1-1 1 0 0,1 1 0 0 0,-1 0-1 0 0,1 0 1 0 0,-1-1-1 0 0,0 1 1 0 0,0 0 0 0 0,0 0-1 0 0,0 3 1 0 0,-4 23 36 0 0,2-16-20 0 0,-5 35 39 0 0,-14 160 74 0 0,21-203-131 0 0,-2 55 0 0 0,-2-1 0 0 0,-22 111 0 0 0,-14 28-4 0 0,-1 2 62 0 0,26-142-35 0 0,3 1 0 0 0,3 0 0 0 0,2 1 0 0 0,2 0 0 0 0,6 101 0 0 0,-1-156-23 0 0,2 45 0 0 0,-2-45 0 0 0,0-1 0 0 0,0 1 0 0 0,-1-1 0 0 0,0 1 0 0 0,0-1 0 0 0,0 0 0 0 0,0 1 0 0 0,0-1 0 0 0,0 0 0 0 0,-1 1 0 0 0,-2 2 0 0 0,4-6 0 0 0,0 0 0 0 0,0 0 0 0 0,0 0 0 0 0,-1 1-1 0 0,1-1 1 0 0,0 0 0 0 0,0 0 0 0 0,-1 0 0 0 0,1 0-1 0 0,0 0 1 0 0,0 0 0 0 0,-1 0 0 0 0,1 0-1 0 0,0 0 1 0 0,0 0 0 0 0,0 0 0 0 0,-1 0 0 0 0,1 0-1 0 0,0 0 1 0 0,0 0 0 0 0,-1 0 0 0 0,1-1 0 0 0,0 1-1 0 0,0 0 1 0 0,-1 0 0 0 0,1 0 0 0 0,0 0-1 0 0,0 0 1 0 0,0 0 0 0 0,0-1 0 0 0,-1 1 0 0 0,1 0-1 0 0,0 0 1 0 0,0 0 0 0 0,0 0 0 0 0,0-1 0 0 0,0 1-1 0 0,-1 0 1 0 0,1 0 0 0 0,0 0 0 0 0,0-1-1 0 0,0 1 1 0 0,0 0 0 0 0,0 0 0 0 0,0-1 0 0 0,0 1-1 0 0,0 0 1 0 0,0 0 0 0 0,0-1 0 0 0,0 1 0 0 0,0 0-1 0 0,0 0 1 0 0,0-1 0 0 0,0 1 0 0 0,0 0-1 0 0,-1-5-59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1.9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1 142 55 0 0,'42'-98'64'0'0,"-34"84"-15"0"0,-5 11-35 0 0,-1-1 0 0 0,1 0-1 0 0,-1 0 1 0 0,2-6 0 0 0,-4 10-11 0 0,0 0 0 0 0,1-1 0 0 0,-1 1 1 0 0,0 0-1 0 0,0 0 0 0 0,0 0 0 0 0,0 0 0 0 0,0 0 1 0 0,0-1-1 0 0,0 1 0 0 0,0 0 0 0 0,-1 0 0 0 0,1 0 1 0 0,0 0-1 0 0,0 0 0 0 0,0-1 0 0 0,0 1 0 0 0,0 0 0 0 0,0 0 1 0 0,0 0-1 0 0,0 0 0 0 0,0 0 0 0 0,0 0 0 0 0,0 0 1 0 0,0-1-1 0 0,0 1 0 0 0,-1 0 0 0 0,1 0 0 0 0,0 0 1 0 0,0 0-1 0 0,0 0 0 0 0,0 0 0 0 0,0 0 0 0 0,0 0 1 0 0,-1 0-1 0 0,1 0 0 0 0,0 0 0 0 0,0 0 0 0 0,0 0 0 0 0,0 0 1 0 0,-1 0 35 0 0,4 2-1 0 0,35 11 27 0 0,44 14-56 0 0,-16-13 7 0 0,0-3 0 0 0,0-3 0 0 0,74 1 0 0 0,136 10 41 0 0,-203-12-50 0 0,178-4-7 0 0,-183-5 0 0 0,174-15 0 0 0,33 4 41 0 0,-83 6-18 0 0,20 6-23 0 0,-102 2 0 0 0,13-8 64 0 0,-115 5-154 0 0,-20 1-68 0 0,0 0 30 0 0,2 0 64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2.4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 24 0 0,'4'1'22'0'0,"1"0"1"0"0,-1 0-1 0 0,1 0 1 0 0,-1 0 0 0 0,1-1-1 0 0,0 0 1 0 0,5 0 0 0 0,32 1 22 0 0,-6 0-21 0 0,0-2-1 0 0,-1-1 0 0 0,41-8 0 0 0,-35 3-23 0 0,-40 8-13 0 0,-2-1-54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3.1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27 55 0 0,'18'-1'0'0'0,"-6"-1"0"0"0,1 0 0 0 0,-3 0 0 0 0,-3 1 0 0 0,-1 1 0 0 0,1-1 0 0 0,7-2 0 0 0,7 2 0 0 0,7 0 0 0 0,3 0 0 0 0,-2 1 0 0 0,-4-1 0 0 0,-5 0 0 0 0,-3 0 0 0 0,-3-1 0 0 0,-4-2 0 0 0,-3 1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0:53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 1 143 0 0,'-3'61'97'0'0,"-22"117"-1"0"0,15-121-93 0 0,2 1-1 0 0,-2 89 0 0 0,18-50-14 0 0,-7-88-48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0:04.0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1 370 24 0 0,'0'0'1'0'0,"0"-1"1"0"0,1 1 0 0 0,-1-1 0 0 0,0 1 0 0 0,1-1-1 0 0,-1 1 1 0 0,0-1 0 0 0,1 1 0 0 0,-1-1 0 0 0,0 1 0 0 0,1-1-1 0 0,-1 1 1 0 0,1 0 0 0 0,-1-1 0 0 0,1 1 0 0 0,-1 0 0 0 0,1 0-1 0 0,-1-1 1 0 0,1 1 0 0 0,-1 0 0 0 0,1 0 0 0 0,-1 0-1 0 0,1-1 1 0 0,0 1 0 0 0,0 0 0 0 0,22-3 129 0 0,-14 2-134 0 0,58-13 3 0 0,1 3 0 0 0,1 2 0 0 0,117 3 0 0 0,199 1 64 0 0,-367 4-64 0 0,186-1 0 0 0,72-3 0 0 0,132-11 0 0 0,-190 9 18 0 0,20-1 18 0 0,-76 8-25 0 0,150-2-12 0 0,-91-1 0 0 0,84-3 56 0 0,-106 0-43 0 0,158-9-14 0 0,411-13 46 0 0,-309 16-24 0 0,232-10-20 0 0,-230 21 0 0 0,-234 2 0 0 0,254 3 0 0 0,84-1 0 0 0,197-19 0 0 0,-646 10 0 0 0,1195-65 0 0 0,-344 22 0 0 0,-696 37 0 0 0,661-13 0 0 0,-694 20 0 0 0,293 4 0 0 0,-144 1 0 0 0,491 12 0 0 0,-302-2 0 0 0,381-11 0 0 0,-731 0 0 0 0,83-1 0 0 0,314 6 0 0 0,-605-4-11 0 0,50 4-36 0 0,-61-3 31 0 0,0 0 0 0 0,1 1 1 0 0,-1-1-1 0 0,0 2 0 0 0,0-1 0 0 0,10 5 0 0 0,-11-4-71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1:27.8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57 24 0 0,'3'-8'0'0'0,"0"-1"0"0"0,0 1 0 0 0,1-1 0 0 0,6-10 0 0 0,-9 19 5 0 0,-1 0 0 0 0,1-1 0 0 0,0 1 0 0 0,-1-1 1 0 0,1 1-1 0 0,-1 0 0 0 0,1-1 0 0 0,0 1 0 0 0,-1 0 1 0 0,1 0-1 0 0,0 0 0 0 0,-1-1 0 0 0,1 1 0 0 0,0 0 1 0 0,0 0-1 0 0,-1 0 0 0 0,1 0 0 0 0,0 0 1 0 0,-1 0-1 0 0,1 0 0 0 0,0 0 0 0 0,0 1 0 0 0,-1-1 1 0 0,1 0-1 0 0,0 0 0 0 0,-1 1 0 0 0,1-1 0 0 0,-1 0 1 0 0,2 1-1 0 0,0 0-7 0 0,0 0 1 0 0,0 0-1 0 0,0 0 1 0 0,0 1-1 0 0,-1-1 1 0 0,1 1-1 0 0,3 2 0 0 0,-3 0 2 0 0,0 0 0 0 0,0 0 0 0 0,0 1 0 0 0,0-1 0 0 0,0 0 0 0 0,-1 1 0 0 0,0-1 0 0 0,0 1 0 0 0,0-1 0 0 0,0 8 0 0 0,0 6 0 0 0,-3 25 0 0 0,1-25 0 0 0,-3 71 7 0 0,-3 29 22 0 0,11 128-1 0 0,49 69-28 0 0,-16-125 0 0 0,-19-42 0 0 0,-17-123 0 0 0,-1 0 0 0 0,-1 0 0 0 0,-8 47 0 0 0,-47 163 46 0 0,24-110-28 0 0,15-63-18 0 0,-26 60 0 0 0,35-100 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1:28.5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222 140 79 0 0,'-113'-13'0'0'0,"92"11"7"0"0,-62-3 50 0 0,83 5-57 0 0,0 0 0 0 0,0-1 0 0 0,0 1 0 0 0,-1 0 0 0 0,1 0 0 0 0,0 0 0 0 0,0 0 0 0 0,0 0 0 0 0,0 0 0 0 0,0 0 0 0 0,0 0 0 0 0,-1 0 0 0 0,1 0 0 0 0,0 0 0 0 0,0 0 0 0 0,0 0 0 0 0,0 0 0 0 0,0 0 0 0 0,-1 0 0 0 0,1 0 0 0 0,0 1 0 0 0,0-1 0 0 0,0 0 0 0 0,0 0 0 0 0,0 0 0 0 0,0 0 0 0 0,0 0 0 0 0,-1 0 0 0 0,1 0 0 0 0,0 0 0 0 0,0 0 0 0 0,0 0 0 0 0,0 1 0 0 0,0-1 0 0 0,0 0 0 0 0,0 0 0 0 0,0 0 0 0 0,0 0 0 0 0,0 0 0 0 0,0 0 0 0 0,0 1 0 0 0,0-1 0 0 0,0 0 0 0 0,-1 0 0 0 0,1 0 0 0 0,0 0 0 0 0,0 0 0 0 0,0 0 0 0 0,0 1 0 0 0,0-1 0 0 0,1 0 0 0 0,-1 0 0 0 0,7 8 0 0 0,12 7 0 0 0,2-2 4 0 0,0-2 0 0 0,0 0-1 0 0,1-2 1 0 0,0 0-1 0 0,1-1 1 0 0,0-2-1 0 0,0 0 1 0 0,44 4-1 0 0,-12-6 8 0 0,-1-2 0 0 0,99-9-1 0 0,66-6-10 0 0,20-2 0 0 0,180-12 0 0 0,-188 10 0 0 0,-20 0 0 0 0,-64 15 0 0 0,70-4 0 0 0,-169 2 0 0 0,129-7 0 0 0,-76 11 0 0 0,161-4 0 0 0,256-14 0 0 0,-330 9 0 0 0,25 0 0 0 0,-143 9 6 0 0,143-3 42 0 0,186-7-38 0 0,-112 4-10 0 0,-44 0 0 0 0,227-4 0 0 0,-122 2 0 0 0,-178 1 0 0 0,55 0 0 0 0,-147 8 0 0 0,224-2 0 0 0,-18 2 0 0 0,19 0 0 0 0,37-7 0 0 0,-97-2 0 0 0,19 1 0 0 0,-189 10 0 0 0,260 4 0 0 0,-289-5 0 0 0,1 1 0 0 0,44 10 0 0 0,86 25 0 0 0,-69-14 0 0 0,-54-11 0 0 0,-47-11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1:28.7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 68 143 0 0,'-9'-1'0'0'0,"4"-2"0"0"0,-1 0 0 0 0,3 0 0 0 0,0 2 0 0 0,1 1 0 0 0,1-2 0 0 0,-4-1 0 0 0,1-1 0 0 0,-2-2 0 0 0,-2-2 64 0 0,1 2-64 0 0,0-1 0 0 0,2 0 0 0 0,1 2 0 0 0,-1-1 0 0 0,2 3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12.1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0 113 24 0 0,'21'-8'31'0'0,"0"1"1"0"0,1 1-1 0 0,-1 1 1 0 0,27-3-1 0 0,88-2-13 0 0,3 7-18 0 0,99-8 11 0 0,-152 3 7 0 0,0 3 0 0 0,90 8-1 0 0,-83-4-17 0 0,126-16 0 0 0,-178 12 0 0 0,211 1 35 0 0,-21 1-6 0 0,-175-2-29 0 0,110-5 0 0 0,-32 15 0 0 0,134-2 0 0 0,-173-7 27 0 0,98 11 0 0 0,-177-6-24 0 0,70 6 1 0 0,109-5-1 0 0,153-7-3 0 0,-75 5 0 0 0,-194-4 0 0 0,0 3 0 0 0,93 12 0 0 0,40 5-73 0 0,-170-16 58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2.2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1 134 199 0 0,'39'-12'0'0'0,"1"3"0"0"0,68-9 0 0 0,204-18 0 0 0,337-13 64 0 0,-258 40-65 0 0,-220 8 13 0 0,232 12 41 0 0,-207-4-53 0 0,87 3 0 0 0,243 7 0 0 0,-270-12 0 0 0,569 14 0 0 0,295 4 0 0 0,-589-10 0 0 0,736 14 0 0 0,-528-9 0 0 0,-303-4 0 0 0,65 0 0 0 0,-17-2 25 0 0,194 1 14 0 0,-630-12-38 0 0,1296 0 52 0 0,-144-2-43 0 0,1536 46 118 0 0,-1308-7-128 0 0,-762-12 0 0 0,-526-21 0 0 0,146 9 0 0 0,-7-2 0 0 0,54 4 0 0 0,-224-10 0 0 0,73 10 0 0 0,-147-7-73 0 0,-25-5 58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2.4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12 179 775 0 0,'0'-51'0'0'0,"-1"17"0"0"0,-1 8 0 0 0,2 8 64 0 0,0 12-64 0 0,0 3 0 0 0,-1 1 0 0 0,1-5 0 0 0,-2-2 0 0 0,1-1 0 0 0,-4-2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0.8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480 284 55 0 0,'-10'-15'0'0'0,"-1"0"0"0"0,-1 1 0 0 0,0 0 0 0 0,-1 1 0 0 0,-1 0 0 0 0,-29-21 0 0 0,-2 3 0 0 0,8 4 0 0 0,-1 3 0 0 0,-65-33 0 0 0,88 52 0 0 0,-1 0 0 0 0,0 1 0 0 0,0 0 0 0 0,-28-1 0 0 0,10 1 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1.4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2025 2362 111 0 0,'-245'40'0'0'0,"206"-35"0"0"0,-26 4 12 0 0,0-3 0 0 0,-1-4-1 0 0,0-2 1 0 0,0-2 0 0 0,1-4-1 0 0,0-3 1 0 0,0-2 0 0 0,0-4-1 0 0,2-2 1 0 0,-85-34-1 0 0,20-1-2 0 0,-91-39 25 0 0,174 69-27 0 0,1-2 0 0 0,-70-49 0 0 0,96 59-5 0 0,-1-1-1 0 0,2-1 0 0 0,0-1 1 0 0,1-1-1 0 0,1 0 0 0 0,0-1 1 0 0,-15-26-1 0 0,-18-38 28 0 0,4-2 1 0 0,4-2-1 0 0,-43-136 0 0 0,74 187-22 0 0,1-1 0 0 0,3 0-1 0 0,1-1 1 0 0,1 1 0 0 0,2-1-1 0 0,2 1 1 0 0,10-67 0 0 0,-7 84-5 0 0,0 0 0 0 0,1 0 0 0 0,1 0 0 0 0,1 0-1 0 0,11-21 1 0 0,-4 15-2 0 0,2 0 0 0 0,0 1 0 0 0,20-23-1 0 0,69-93 12 0 0,54-65 23 0 0,-139 183-32 0 0,2 2 1 0 0,0 0 0 0 0,2 1 0 0 0,0 1 0 0 0,1 2 0 0 0,39-22-1 0 0,-2 12-2 0 0,104-32 0 0 0,-22 10 0 0 0,-85 25 0 0 0,-11 5 0 0 0,65-18 0 0 0,-15 16 0 0 0,159-11 0 0 0,-205 28 0 0 0,0 2 0 0 0,0 3 0 0 0,0 1 0 0 0,81 15 0 0 0,-98-9 0 0 0,0 1 0 0 0,-1 1 0 0 0,0 2 0 0 0,-1 2 0 0 0,0 1 0 0 0,-1 1 0 0 0,42 29 0 0 0,-68-41 0 0 0,30 21 0 0 0,43 38 0 0 0,-68-53 0 0 0,-1 1 0 0 0,1 0 0 0 0,-2 1 0 0 0,0 0 0 0 0,0 1 0 0 0,-1 0 0 0 0,10 22 0 0 0,-8-8 0 0 0,0 1 0 0 0,-2 0 0 0 0,-1 0 0 0 0,4 43 0 0 0,-5-13 0 0 0,-4 72 0 0 0,-4-75 7 0 0,-15 77 0 0 0,-20 51 21 0 0,20-104-16 0 0,-13 45-7 0 0,-76 198 0 0 0,51-155-5 0 0,-11 27 0 0 0,58-176-19 0 0,-1 1-1 0 0,0-1 0 0 0,-1-1 1 0 0,-1 1-1 0 0,-1-2 0 0 0,0 0 0 0 0,-1 0 1 0 0,-1-1-1 0 0,-23 20 0 0 0,12-17-87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4.0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1 282 167 0 0,'16'-10'4'0'0,"1"0"0"0"0,0 1 0 0 0,1 1 0 0 0,0 1 0 0 0,0 0 0 0 0,28-5 0 0 0,117-15 31 0 0,-131 23-34 0 0,63-8-1 0 0,358-31 0 0 0,-319 42 18 0 0,122-5 28 0 0,2-8-46 0 0,196-19 0 0 0,-209 9 0 0 0,64-8 0 0 0,-205 22 0 0 0,123 5 0 0 0,-5 0 0 0 0,-199 4 0 0 0,0 0 0 0 0,1 1 0 0 0,-1 1 0 0 0,0 1 0 0 0,0 1 0 0 0,43 12 0 0 0,-46-9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4.5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63 294 143 0 0,'-31'-72'0'0'0,"21"51"5"0"0,-6-17 37 0 0,14 35-35 0 0,1 0-1 0 0,1 0 0 0 0,-1 0 1 0 0,0-1-1 0 0,1 1 1 0 0,0 0-1 0 0,0 0 1 0 0,0 0-1 0 0,0 0 0 0 0,0-4 1 0 0,1 6-7 0 0,-1 0 1 0 0,1 0 0 0 0,0 0-1 0 0,-1 0 1 0 0,1 0 0 0 0,0 0-1 0 0,0 0 1 0 0,-1 0 0 0 0,1 0-1 0 0,0 0 1 0 0,0 1 0 0 0,0-1-1 0 0,0 0 1 0 0,0 1 0 0 0,0-1-1 0 0,0 1 1 0 0,2-2 0 0 0,23-7-3 0 0,-20 7 2 0 0,70-20 13 0 0,1 3 0 0 0,2 4 0 0 0,-1 3 0 0 0,138-3-1 0 0,-72 8-12 0 0,58 0 0 0 0,0 15 0 0 0,128 29 0 0 0,-321-36-2 0 0,15 2 4 0 0,0 1 0 0 0,1 0 0 0 0,22 9 1 0 0,-41-11-7 0 0,-1 0 0 0 0,1 0 0 0 0,-1 0 0 0 0,0 1 1 0 0,0-1-1 0 0,0 1 0 0 0,-1 1 0 0 0,1-1 0 0 0,0 1 0 0 0,-1-1 1 0 0,0 1-1 0 0,0 0 0 0 0,0 1 0 0 0,-1-1 0 0 0,1 1 0 0 0,-1 0 1 0 0,0-1-1 0 0,4 11 0 0 0,-2 1-10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2:27.4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7 231 143 0 0,'-1'-1'0'0'0,"1"0"0"0"0,-1 1 0 0 0,0-1 0 0 0,1 0 0 0 0,-1 1 0 0 0,1-1 0 0 0,0 0 0 0 0,-1 0 0 0 0,1 0 0 0 0,0 1 0 0 0,-1-1 0 0 0,1 0 0 0 0,0 0 0 0 0,0 0 0 0 0,0 0 0 0 0,0 0 0 0 0,0 1 0 0 0,0-1 0 0 0,0 0 0 0 0,0 0 0 0 0,0 0 0 0 0,0 0 0 0 0,0 0 0 0 0,0 0 0 0 0,1 1 0 0 0,-1-1 0 0 0,0 0 0 0 0,1 0 0 0 0,-1 0 0 0 0,0 1 0 0 0,1-1 0 0 0,-1 0 0 0 0,1 1 0 0 0,0-1 0 0 0,-1 0 0 0 0,1 1 0 0 0,1-2 0 0 0,1-1 0 0 0,1-1 0 0 0,0 1 0 0 0,0 0 0 0 0,0 0 0 0 0,7-3 0 0 0,24-10 7 0 0,1 1 0 0 0,1 1-1 0 0,0 3 1 0 0,1 0 0 0 0,0 3-1 0 0,0 1 1 0 0,48-2 0 0 0,181-32 3 0 0,-215 30-10 0 0,0 3 0 0 0,100-2 0 0 0,154 0 0 0 0,-237 4 27 0 0,109 5 0 0 0,-94 7-17 0 0,190 6-10 0 0,-167-15 0 0 0,107 11 0 0 0,-146 0-4 0 0,-7-1 27 0 0,0-2 0 0 0,79-3-1 0 0,-107-5-22 0 0,0 1 0 0 0,0 2 0 0 0,0 1 0 0 0,56 9 0 0 0,226 79 0 0 0,-297-84 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38:17.6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3631 2730 255 0 0,'-6'-10'1'0'0,"0"-1"6"0"0,0 1 1 0 0,-10-12-1 0 0,14 19-5 0 0,0 1 0 0 0,0-1 0 0 0,-1 1 0 0 0,1 0 1 0 0,-1 0-1 0 0,0 0 0 0 0,1 0 0 0 0,-1 0 1 0 0,0 1-1 0 0,0-1 0 0 0,0 1 0 0 0,0 0 1 0 0,-4-2-1 0 0,-119-26 9 0 0,-176-34-12 0 0,-262 4 65 0 0,-96 17 0 0 0,338-3-59 0 0,1-21 52 0 0,312 64-55 0 0,-82-20-2 0 0,2-3 0 0 0,1-4 0 0 0,2-4 0 0 0,1-4 0 0 0,-89-53 0 0 0,-39-39-4 0 0,13-18 68 0 0,174 125-32 0 0,1-2 0 0 0,-42-50-1 0 0,55 58-38 0 0,1 0-1 0 0,0-1 0 0 0,1 0 1 0 0,1-1-1 0 0,1 0 0 0 0,-8-26 1 0 0,8 19 6 0 0,1 0 0 0 0,2-1 0 0 0,1 1 0 0 0,0-1 0 0 0,2 0 0 0 0,1 0 0 0 0,1-1 0 0 0,1 1 0 0 0,2 0 0 0 0,0 0 0 0 0,2 1 0 0 0,1-1 0 0 0,16-44 0 0 0,0 18 1 0 0,2 2 0 0 0,3 0 0 0 0,1 2 0 0 0,40-50 0 0 0,-42 65 0 0 0,2 1 0 0 0,1 2 0 0 0,1 0 0 0 0,2 3 0 0 0,0 0 0 0 0,42-25 0 0 0,341-172 0 0 0,-341 187 0 0 0,293-128 0 0 0,-260 125 0 0 0,172-39 0 0 0,-111 47 0 0 0,319-22 0 0 0,192 59 0 0 0,-543 8 0 0 0,-1 5 0 0 0,261 70 0 0 0,-342-70 0 0 0,-1 2 0 0 0,-1 2 0 0 0,-1 2 0 0 0,-1 3 0 0 0,61 43 0 0 0,154 133 0 0 0,-232-174 0 0 0,-2 2 0 0 0,-1 2 0 0 0,-1 0 0 0 0,-2 2 0 0 0,35 59 0 0 0,-35-43 0 0 0,29 78 0 0 0,9 61 0 0 0,-55-159 0 0 0,8 30 0 0 0,-3 1 0 0 0,-2 0 0 0 0,-3 1 0 0 0,-3 0 0 0 0,-3 1 0 0 0,-6 112 0 0 0,-1-142 0 0 0,-3 1 0 0 0,0-1 0 0 0,-2 0 0 0 0,-19 49 0 0 0,-66 121 0 0 0,71-164 0 0 0,-3-1 0 0 0,-1-1 0 0 0,-2-1 0 0 0,-1-2 0 0 0,-2-1 0 0 0,-51 44 0 0 0,-8-4 0 0 0,-132 83 0 0 0,139-103 0 0 0,-124 58 0 0 0,164-93 0 0 0,-1-1 0 0 0,0-3 0 0 0,-2-1 0 0 0,1-3 0 0 0,-51 7 0 0 0,-104 1-21 0 0,146-15-11 0 0,-26 2 21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4:56.7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0 284 167 0 0,'18'-7'0'0'0,"-1"2"0"0"0,1 0 0 0 0,24-3 0 0 0,56-2 0 0 0,-31 4 0 0 0,62-9 0 0 0,70-7 0 0 0,-130 19 0 0 0,86 8 0 0 0,48-1 0 0 0,-80-7 0 0 0,125 14 0 0 0,68-7 0 0 0,-287-5 0 0 0,208 13 0 0 0,-24-1 0 0 0,-133-11 0 0 0,195 4 0 0 0,25-3 0 0 0,46-17 0 0 0,-273 13 0 0 0,193-24 0 0 0,-82 5 0 0 0,282-21 64 0 0,-229 22-64 0 0,63-6 0 0 0,54-4 0 0 0,17-1 0 0 0,-204 18 0 0 0,-37 5 0 0 0,-79 3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4:56.8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1 23 0 0,'-11'4'0'0'0,"3"-2"0"0"0,-1 1 0 0 0,1 0 0 0 0,4 0 0 0 0,-2-2 0 0 0,-2 2 0 0 0,-3 0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01.1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83 273 24 0 0,'-30'1'-2'0'0,"27"-1"10"0"0,0 0 0 0 0,1 0 0 0 0,-1-1 0 0 0,0 2 0 0 0,0-1 0 0 0,0 0-1 0 0,0 0 1 0 0,0 1 0 0 0,0 0 0 0 0,1 0 0 0 0,-1-1 0 0 0,0 1 0 0 0,1 1 0 0 0,-6 2 0 0 0,8-4-8 0 0,-1 0 1 0 0,1 1-1 0 0,-1-1 0 0 0,1 1 1 0 0,0-1-1 0 0,-1 0 0 0 0,1 1 1 0 0,0-1-1 0 0,-1 1 1 0 0,1-1-1 0 0,0 1 0 0 0,0-1 1 0 0,-1 1-1 0 0,1-1 0 0 0,0 1 1 0 0,0-1-1 0 0,0 1 1 0 0,0-1-1 0 0,0 1 0 0 0,-1 0 1 0 0,1-1-1 0 0,0 1 0 0 0,0-1 1 0 0,1 1-1 0 0,-1-1 0 0 0,0 1 1 0 0,0 1-1 0 0,1-1 0 0 0,0 1 0 0 0,-1-1 0 0 0,1 0 1 0 0,0 0-1 0 0,0 1 0 0 0,-1-1 0 0 0,1 0 0 0 0,2 2 0 0 0,1 1 0 0 0,0-1 0 0 0,1 0 0 0 0,-1 1 0 0 0,8 3-1 0 0,-6-5 3 0 0,-1 1 0 0 0,1-1 0 0 0,0 0 0 0 0,0 0 0 0 0,1-1-1 0 0,-1 0 1 0 0,0 0 0 0 0,0 0 0 0 0,1-1 0 0 0,-1 0 0 0 0,8-1-1 0 0,-10 1 2 0 0,0-1-1 0 0,0 0 0 0 0,1 0 1 0 0,-1 0-1 0 0,0-1 0 0 0,0 1 1 0 0,0-1-1 0 0,-1 0 0 0 0,1 0 1 0 0,0 0-1 0 0,-1-1 0 0 0,1 1 1 0 0,-1-1-1 0 0,0 0 0 0 0,0 0 1 0 0,0 0-1 0 0,4-5 0 0 0,4-9 12 0 0,-1 0 0 0 0,-1-1 0 0 0,0 0 0 0 0,-1 0 0 0 0,9-36 0 0 0,15-100 29 0 0,-31 144-42 0 0,7 105-1 0 0,-2-15 0 0 0,1 55 0 0 0,4 67 0 0 0,-4-109 0 0 0,-7-82-1 0 0,0 0-1 0 0,0 1 0 0 0,-1-1 1 0 0,-1 0-1 0 0,0 0 0 0 0,-6 21 0 0 0,3-20-58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01.3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79 0 0,'6'4'13'0'0,"1"0"-1"0"0,-1 0 1 0 0,1 0-1 0 0,0 0 0 0 0,1-1 1 0 0,-1-1-1 0 0,0 1 1 0 0,11 1-1 0 0,-13-2-6 0 0,34 5 7 0 0,19-4-16 0 0,-52-3 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02.0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19 24 0 0,'-3'3'16'0'0,"1"1"1"0"0,0 0-1 0 0,0-1 1 0 0,0 1-1 0 0,-1 5 1 0 0,-1 1 14 0 0,-3 4-24 0 0,-22 56 0 0 0,26-61-7 0 0,0 1 0 0 0,0-1 0 0 0,1 1 0 0 0,1 0 0 0 0,-1 15-1 0 0,2-23 2 0 0,0-1-1 0 0,0 0 0 0 0,0 1 1 0 0,0-1-1 0 0,0 0 0 0 0,1 1 0 0 0,-1-1 1 0 0,1 0-1 0 0,-1 1 0 0 0,1-1 1 0 0,-1 0-1 0 0,1 0 0 0 0,0 1 0 0 0,1 1 1 0 0,-1-2-2 0 0,1 0 1 0 0,-1 1-1 0 0,1-1 1 0 0,0 0-1 0 0,-1 0 0 0 0,1 0 1 0 0,0 0-1 0 0,-1-1 1 0 0,1 1-1 0 0,0 0 1 0 0,0-1-1 0 0,0 0 0 0 0,0 1 1 0 0,-1-1-1 0 0,4 0 1 0 0,0 1 5 0 0,0-1 0 0 0,0-1 1 0 0,0 1-1 0 0,0-1 0 0 0,0 0 0 0 0,0 0 1 0 0,-1 0-1 0 0,1-1 0 0 0,0 1 1 0 0,4-3-1 0 0,4-5-2 0 0,-1 1 0 0 0,0-1 0 0 0,0-1 0 0 0,0 0 0 0 0,17-21 1 0 0,43-65 47 0 0,-53 69-47 0 0,-18 27-4 0 0,19-25 0 0 0,-19 24 0 0 0,-1 0 0 0 0,1 1 0 0 0,0-1 0 0 0,0 0 0 0 0,0 0 0 0 0,0 1 0 0 0,0-1 0 0 0,0 0 0 0 0,0 1 0 0 0,0-1 0 0 0,0 1 0 0 0,0-1 0 0 0,0 1 0 0 0,0 0 0 0 0,0-1 0 0 0,0 1 0 0 0,0 0 0 0 0,0 0 0 0 0,1 0 0 0 0,-1 0 0 0 0,0 0 0 0 0,0 0 0 0 0,2 0 0 0 0,-2 1 1 0 0,-1-1-1 0 0,1 1 0 0 0,0 0 1 0 0,-1-1-1 0 0,1 1 0 0 0,0 0 1 0 0,-1 0-1 0 0,1-1 0 0 0,-1 1 1 0 0,1 0-1 0 0,-1 0 0 0 0,0 0 1 0 0,1 0-1 0 0,-1 0 0 0 0,0-1 1 0 0,1 1-1 0 0,-1 0 0 0 0,0 0 1 0 0,0 1-1 0 0,2 23 48 0 0,-1-17-39 0 0,1 13 0 0 0,-2-12-1 0 0,1-1 0 0 0,0 0 0 0 0,0 1 0 0 0,1-1 0 0 0,0 0 0 0 0,5 15-1 0 0,-6-23-7 0 0,-1 1 0 0 0,0-1 0 0 0,0 0 0 0 0,0 1 0 0 0,1-1 0 0 0,-1 0 0 0 0,0 1 0 0 0,1-1 0 0 0,-1 0 0 0 0,0 0 0 0 0,1 1 0 0 0,-1-1 0 0 0,0 0 0 0 0,1 0 0 0 0,-1 1 0 0 0,1-1 0 0 0,-1 0 0 0 0,0 0 0 0 0,1 0 0 0 0,-1 0 0 0 0,1 0 0 0 0,-1 0 0 0 0,1 0 0 0 0,-1 0 0 0 0,0 0 0 0 0,1 0 0 0 0,-1 0 0 0 0,1 0 0 0 0,-1 0 0 0 0,1 0 0 0 0,-1 0 0 0 0,0 0 0 0 0,1 0 0 0 0,-1 0 0 0 0,1-1 0 0 0,-1 1 0 0 0,0 0 0 0 0,1 0 0 0 0,-1 0 0 0 0,1-1 0 0 0,-1 1 0 0 0,0 0 0 0 0,1-1 0 0 0,-1 1 0 0 0,0 0 0 0 0,0-1 0 0 0,1 1 0 0 0,-1 0 0 0 0,0-1 0 0 0,15-18 0 0 0,-5 0 0 0 0,-9 15 0 0 0,1 0 0 0 0,0 0 0 0 0,0 1 0 0 0,0-1 0 0 0,0 1 0 0 0,1-1 0 0 0,-1 1 0 0 0,6-5 0 0 0,-8 8 0 0 0,0 0 0 0 0,0 0 0 0 0,0 0 0 0 0,1 0 0 0 0,-1 0 0 0 0,0 0 0 0 0,0 0 0 0 0,0 0 0 0 0,0 0 0 0 0,1 0 0 0 0,-1 0 0 0 0,0 0 0 0 0,0 0 0 0 0,0 0 0 0 0,0 0 0 0 0,0 0 0 0 0,1 0 0 0 0,-1 0 0 0 0,0 0 0 0 0,0 0 0 0 0,0 0 0 0 0,0 0 0 0 0,0 0 0 0 0,1 1 0 0 0,-1-1 0 0 0,0 0 0 0 0,0 0 0 0 0,0 0 0 0 0,0 0 0 0 0,0 0 0 0 0,0 0 0 0 0,0 1 0 0 0,0-1 0 0 0,0 0 0 0 0,1 0 0 0 0,-1 0 0 0 0,0 0 0 0 0,0 0 0 0 0,0 1 0 0 0,0-1 0 0 0,0 0 0 0 0,0 0 0 0 0,0 0 0 0 0,0 0 0 0 0,0 0 0 0 0,0 1 0 0 0,0-1 0 0 0,0 0 0 0 0,0 0 0 0 0,0 0 0 0 0,0 0 0 0 0,0 1 0 0 0,0 11 0 0 0,0-10 0 0 0,2 77 0 0 0,-1-79-1 0 0,-1 0 0 0 0,0 0 0 0 0,0 0 0 0 0,0 0 0 0 0,0 0 0 0 0,0 0 0 0 0,0 0 0 0 0,0 0 0 0 0,0-1 0 0 0,0 1 0 0 0,1 0 0 0 0,-1 0 0 0 0,0 0 0 0 0,0 0 0 0 0,0 0 0 0 0,0 0 0 0 0,0 0-1 0 0,0 0 1 0 0,1 0 0 0 0,-1 0 0 0 0,0 0 0 0 0,0 0 0 0 0,0 0 0 0 0,0 0 0 0 0,0 0 0 0 0,1 0 0 0 0,-1 0 0 0 0,0 0 0 0 0,0 0 0 0 0,0 0 0 0 0,0 0 0 0 0,0 0 0 0 0,0 0 0 0 0,1 0-1 0 0,-1 0 1 0 0,0 0 0 0 0,0 0 0 0 0,0 1 0 0 0,0-1 0 0 0,0 0 0 0 0,0 0 0 0 0,0 0 0 0 0,0 0 0 0 0,1 0 0 0 0,-1 0 0 0 0,0 0 0 0 0,0 0 0 0 0,0 1 0 0 0,0-1 0 0 0,0 0 0 0 0,0 0-1 0 0,0 0 1 0 0,0 0 0 0 0,0 0 0 0 0,0 0 0 0 0,0 1 0 0 0,0-1 0 0 0,0 0 0 0 0,0 0 0 0 0,0 0 0 0 0,0 0 0 0 0,0 0 0 0 0,2-3-13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02.5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0 161 111 0 0,'0'0'1'0'0,"0"0"-1"0"0,0 0 1 0 0,0 0-1 0 0,0-1 0 0 0,0 1 1 0 0,0 0-1 0 0,1 0 1 0 0,-1 0-1 0 0,0 0 0 0 0,0 0 1 0 0,0 0-1 0 0,0 0 1 0 0,0 0-1 0 0,0 0 0 0 0,0-1 1 0 0,0 1-1 0 0,0 0 1 0 0,0 0-1 0 0,0 0 0 0 0,0 0 1 0 0,0 0-1 0 0,0 0 1 0 0,1 0-1 0 0,-1 0 0 0 0,0 0 1 0 0,0 0-1 0 0,0 0 1 0 0,0 0-1 0 0,0 0 0 0 0,0 0 1 0 0,0 0-1 0 0,0 0 1 0 0,1 0-1 0 0,-1 0 0 0 0,0 0 1 0 0,0 0-1 0 0,0 0 1 0 0,0 0-1 0 0,0 0 0 0 0,0 0 1 0 0,0 0-1 0 0,0 0 1 0 0,1 0-1 0 0,-1 0 0 0 0,0 0 1 0 0,0 0-1 0 0,0 0 1 0 0,0 0-1 0 0,0 0 0 0 0,0 0 1 0 0,0 0-1 0 0,0 0 1 0 0,0 0-1 0 0,1 0 0 0 0,-1 0 1 0 0,0 1-1 0 0,0-1 1 0 0,0 0-1 0 0,0 0 0 0 0,4 11 56 0 0,3 20 49 0 0,-6-26-98 0 0,9 69 13 0 0,3 15 27 0 0,-10-78-47 0 0,0 0-1 0 0,0 0 1 0 0,1-1-1 0 0,0 1 1 0 0,12 18-1 0 0,-16-28 1 0 0,1 0 0 0 0,-1 0 0 0 0,1-1 0 0 0,-1 1 0 0 0,1 0 0 0 0,-1 0 0 0 0,1-1 0 0 0,-1 1 0 0 0,1 0 0 0 0,0-1 0 0 0,0 1 0 0 0,-1 0 0 0 0,1-1 0 0 0,0 1 0 0 0,0-1 0 0 0,0 1 0 0 0,-1-1 0 0 0,1 0 0 0 0,0 1 0 0 0,0-1 0 0 0,0 0 0 0 0,0 0 0 0 0,0 1 0 0 0,0-1 0 0 0,0 0 0 0 0,0 0 0 0 0,0 0 0 0 0,0 0 0 0 0,0 0 0 0 0,0 0 0 0 0,-1-1 0 0 0,1 1 0 0 0,0 0 0 0 0,0 0 0 0 0,0-1 0 0 0,0 1 0 0 0,0-1 0 0 0,0 1 0 0 0,0 0 0 0 0,-1-1 0 0 0,1 0 0 0 0,1 0 0 0 0,3-3 0 0 0,-1 0 0 0 0,1-1 0 0 0,-1 0 0 0 0,0 0 0 0 0,4-6 0 0 0,-4 5 0 0 0,19-25 0 0 0,45-64 0 0 0,-60 82 10 0 0,-3 4 17 0 0,15-19 0 0 0,-20 28-27 0 0,0-1 0 0 0,0 1 0 0 0,1 0 0 0 0,-1-1 0 0 0,0 1 0 0 0,0 0 0 0 0,1-1 0 0 0,-1 1 0 0 0,0 0 0 0 0,0 0 0 0 0,1-1 0 0 0,-1 1 0 0 0,0 0 0 0 0,1 0 0 0 0,-1 0 0 0 0,1-1 0 0 0,-1 1 0 0 0,0 0 0 0 0,1 0 0 0 0,-1 0 0 0 0,0 0 0 0 0,1 0 0 0 0,-1 0 0 0 0,1 0 0 0 0,-1 0 0 0 0,0 0 0 0 0,1 0 0 0 0,-1 0 0 0 0,1 0 0 0 0,-1 0 0 0 0,0 0 0 0 0,1 0 0 0 0,0 1 0 0 0,0-1 0 0 0,-1 1 0 0 0,1 0 0 0 0,0 0 0 0 0,-1 0 0 0 0,1-1 0 0 0,-1 1 0 0 0,1 0 0 0 0,-1 0 0 0 0,1 0 0 0 0,-1 0 0 0 0,0 0 0 0 0,1 2 0 0 0,3 29 0 0 0,-3-8 8 0 0,1 26 26 0 0,-1-46-31 0 0,0 0-1 0 0,-1 1 1 0 0,1-1-1 0 0,1 0 1 0 0,-1 0-1 0 0,1 0 1 0 0,-1 0-1 0 0,5 7 0 0 0,-5-10-2 0 0,-1 0 0 0 0,1 0 0 0 0,0-1 0 0 0,-1 1 0 0 0,1 0 0 0 0,0 0 0 0 0,0 0 0 0 0,0-1 0 0 0,-1 1 0 0 0,1 0 0 0 0,0-1 0 0 0,0 1 0 0 0,0-1 0 0 0,0 1 0 0 0,0-1 0 0 0,0 0 0 0 0,0 1 0 0 0,0-1 0 0 0,0 0 0 0 0,0 1 0 0 0,0-1 0 0 0,3 0 0 0 0,-2-1 0 0 0,-1 1 0 0 0,1 0 0 0 0,0-1 0 0 0,0 0 0 0 0,-1 1 0 0 0,1-1 0 0 0,0 0 0 0 0,-1 0 0 0 0,1 0 0 0 0,-1 0 0 0 0,1 0 0 0 0,1-2 0 0 0,4-4 0 0 0,0-1 0 0 0,0 0 0 0 0,9-16 0 0 0,-14 21 0 0 0,11-16 16 0 0,0 1-1 0 0,0 0 1 0 0,2 1-1 0 0,0 0 1 0 0,1 1-1 0 0,1 1 1 0 0,21-15-1 0 0,22-8 95 0 0,101-49 0 0 0,-91 52-78 0 0,-63 32-35 0 0,0-1-1 0 0,-1-1 1 0 0,0 1-1 0 0,0-1 1 0 0,9-9-1 0 0,-5 5-103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6.3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118 310 24 0 0,'-1'2'3'0'0,"-1"0"0"0"0,1 1 1 0 0,-1-1-1 0 0,1 1 0 0 0,0-1 1 0 0,0 1-1 0 0,0 0 1 0 0,0-1-1 0 0,0 1 0 0 0,0 3 1 0 0,-4 31 104 0 0,4-32-110 0 0,-1 15 13 0 0,1 0 0 0 0,0 0-1 0 0,2 1 1 0 0,0-1 0 0 0,7 35-1 0 0,-7-52-8 0 0,0 0-1 0 0,0 0 0 0 0,0 0 0 0 0,0 0 0 0 0,0-1 0 0 0,0 1 0 0 0,1 0 0 0 0,-1-1 0 0 0,1 1 0 0 0,0-1 0 0 0,0 0 0 0 0,0 1 0 0 0,0-1 0 0 0,0 0 0 0 0,0 0 0 0 0,1 0 0 0 0,3 1 0 0 0,-4-2 1 0 0,0 0-1 0 0,0 0 1 0 0,1 0-1 0 0,-1-1 1 0 0,1 1 0 0 0,-1-1-1 0 0,1 1 1 0 0,-1-1-1 0 0,1 0 1 0 0,-1 0-1 0 0,0 0 1 0 0,1 0 0 0 0,-1-1-1 0 0,1 1 1 0 0,-1-1-1 0 0,1 0 1 0 0,-1 1 0 0 0,0-1-1 0 0,1 0 1 0 0,-1 0-1 0 0,2-2 1 0 0,8-4 8 0 0,0-1-1 0 0,-1 0 1 0 0,0-1 0 0 0,0 0 0 0 0,-1-1 0 0 0,0 0 0 0 0,11-16-1 0 0,53-85 109 0 0,-68 101-104 0 0,-2 5-17 0 0,5-10 16 0 0,0 0 0 0 0,-1 0-1 0 0,7-20 1 0 0,-13 30-3 0 0,-1 0-1 0 0,0 0 1 0 0,0 0 0 0 0,0 0-1 0 0,0 0 1 0 0,-1-1 0 0 0,0 1 0 0 0,0 0-1 0 0,0 0 1 0 0,-1 0 0 0 0,1 0-1 0 0,-1 0 1 0 0,0 0 0 0 0,-1 0-1 0 0,-2-7 1 0 0,-1 2 9 0 0,0 1 1 0 0,-1-1-1 0 0,0 1 0 0 0,-1 0 0 0 0,-11-12 1 0 0,-43-38 48 0 0,50 49-67 0 0,2 2 10 0 0,0 0 0 0 0,-1 1 0 0 0,1 0 0 0 0,-1 0 0 0 0,-1 1 0 0 0,-18-8 0 0 0,25 13-7 0 0,1 0 0 0 0,-1-1-1 0 0,1 2 1 0 0,-1-1 0 0 0,0 0 0 0 0,1 1 0 0 0,-1-1 0 0 0,0 1 0 0 0,1 0 0 0 0,-1 0 0 0 0,0 1-1 0 0,1-1 1 0 0,-1 1 0 0 0,0 0 0 0 0,1 0 0 0 0,-1 0 0 0 0,1 0 0 0 0,-1 0 0 0 0,1 1-1 0 0,0 0 1 0 0,0-1 0 0 0,0 1 0 0 0,0 1 0 0 0,0-1 0 0 0,-4 4 0 0 0,-8 10-1 0 0,0 0 1 0 0,2 0-1 0 0,0 1 1 0 0,-15 27-1 0 0,24-37 1 0 0,0 0 0 0 0,1 1 0 0 0,-1-1 0 0 0,1 1-1 0 0,1 0 1 0 0,0 0 0 0 0,0 0 0 0 0,0 0 0 0 0,1 1-1 0 0,0-1 1 0 0,1 0 0 0 0,0 1 0 0 0,0-1 0 0 0,2 10-1 0 0,0-12-15 0 0,-1-1-1 0 0,2 0 1 0 0,-1 0-1 0 0,0-1 1 0 0,1 1-1 0 0,0 0 0 0 0,0-1 1 0 0,0 1-1 0 0,1-1 1 0 0,-1 0-1 0 0,1 0 0 0 0,0-1 1 0 0,0 1-1 0 0,1-1 1 0 0,5 4-1 0 0,8 4-154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6.6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17 255 0 0,'-1'-3'0'0'0,"-1"2"0"0"0,1-1 0 0 0,-1 1 0 0 0,2-1 0 0 0,-1 1 0 0 0,2-1 0 0 0,-2 1 0 0 0,-1-2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7.1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0 24 0 0,'-1'28'312'0'0,"0"16"-99"0"0,2-42-207 0 0,-1-1 0 0 0,0 0 0 0 0,1 0 0 0 0,-1 0 0 0 0,1 0 0 0 0,-1 0 0 0 0,1 0 0 0 0,0 0 0 0 0,-1 0 1 0 0,1 0-1 0 0,0 0 0 0 0,0 0 0 0 0,-1 0 0 0 0,1 0 0 0 0,0-1 0 0 0,0 1 0 0 0,0 0 0 0 0,0 0 0 0 0,0-1 0 0 0,0 1 0 0 0,1-1 0 0 0,-1 1 0 0 0,0-1 0 0 0,0 0 1 0 0,0 1-1 0 0,2-1 0 0 0,4 2 28 0 0,2 0 1 0 0,14 0 0 0 0,-12-1-23 0 0,6 1 29 0 0,1 1 0 0 0,-1 0 1 0 0,0 1-1 0 0,0 1 0 0 0,21 9 1 0 0,-31-10-25 0 0,0-1 0 0 0,0 1 0 0 0,0 0 1 0 0,-1 1-1 0 0,0 0 0 0 0,0 0 0 0 0,0 0 1 0 0,0 1-1 0 0,-1-1 0 0 0,0 1 0 0 0,0 1 1 0 0,0-1-1 0 0,-1 1 0 0 0,5 9 0 0 0,-3-2 4 0 0,-1 1-1 0 0,-1 0 0 0 0,0 0 0 0 0,0 0 0 0 0,-2 0 0 0 0,0 1 0 0 0,-1-1 0 0 0,0 1 1 0 0,-1-1-1 0 0,-4 26 0 0 0,3-35-12 0 0,1-1 1 0 0,-1 1 0 0 0,-1-1-1 0 0,1 1 1 0 0,-1-1 0 0 0,0 0-1 0 0,0 0 1 0 0,0 0 0 0 0,-1 0-1 0 0,0 0 1 0 0,0-1 0 0 0,0 1-1 0 0,0-1 1 0 0,-1 0 0 0 0,0 0-1 0 0,0 0 1 0 0,0 0 0 0 0,0-1-1 0 0,0 1 1 0 0,-1-1-1 0 0,0 0 1 0 0,1 0 0 0 0,-1-1-1 0 0,-9 4 1 0 0,6-4-19 0 0,0 1 0 0 0,0-2 1 0 0,0 1-1 0 0,0-1 0 0 0,0 0 0 0 0,-1 0 0 0 0,1-1 0 0 0,0-1 0 0 0,-1 1 1 0 0,1-1-1 0 0,0 0 0 0 0,0-1 0 0 0,0 0 0 0 0,0-1 0 0 0,-14-5 0 0 0,12 3-34 0 0,1-1-1 0 0,0 0 0 0 0,0 0 0 0 0,0-1 1 0 0,1-1-1 0 0,-1 1 0 0 0,2-1 1 0 0,-1 0-1 0 0,1-1 0 0 0,1 0 0 0 0,0 0 1 0 0,0 0-1 0 0,0-1 0 0 0,-7-19 0 0 0,8 16-11 0 0,1 1 0 0 0,0 0 0 0 0,1-1 0 0 0,0 0 0 0 0,1 0 0 0 0,1 0 0 0 0,0 0 0 0 0,0 0 0 0 0,2 0 0 0 0,-1 0 0 0 0,2 0 0 0 0,3-18-1 0 0,4 7-15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7.3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69 111 0 0,'11'-8'0'0'0,"16"-9"0"0"0,-26 16 20 0 0,1 0-1 0 0,-1 0 1 0 0,0 0-1 0 0,0 0 0 0 0,0 0 1 0 0,1 0-1 0 0,-1-1 0 0 0,0 1 1 0 0,-1 0-1 0 0,2-3 1 0 0,-1 3 0 0 0,0 0 0 0 0,0 0 0 0 0,-1-1 0 0 0,1 1 0 0 0,0 0 1 0 0,0 0-1 0 0,0 0 0 0 0,0 0 0 0 0,0 0 0 0 0,1 0 1 0 0,-1 0-1 0 0,0 0 0 0 0,0 0 0 0 0,1 1 0 0 0,1-2 0 0 0,12-1 84 0 0,1 1 0 0 0,-1 0 0 0 0,1 1 0 0 0,24 1 0 0 0,16-1 96 0 0,-52 1-188 0 0,56-2 93 0 0,-52 2-90 0 0,0 0 0 0 0,0 1-1 0 0,0 0 1 0 0,-1 0 0 0 0,13 5 0 0 0,-18-6-78 0 0,0 1 1 0 0,0 1-1 0 0,0-1 1 0 0,0 0-1 0 0,0 0 0 0 0,0 1 1 0 0,0-1-1 0 0,-1 1 1 0 0,1-1-1 0 0,-1 1 1 0 0,1 0-1 0 0,2 3 0 0 0,-3-1-137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8.7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 30 223 0 0,'-7'-13'41'0'0,"6"12"-34"0"0,0 0-1 0 0,1 0 0 0 0,-1 0 1 0 0,0 0-1 0 0,1-1 1 0 0,-1 1-1 0 0,1 0 0 0 0,-1 0 1 0 0,1-1-1 0 0,0 1 0 0 0,-1-2 1 0 0,1 3 5 0 0,-1 0 0 0 0,1 0 0 0 0,-1 1 0 0 0,0-1 0 0 0,1 0-1 0 0,-1 1 1 0 0,1-1 0 0 0,-1 1 0 0 0,1-1 0 0 0,-1 1 0 0 0,1-1 0 0 0,0 1 0 0 0,-1-1 0 0 0,1 1 0 0 0,0-1 0 0 0,-1 1 0 0 0,1-1 0 0 0,0 1 0 0 0,0 0 0 0 0,-1 0-1 0 0,-5 33 13 0 0,1 0 0 0 0,1 0 0 0 0,2 0 0 0 0,2 0 0 0 0,0 1 0 0 0,3-1 0 0 0,1 0 0 0 0,10 43 0 0 0,-7-49-25 0 0,-4-9 3 0 0,9 24-1 0 0,-10-39-3 0 0,0 1 1 0 0,0-1 0 0 0,0 0-1 0 0,0 1 1 0 0,1-1 0 0 0,-1 0-1 0 0,1 0 1 0 0,0-1 0 0 0,0 1-1 0 0,6 4 1 0 0,-6-6-10 0 0,-1-1 1 0 0,1 1-1 0 0,0-1 0 0 0,-1 0 1 0 0,1 1-1 0 0,0-1 0 0 0,0-1 1 0 0,0 1-1 0 0,0 0 0 0 0,5 0 1 0 0,31-1-133 0 0,-24-2 72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9.2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16 24 0 0,'0'-1'16'0'0,"0"-8"-52"0"0,-4 4 301 0 0,2 35-65 0 0,14 269 170 0 0,-10-289-370 0 0,0 0 0 0 0,5 15 0 0 0,-1-4 0 0 0,-6-20-2 0 0,0-1-1 0 0,0 0 0 0 0,0 1 0 0 0,0-1 0 0 0,0 0 0 0 0,0 0 1 0 0,0 1-1 0 0,0-1 0 0 0,1 0 0 0 0,-1 0 0 0 0,0 1 0 0 0,0-1 1 0 0,0 0-1 0 0,0 0 0 0 0,1 1 0 0 0,-1-1 0 0 0,0 0 1 0 0,0 0-1 0 0,0 0 0 0 0,1 1 0 0 0,-1-1 0 0 0,0 0 0 0 0,0 0 1 0 0,1 0-1 0 0,-1 0 0 0 0,0 0 0 0 0,0 0 0 0 0,1 1 0 0 0,-1-1 1 0 0,0 0-1 0 0,0 0 0 0 0,1 0 0 0 0,9-5-117 0 0,5-13-195 0 0,-12 13 219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9.4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0 167 0 0,'-3'27'27'0'0,"2"-23"-21"0"0,0-1-1 0 0,0 1 1 0 0,1 0 0 0 0,0-1-1 0 0,-1 1 1 0 0,1 0 0 0 0,1 6-1 0 0,0-9-3 0 0,-1-1-1 0 0,0 1 0 0 0,0-1 0 0 0,0 1 0 0 0,1-1 0 0 0,-1 1 0 0 0,0-1 0 0 0,1 0 0 0 0,-1 1 0 0 0,0-1 1 0 0,1 1-1 0 0,-1-1 0 0 0,1 0 0 0 0,-1 1 0 0 0,0-1 0 0 0,1 0 0 0 0,-1 0 0 0 0,1 1 0 0 0,-1-1 0 0 0,1 0 1 0 0,-1 0-1 0 0,1 0 0 0 0,-1 0 0 0 0,1 1 0 0 0,-1-1 0 0 0,1 0 0 0 0,-1 0 0 0 0,1 0 0 0 0,-1 0 0 0 0,1 0 1 0 0,-1 0-1 0 0,1 0 0 0 0,-1 0 0 0 0,1-1 0 0 0,-1 1 0 0 0,1 0 0 0 0,-1 0 0 0 0,1 0 0 0 0,-1-1 0 0 0,1 1 1 0 0,-1 0-1 0 0,1 0 0 0 0,-1-1 0 0 0,1 0 0 0 0,24-16 69 0 0,-19 13-62 0 0,-1 0-8 0 0,1 0 0 0 0,0 1 0 0 0,0 0 0 0 0,9-3 0 0 0,-12 3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49.9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24 24 0 0,'2'-2'29'0'0,"0"0"1"0"0,0 0 0 0 0,0 0 0 0 0,0 0 0 0 0,0 1 0 0 0,1-1 0 0 0,-1 1 0 0 0,1-1 0 0 0,-1 1 0 0 0,1 0 0 0 0,-1 0 0 0 0,1 0 0 0 0,0 0 0 0 0,0 0 0 0 0,-1 1 0 0 0,1-1 0 0 0,5 1-1 0 0,-6 0-25 0 0,0 1-1 0 0,0-1 1 0 0,0 1-1 0 0,0 0 1 0 0,0 0-1 0 0,0-1 1 0 0,0 1-1 0 0,0 1 0 0 0,-1-1 1 0 0,1 0-1 0 0,0 0 1 0 0,-1 1-1 0 0,1-1 1 0 0,-1 1-1 0 0,1-1 0 0 0,-1 1 1 0 0,0 0-1 0 0,0-1 1 0 0,1 1-1 0 0,-1 0 1 0 0,0 0-1 0 0,-1 0 0 0 0,2 3 1 0 0,3 9 0 0 0,0 0 0 0 0,-1 0 0 0 0,-1 0 0 0 0,0 1 1 0 0,-1-1-1 0 0,-1 1 0 0 0,0-1 0 0 0,-1 1 0 0 0,-1 0 0 0 0,0-1 0 0 0,-1 1 1 0 0,0-1-1 0 0,-2 0 0 0 0,1 0 0 0 0,-2 0 0 0 0,0 0 0 0 0,-12 24 0 0 0,16-36-3 0 0,0 0-1 0 0,0-1 0 0 0,0 1 0 0 0,-1 0 1 0 0,1-1-1 0 0,0 1 0 0 0,-1-1 0 0 0,1 1 0 0 0,-1-1 1 0 0,1 0-1 0 0,-3 2 0 0 0,4-3 0 0 0,-1 0 0 0 0,1 0 0 0 0,-1 0 0 0 0,1 0 0 0 0,-1 0-1 0 0,1 0 1 0 0,0 0 0 0 0,-1 0 0 0 0,1 0 0 0 0,-1 0 0 0 0,1 0 0 0 0,-1 0 0 0 0,1 0-1 0 0,-1 0 1 0 0,1 0 0 0 0,0 0 0 0 0,-1 0 0 0 0,1 0 0 0 0,-1-1 0 0 0,0 1-1 0 0,0-1 1 0 0,0 0-1 0 0,1 1 0 0 0,-1-1 0 0 0,0 0 0 0 0,0 0 0 0 0,0 0 0 0 0,1 0 0 0 0,-1 0 0 0 0,1 0 1 0 0,-1 0-1 0 0,0-2 0 0 0,-2-4-34 0 0,1 0 1 0 0,0 0 0 0 0,-2-10-1 0 0,3 4-65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0.1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35 199 0 0,'6'-17'16'0'0,"-6"16"-4"0"0,0 0 0 0 0,0-1 1 0 0,0 1-1 0 0,1 0 1 0 0,-1 0-1 0 0,0 0 0 0 0,1-1 1 0 0,-1 1-1 0 0,1 0 1 0 0,1-2-1 0 0,-1 3-8 0 0,-1-1 0 0 0,1 1 1 0 0,0 0-1 0 0,-1-1 0 0 0,1 1 0 0 0,0 0 0 0 0,-1 0 0 0 0,1 0 1 0 0,0-1-1 0 0,0 1 0 0 0,-1 0 0 0 0,1 0 0 0 0,0 0 1 0 0,0 0-1 0 0,-1 0 0 0 0,1 0 0 0 0,0 0 0 0 0,0 1 0 0 0,-1-1 1 0 0,1 0-1 0 0,0 0 0 0 0,0 0 0 0 0,-1 1 0 0 0,2-1 0 0 0,7 4 25 0 0,0 0 0 0 0,0 1 0 0 0,12 8-1 0 0,9 4-7 0 0,-22-14-21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1.0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80 0 255 0 0,'-2'1'6'0'0,"0"0"0"0"0,1 1 0 0 0,-1-1 0 0 0,0 0 0 0 0,1 1-1 0 0,-1-1 1 0 0,1 1 0 0 0,-3 3 0 0 0,-2 1 5 0 0,-6 6 3 0 0,7-8-2 0 0,0 0-1 0 0,1 0 0 0 0,-1 1 1 0 0,1 0-1 0 0,0 0 1 0 0,1 0-1 0 0,-1 0 1 0 0,1 1-1 0 0,-4 6 0 0 0,7-11-10 0 0,0-1 0 0 0,0 0 0 0 0,0 1-1 0 0,0-1 1 0 0,0 0 0 0 0,-1 1-1 0 0,1-1 1 0 0,0 0 0 0 0,0 1-1 0 0,0-1 1 0 0,0 1 0 0 0,0-1-1 0 0,0 0 1 0 0,0 1 0 0 0,0-1-1 0 0,0 0 1 0 0,0 1 0 0 0,1-1-1 0 0,-1 0 1 0 0,0 1 0 0 0,0-1-1 0 0,0 0 1 0 0,0 1 0 0 0,1-1 0 0 0,-1 0-1 0 0,0 1 1 0 0,0-1 0 0 0,0 0-1 0 0,1 1 1 0 0,-1-1 0 0 0,0 0-1 0 0,0 0 1 0 0,1 0 0 0 0,-1 1-1 0 0,0-1 1 0 0,1 0 0 0 0,-1 0-1 0 0,0 0 1 0 0,1 0 0 0 0,-1 1-1 0 0,0-1 1 0 0,1 0 0 0 0,-1 0-1 0 0,0 0 1 0 0,1 0 0 0 0,-1 0-1 0 0,1 0 1 0 0,-1 0 0 0 0,0 0 0 0 0,1 0-1 0 0,-1 0 1 0 0,0 0 0 0 0,1 0-1 0 0,-1 0 1 0 0,0 0 0 0 0,1-1-1 0 0,-1 1 1 0 0,0 0 0 0 0,1 0-1 0 0,-1-1 1 0 0,30-10 94 0 0,-22 8-92 0 0,12-6 90 0 0,-14 6-78 0 0,0 0 0 0 0,0 0 0 0 0,0 1 0 0 0,1 0 0 0 0,8-1 0 0 0,-13 2-12 0 0,0 1 0 0 0,0 0 0 0 0,-1 0 0 0 0,1 0 0 0 0,0 1 0 0 0,0-1 1 0 0,0 0-1 0 0,-1 1 0 0 0,1-1 0 0 0,0 1 0 0 0,0-1 0 0 0,-1 1 0 0 0,1 0 0 0 0,0 0 0 0 0,-1 0 1 0 0,1 0-1 0 0,-1 0 0 0 0,1 0 0 0 0,-1 0 0 0 0,0 0 0 0 0,1 1 0 0 0,-1-1 0 0 0,0 0 0 0 0,1 3 0 0 0,0-2 2 0 0,-1 1-1 0 0,0 0 1 0 0,1-1-1 0 0,-1 1 0 0 0,-1 0 1 0 0,1-1-1 0 0,0 1 0 0 0,-1 0 1 0 0,1 0-1 0 0,-1-1 0 0 0,0 1 1 0 0,0 0-1 0 0,0 4 0 0 0,0 0-1 0 0,0-7 0 0 0,-1 2 75 0 0,0-8-39 0 0,-2 5-575 0 0,3 0 472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1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61 24 0 0,'-4'1'78'0'0,"4"-1"-75"0"0,0 0 1 0 0,0 0-1 0 0,0 0 0 0 0,0 0 1 0 0,0 0-1 0 0,0 0 0 0 0,-1 0 1 0 0,1 0-1 0 0,0 0 0 0 0,0 0 1 0 0,0 0-1 0 0,0 0 0 0 0,0 0 1 0 0,-1 0-1 0 0,1 0 1 0 0,0 0-1 0 0,0 0 0 0 0,0 1 1 0 0,0-1-1 0 0,0 0 0 0 0,0 0 1 0 0,0 0-1 0 0,0 0 0 0 0,0 0 1 0 0,-1 0-1 0 0,1 0 0 0 0,0 1 1 0 0,0-1-1 0 0,0 0 0 0 0,0 0 1 0 0,0 0-1 0 0,0 0 0 0 0,0 0 1 0 0,0 1-1 0 0,0-1 1 0 0,0 0-1 0 0,0 0 0 0 0,0 0 1 0 0,0 0-1 0 0,0 0 0 0 0,0 1 1 0 0,0-1-1 0 0,0 0 0 0 0,0 0 1 0 0,0 0-1 0 0,0 0 0 0 0,0 0 1 0 0,1 0-1 0 0,-1 1 0 0 0,0-1 1 0 0,0 0-1 0 0,0 0 0 0 0,12 263 419 0 0,-12-261-422 0 0,1 9 16 0 0,1 0 0 0 0,5 18-1 0 0,-6-27-10 0 0,-1 0-1 0 0,1 1 1 0 0,0-1-1 0 0,0 0 1 0 0,0 0-1 0 0,0 0 0 0 0,0 0 1 0 0,1 0-1 0 0,-1 0 1 0 0,1 0-1 0 0,-1-1 0 0 0,1 1 1 0 0,0 0-1 0 0,-1-1 1 0 0,1 1-1 0 0,0-1 1 0 0,0 0-1 0 0,0 0 0 0 0,3 2 1 0 0,-4-3-3 0 0,0 0 0 0 0,0 0 0 0 0,1 0 0 0 0,-1 0-1 0 0,0-1 1 0 0,0 1 0 0 0,0 0 0 0 0,0 0 0 0 0,0-1 0 0 0,0 1 0 0 0,1-1 0 0 0,-1 1 0 0 0,0-1 0 0 0,0 1 0 0 0,0-1 0 0 0,-1 0-1 0 0,1 0 1 0 0,0 1 0 0 0,0-1 0 0 0,0 0 0 0 0,0 0 0 0 0,-1 0 0 0 0,1 0 0 0 0,0-1 0 0 0,17-25 89 0 0,-18 27-89 0 0,13-24 67 0 0,-2 0 0 0 0,0-1-1 0 0,-2 0 1 0 0,-1-1 0 0 0,-1 0 0 0 0,7-52-1 0 0,-12 61-48 0 0,-1-1 0 0 0,-1 0-1 0 0,0 1 1 0 0,-1-1 0 0 0,-1 1-1 0 0,-4-20 1 0 0,2 30-105 0 0,4 7 76 0 0,0-1 1 0 0,0 1 0 0 0,0 0-1 0 0,0 0 1 0 0,0 0 0 0 0,-1 0 0 0 0,1 0-1 0 0,0 0 1 0 0,0 0 0 0 0,0 0-1 0 0,0 0 1 0 0,0 0 0 0 0,0 0 0 0 0,-1 0-1 0 0,1 0 1 0 0,0 0 0 0 0,0 0 0 0 0,0 0-1 0 0,0 0 1 0 0,0 0 0 0 0,0 0-1 0 0,-1 0 1 0 0,1 0 0 0 0,0 0 0 0 0,0 0-1 0 0,0 0 1 0 0,0 0 0 0 0,0 0 0 0 0,0 0-1 0 0,0 0 1 0 0,0 0 0 0 0,-1 1-1 0 0,1-1 1 0 0,0 0 0 0 0,0 0 0 0 0,0 0-1 0 0,0 0 1 0 0,0 0 0 0 0,0 0-1 0 0,0 0 1 0 0,0 0 0 0 0,0 1 0 0 0,0-1-1 0 0,0 0 1 0 0,0 0 0 0 0,0 0 0 0 0,0 0-1 0 0,0 0 1 0 0,-1 0 0 0 0,1 0-1 0 0,0 1 1 0 0,0-1 0 0 0,0 0 0 0 0,0 0-1 0 0,0 0 1 0 0,1 0 0 0 0,-1 0 0 0 0,0 0-1 0 0,0 1 1 0 0,0-1 0 0 0,0 0-1 0 0,0 0 1 0 0,-1 8-423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1.9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74 9 311 0 0,'-4'4'4'0'0,"0"0"0"0"0,0 0 0 0 0,1 0 0 0 0,-1 1 0 0 0,1 0 0 0 0,0 0-1 0 0,0 0 1 0 0,0 0 0 0 0,-3 11 0 0 0,-6 8 33 0 0,9-18-23 0 0,0-1 0 0 0,-1 1 0 0 0,2 0 0 0 0,-1 1-1 0 0,1-1 1 0 0,0 0 0 0 0,0 1 0 0 0,-1 11-1 0 0,3-18-12 0 0,0 0-1 0 0,0 1 0 0 0,0-1 0 0 0,0 0 1 0 0,0 0-1 0 0,0 0 0 0 0,0 1 0 0 0,0-1 1 0 0,0 0-1 0 0,0 0 0 0 0,0 0 0 0 0,0 1 1 0 0,0-1-1 0 0,0 0 0 0 0,0 0 0 0 0,0 0 1 0 0,0 0-1 0 0,0 1 0 0 0,0-1 0 0 0,1 0 1 0 0,-1 0-1 0 0,0 0 0 0 0,0 0 0 0 0,0 1 1 0 0,0-1-1 0 0,0 0 0 0 0,1 0 0 0 0,-1 0 1 0 0,0 0-1 0 0,0 0 0 0 0,0 0 0 0 0,0 0 1 0 0,1 1-1 0 0,-1-1 0 0 0,0 0 0 0 0,9-3 20 0 0,8-10 15 0 0,-16 12-35 0 0,22-18 20 0 0,-1 0 58 0 0,1 0 0 0 0,40-23 0 0 0,-48 34-45 0 0,-4 0 4 0 0,2 2 1 0 0,-1 0-1 0 0,21-8 1 0 0,-30 13-33 0 0,0 0 0 0 0,-1 1 1 0 0,1-1-1 0 0,0 1 0 0 0,0-1 0 0 0,0 1 0 0 0,-1 0 0 0 0,1 0 0 0 0,0 0 1 0 0,0 0-1 0 0,0 1 0 0 0,0-1 0 0 0,-1 1 0 0 0,1-1 0 0 0,0 1 0 0 0,0 0 1 0 0,-1 0-1 0 0,1 0 0 0 0,-1 1 0 0 0,1-1 0 0 0,-1 1 0 0 0,0-1 0 0 0,4 4 0 0 0,-4-3-5 0 0,0 0 0 0 0,0 0-1 0 0,-1 1 1 0 0,1-1-1 0 0,-1 1 1 0 0,1-1-1 0 0,-1 1 1 0 0,0-1-1 0 0,0 1 1 0 0,0-1 0 0 0,0 4-1 0 0,3 32 21 0 0,-4-32-56 0 0,1 0 1 0 0,-1 1 0 0 0,1-1 0 0 0,0 0 0 0 0,1 0 0 0 0,1 6-1 0 0,-3-11 30 0 0,1 0 0 0 0,-1-1 0 0 0,0 1 0 0 0,0 0-1 0 0,1-1 1 0 0,-1 1 0 0 0,0 0 0 0 0,1-1-1 0 0,-1 1 1 0 0,1-1 0 0 0,-1 1 0 0 0,0-1-1 0 0,1 1 1 0 0,0-1 0 0 0,-1 1 0 0 0,1-1 0 0 0,-1 1-1 0 0,1-1 1 0 0,-1 0 0 0 0,1 1 0 0 0,0-1-1 0 0,-1 0 1 0 0,1 0 0 0 0,0 1 0 0 0,-1-1-1 0 0,1 0 1 0 0,0 0 0 0 0,-1 0 0 0 0,1 0 0 0 0,0 0-1 0 0,0 0 1 0 0,-1 0 0 0 0,1 0 0 0 0,0 0-1 0 0,-1 0 1 0 0,1 0 0 0 0,0-1 0 0 0,-1 1-1 0 0,1 0 1 0 0,0 0 0 0 0,-1-1 0 0 0,1 1-1 0 0,0-1 1 0 0,4-2 4 0 0,-1 0 0 0 0,1-1 0 0 0,-1 1 0 0 0,6-8 0 0 0,-1 2-2 0 0,22-19 4 0 0,25-21 0 0 0,-56 49 1 0 0,1 0-1 0 0,-1 0 0 0 0,0 0 0 0 0,0 0 0 0 0,0-1 0 0 0,0 1 0 0 0,0 0 0 0 0,0 0 0 0 0,0 0 0 0 0,0 0 0 0 0,1 0 0 0 0,-1 0 0 0 0,0 0 0 0 0,0 0 0 0 0,0 0 0 0 0,0 0 0 0 0,0 0 0 0 0,0 0 0 0 0,0 0 0 0 0,1 0 0 0 0,-1 0 0 0 0,0 0 0 0 0,0 0 0 0 0,0 0 0 0 0,0 0 0 0 0,0 0 0 0 0,0 0 0 0 0,1 0 0 0 0,-1 0 0 0 0,0 0 0 0 0,0 0 0 0 0,0 0 0 0 0,0 0 0 0 0,0 0 0 0 0,0 0 0 0 0,0 0 0 0 0,1 1 0 0 0,-1-1 0 0 0,0 0 0 0 0,0 0 0 0 0,0 0 0 0 0,0 0 0 0 0,0 0 0 0 0,0 0 0 0 0,0 0 0 0 0,0 0 0 0 0,0 1 0 0 0,0-1 0 0 0,0 0 0 0 0,0 0 0 0 0,1 0 0 0 0,-1 11-1 0 0,-2 13 12 0 0,-9 18 47 0 0,8-31-64 0 0,0 1 0 0 0,0 1 0 0 0,1-1 0 0 0,0 13 0 0 0,2-22-81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2.8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 1 399 0 0,'-8'17'14'0'0,"2"1"0"0"0,-1 0 0 0 0,2 1-1 0 0,1-1 1 0 0,0 1 0 0 0,-1 23-1 0 0,3-25-1 0 0,2 1 0 0 0,0 0 0 0 0,0 0 0 0 0,2-1 0 0 0,0 1 0 0 0,1-1 0 0 0,9 28 0 0 0,-10-39-8 0 0,1 1 0 0 0,0 0 0 0 0,0-1 0 0 0,1 0-1 0 0,-1 0 1 0 0,1 0 0 0 0,1 0 0 0 0,6 8-1 0 0,-8-12-4 0 0,0 1 0 0 0,1 0-1 0 0,-1-1 1 0 0,0 0 0 0 0,1 0-1 0 0,-1 0 1 0 0,1 0 0 0 0,0 0-1 0 0,0-1 1 0 0,-1 0-1 0 0,1 0 1 0 0,0 0 0 0 0,0 0-1 0 0,0 0 1 0 0,0-1 0 0 0,5 0-1 0 0,7 0-48 0 0,0-2 1 0 0,0 0-1 0 0,16-4 0 0 0,-9 0-50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3.9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5 111 0 0,'0'0'2'0'0,"1"0"0"0"0,-1 0 0 0 0,0 0 0 0 0,0 0 0 0 0,0-1 0 0 0,0 1 0 0 0,0 0 0 0 0,0 0 0 0 0,0 0 0 0 0,0 0 0 0 0,0 0 0 0 0,0 0 0 0 0,1 0 0 0 0,-1 0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0,0 0 0 0 0,0 0 0 0 0,0 0 0 0 0,-1 0 0 0 0,1 0 0 0 0,0 0 0 0 0,0 0 0 0 0,0 0 0 0 0,0 0 0 0 0,0 0 0 0 0,0-1 0 0 0,0 1 0 0 0,0 0 0 0 0,-1 1 3 0 0,1-1 1 0 0,0 0-1 0 0,-1 0 1 0 0,1 1-1 0 0,0-1 1 0 0,-1 0-1 0 0,1 1 1 0 0,0-1-1 0 0,0 0 1 0 0,-1 0-1 0 0,1 1 1 0 0,0-1-1 0 0,0 1 1 0 0,0-1-1 0 0,0 0 1 0 0,-1 1-1 0 0,1-1 1 0 0,0 1-1 0 0,0-1 1 0 0,0 0-1 0 0,0 1 1 0 0,0-1-1 0 0,0 1 1 0 0,0 0-1 0 0,0 13 44 0 0,1 27 0 0 0,1-10-10 0 0,1 62 78 0 0,2 88 154 0 0,-5-166-260 0 0,1 1 0 0 0,0 0-1 0 0,1-1 1 0 0,1 1 0 0 0,9 27-1 0 0,-5-31-298 0 0,-6-10 184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4.7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81 99 167 0 0,'-4'2'0'0'0,"1"0"0"0"0,-1 0 0 0 0,1 0 0 0 0,0 0 0 0 0,0 1 0 0 0,-5 4 0 0 0,2 0 4 0 0,0 0 0 0 0,0 1 0 0 0,1 0 0 0 0,0 0 0 0 0,1 1 0 0 0,0-1 0 0 0,-4 13 0 0 0,6-15-1 0 0,0 0-1 0 0,0-1 1 0 0,1 1-1 0 0,0 0 1 0 0,1 0-1 0 0,-1 0 1 0 0,1 0-1 0 0,0 1 1 0 0,1-1-1 0 0,-1 0 1 0 0,1 0-1 0 0,3 9 0 0 0,-4-13-1 0 0,1 0-1 0 0,0 1 0 0 0,0-1 1 0 0,0 0-1 0 0,0 0 0 0 0,0 0 0 0 0,1 0 1 0 0,-1 0-1 0 0,0 0 0 0 0,1 0 1 0 0,0 0-1 0 0,-1 0 0 0 0,1-1 0 0 0,0 1 1 0 0,0-1-1 0 0,0 1 0 0 0,0-1 1 0 0,5 2-1 0 0,-4-2 1 0 0,0 0 0 0 0,0 0 0 0 0,0-1 0 0 0,0 0 0 0 0,0 1 0 0 0,0-1-1 0 0,0 0 1 0 0,0 0 0 0 0,0-1 0 0 0,0 1 0 0 0,1-1 0 0 0,-1 1 0 0 0,3-2 0 0 0,2-1 2 0 0,-1 0 0 0 0,0-1 1 0 0,1 1-1 0 0,-1-2 0 0 0,0 1 0 0 0,-1-1 0 0 0,1 0 0 0 0,-1 0 1 0 0,0 0-1 0 0,8-10 0 0 0,-5 3 6 0 0,-1-1-1 0 0,0 0 1 0 0,-1 0 0 0 0,0-1-1 0 0,8-22 1 0 0,-12 25-6 0 0,1-1 0 0 0,-2 1-1 0 0,1-1 1 0 0,-1 0 0 0 0,-1 1 0 0 0,0-1 0 0 0,-2-20-1 0 0,1 30 0 0 0,0 0-1 0 0,0 0 1 0 0,-1 0-1 0 0,1 0 1 0 0,-1 0-1 0 0,0 0 0 0 0,1 0 1 0 0,-1 0-1 0 0,0 0 1 0 0,0 0-1 0 0,0 0 0 0 0,0 0 1 0 0,-1 0-1 0 0,1 1 1 0 0,0-1-1 0 0,-1 1 1 0 0,1-1-1 0 0,-1 1 0 0 0,0-1 1 0 0,1 1-1 0 0,-1 0 1 0 0,0 0-1 0 0,0 0 0 0 0,0 0 1 0 0,0 0-1 0 0,0 0 1 0 0,0 0-1 0 0,0 1 1 0 0,-2-1-1 0 0,0 0 4 0 0,0 1 0 0 0,0-1 0 0 0,0 1 0 0 0,0 0 0 0 0,0 1 0 0 0,0-1 0 0 0,0 1 0 0 0,0 0 0 0 0,0 0 0 0 0,1 0 0 0 0,-1 0 0 0 0,0 0 0 0 0,0 1 0 0 0,-4 2 0 0 0,-3 3-2 0 0,0 1 0 0 0,0 0 0 0 0,-18 17-1 0 0,26-21-2 0 0,0-1 0 0 0,-1 1 0 0 0,1-1 0 0 0,1 1 0 0 0,-1 0 0 0 0,1 0 0 0 0,-1 1 0 0 0,1-1 0 0 0,0 0 0 0 0,1 1 0 0 0,-1-1 0 0 0,1 1 0 0 0,0-1 0 0 0,-1 6-1 0 0,3 2-15 0 0,3-5-64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4.9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 1 199 0 0,'-3'0'0'0'0,"0"1"0"0"0,0 1 0 0 0,-2-2 0 0 0,1 1 0 0 0,-2 2 0 0 0,-1 0 0 0 0,-2 1 0 0 0,-2-1 0 0 0,1 0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5.3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1 143 0 0,'3'16'0'0'0,"-1"-12"6"0"0,1-1-1 0 0,-1 0 0 0 0,1 0 0 0 0,-1 0 0 0 0,1 0 0 0 0,0 0 0 0 0,0 0 0 0 0,1-1 0 0 0,-1 0 0 0 0,6 4 0 0 0,4 0 28 0 0,24 8 0 0 0,-27-10-20 0 0,0-1 0 0 0,-1 1 0 0 0,1 1 0 0 0,11 7 0 0 0,-18-10-12 0 0,-1 0-1 0 0,1 0 0 0 0,0 1 1 0 0,-1-1-1 0 0,0 1 0 0 0,1-1 0 0 0,-1 1 1 0 0,0 0-1 0 0,-1 0 0 0 0,1 0 1 0 0,0 0-1 0 0,-1 0 0 0 0,0 1 0 0 0,1-1 1 0 0,-1 0-1 0 0,-1 1 0 0 0,2 3 0 0 0,-1 3 3 0 0,-1 0 0 0 0,0-1-1 0 0,0 1 1 0 0,-1 0 0 0 0,0-1-1 0 0,0 1 1 0 0,-1 0 0 0 0,-1-1-1 0 0,0 0 1 0 0,0 1 0 0 0,-5 8-1 0 0,3-7 2 0 0,0 0 0 0 0,-1-1-1 0 0,-1 1 1 0 0,0-1-1 0 0,0 0 1 0 0,-1-1-1 0 0,-1 0 1 0 0,-11 11-1 0 0,19-19-6 0 0,0-1-1 0 0,0 1 1 0 0,0 0-1 0 0,0 0 1 0 0,0 0-1 0 0,0-1 0 0 0,0 1 1 0 0,0 0-1 0 0,0-1 1 0 0,0 1-1 0 0,0-1 0 0 0,0 1 1 0 0,0-1-1 0 0,0 0 1 0 0,0 0-1 0 0,-1 1 0 0 0,1-1 1 0 0,0 0-1 0 0,0 0 1 0 0,0 0-1 0 0,-1 0 1 0 0,1 0-1 0 0,0 0 0 0 0,0-1 1 0 0,-2 1-1 0 0,-2-4-63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5.5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44 199 0 0,'3'-6'0'0'0,"-1"0"0"0"0,-1 4 0 0 0,1 1 0 0 0,-1-1 0 0 0,-1 1 0 0 0,3-1 0 0 0,0 1 0 0 0,4-4 0 0 0,2 1 0 0 0,6-1 72 0 0,-1 1-72 0 0,2 1 0 0 0,-1 2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6.1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20 143 0 0,'-4'24'0'0'0,"3"-17"0"0"0,-1 0 0 0 0,1 0 0 0 0,1 0 0 0 0,-1 0 0 0 0,1 0 0 0 0,0 0 0 0 0,1 0 0 0 0,0 0 0 0 0,2 10 0 0 0,-3-17 1 0 0,0 0 0 0 0,0 0 0 0 0,0 1 0 0 0,0-1-1 0 0,0 0 1 0 0,0 0 0 0 0,0 0 0 0 0,0 1-1 0 0,0-1 1 0 0,1 0 0 0 0,-1 0 0 0 0,0 0-1 0 0,0 1 1 0 0,0-1 0 0 0,0 0 0 0 0,0 0-1 0 0,1 0 1 0 0,-1 0 0 0 0,0 0 0 0 0,0 1-1 0 0,0-1 1 0 0,1 0 0 0 0,-1 0 0 0 0,0 0 0 0 0,0 0-1 0 0,0 0 1 0 0,1 0 0 0 0,-1 0 0 0 0,0 0-1 0 0,0 0 1 0 0,1 0 0 0 0,-1 0 0 0 0,0 0-1 0 0,0 0 1 0 0,0 0 0 0 0,1 0 0 0 0,-1 0-1 0 0,0 0 1 0 0,0 0 0 0 0,1 0 0 0 0,-1 0-1 0 0,0 0 1 0 0,0 0 0 0 0,0 0 0 0 0,1 0 0 0 0,-1-1-1 0 0,7-4 39 0 0,-7 5-39 0 0,29-39 123 0 0,-21 28-106 0 0,-1 1 1 0 0,2 0-1 0 0,14-15 0 0 0,-20 22-4 0 0,1 0-1 0 0,-1 0 1 0 0,1 1 0 0 0,0-1-1 0 0,0 1 1 0 0,0 0 0 0 0,0 0-1 0 0,1 0 1 0 0,5-2 0 0 0,-8 4-10 0 0,-1 0 0 0 0,0 0 0 0 0,0 0 0 0 0,1 0 0 0 0,-1 0 0 0 0,0 0 0 0 0,0 0 0 0 0,1 0 0 0 0,-1 0 1 0 0,0 1-1 0 0,0-1 0 0 0,0 0 0 0 0,1 1 0 0 0,-1-1 0 0 0,0 1 0 0 0,1 0 0 0 0,0 0-3 0 0,-1 0 1 0 0,0 1-1 0 0,0-1 0 0 0,1 0 0 0 0,-1 1 0 0 0,0-1 0 0 0,0 1 0 0 0,0-1 1 0 0,-1 1-1 0 0,1-1 0 0 0,0 1 0 0 0,0 0 0 0 0,-1-1 0 0 0,1 4 0 0 0,1 6 0 0 0,0-1 0 0 0,-1 1 0 0 0,-1 0 0 0 0,0 0 0 0 0,-2 19 0 0 0,0-18 0 0 0,2 0 0 0 0,-1 1 0 0 0,2-1 0 0 0,2 17 0 0 0,-3-28 0 0 0,0 0 0 0 0,0 0 0 0 0,0 0 0 0 0,0 0 0 0 0,1 1 0 0 0,-1-1 0 0 0,0 0 0 0 0,1 0 0 0 0,-1 0 0 0 0,1 0 0 0 0,0 0 0 0 0,-1 0 0 0 0,1 0 0 0 0,0 0 0 0 0,-1 0 0 0 0,1 0 0 0 0,0 0 0 0 0,0 0 0 0 0,0-1 0 0 0,0 1 0 0 0,1 0 0 0 0,-1 0 0 0 0,1-1 0 0 0,-1 0 0 0 0,0 0 0 0 0,1 0 0 0 0,-1 0 0 0 0,0-1 0 0 0,1 1 0 0 0,-1 0 0 0 0,0 0 0 0 0,1-1 0 0 0,-1 1 0 0 0,0-1 0 0 0,0 1 0 0 0,1-1 0 0 0,-1 0 0 0 0,0 1 0 0 0,0-1 0 0 0,1-1 0 0 0,22-16 0 0 0,-2 0 0 0 0,20-21 0 0 0,-24 21 0 0 0,0 1 0 0 0,1 2 0 0 0,31-21 0 0 0,-38 29 0 0 0,1 0 0 0 0,0 0 0 0 0,0 1 0 0 0,23-6 0 0 0,-35 11 0 0 0,0 1 0 0 0,-1 0 0 0 0,1 0 0 0 0,0 0 0 0 0,0 0 0 0 0,-1 0 0 0 0,1 0 0 0 0,0 0 0 0 0,0 0 0 0 0,-1 0 0 0 0,1 0 0 0 0,0 0 0 0 0,-1 0 0 0 0,1 0-1 0 0,0 1 1 0 0,0-1 0 0 0,-1 0 0 0 0,1 1 0 0 0,-1-1 0 0 0,1 0 0 0 0,0 1 0 0 0,-1-1 0 0 0,1 1 0 0 0,-1-1 0 0 0,1 1 0 0 0,-1-1 0 0 0,1 1 0 0 0,-1-1 0 0 0,1 1-1 0 0,-1-1 1 0 0,1 1 0 0 0,-1 0 0 0 0,0-1 0 0 0,1 1 0 0 0,-1 1 0 0 0,2 2-9 0 0,-1 1 1 0 0,0 0-1 0 0,-1-1 0 0 0,1 9 0 0 0,0 0-9 0 0,1 2-3 0 0,-3 0-86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05:56.4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35 113 223 0 0,'-7'14'16'0'0,"1"1"0"0"0,0-1 0 0 0,-6 23 0 0 0,11-33-12 0 0,0 0-1 0 0,0 0 1 0 0,1 0-1 0 0,-1 1 0 0 0,1-1 1 0 0,0 0-1 0 0,0 0 0 0 0,1 0 1 0 0,-1 0-1 0 0,1 1 1 0 0,-1-1-1 0 0,2 0 0 0 0,-1 0 1 0 0,0 0-1 0 0,1 0 0 0 0,-1-1 1 0 0,1 1-1 0 0,3 4 0 0 0,-4-6 0 0 0,1-1 0 0 0,0 1 0 0 0,-1-1-1 0 0,1 1 1 0 0,0-1 0 0 0,0 0 0 0 0,0 0-1 0 0,0 0 1 0 0,0 0 0 0 0,0 0 0 0 0,0 0-1 0 0,0-1 1 0 0,0 1 0 0 0,0 0 0 0 0,0-1-1 0 0,1 0 1 0 0,-1 0 0 0 0,0 1 0 0 0,0-1-1 0 0,0-1 1 0 0,1 1 0 0 0,-1 0 0 0 0,0 0-1 0 0,0-1 1 0 0,3 0 0 0 0,4-2 8 0 0,0 0 1 0 0,0 0-1 0 0,0-1 0 0 0,11-7 0 0 0,39-26 35 0 0,-1-3-1 0 0,63-58 0 0 0,-100 80-13 0 0,34-40 0 0 0,-44 44-32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4:32.0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70 24 0 0,'3'-5'4'0'0,"0"0"0"0"0,0 1 0 0 0,0 0 0 0 0,1-1 0 0 0,-1 1 0 0 0,1 1 0 0 0,0-1 0 0 0,0 0 0 0 0,1 1 0 0 0,-1 0 0 0 0,1 0 0 0 0,0 0 0 0 0,-1 1 0 0 0,1-1 0 0 0,0 1 0 0 0,0 0 0 0 0,6-1 0 0 0,3 1 11 0 0,1-1-1 0 0,-1 2 1 0 0,1 0-1 0 0,-1 1 1 0 0,21 2-1 0 0,530 2-14 0 0,-175 10 0 0 0,-357-12 0 0 0,227 8 0 0 0,8 1 0 0 0,104 12 0 0 0,13 1 0 0 0,73 3 0 0 0,-98-10 0 0 0,-22-2 0 0 0,-19 0 0 0 0,97 3 0 0 0,1132 4 0 0 0,-645 16 0 0 0,-806-33 0 0 0,239 23 0 0 0,-132-10 0 0 0,375 61 0 0 0,-455-54 0 0 0,135 10 0 0 0,-221-33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8:47.5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568 1335 111 0 0,'-44'-19'-1'0'0,"-7"-4"10"0"0,-77-44-1 0 0,59 16 192 0 0,29 21-192 0 0,-82-67 24 0 0,108 83-26 0 0,0 1-1 0 0,1-2 0 0 0,0 0 1 0 0,1-1-1 0 0,-19-33 0 0 0,28 43-3 0 0,0-1-1 0 0,1 1 1 0 0,0-1-1 0 0,0 0 1 0 0,0 0-1 0 0,1 0 0 0 0,0 0 1 0 0,0 0-1 0 0,1 0 1 0 0,0 0-1 0 0,0 0 0 0 0,1 0 1 0 0,0 0-1 0 0,0 0 1 0 0,1 1-1 0 0,-1-1 0 0 0,1 0 1 0 0,4-8-1 0 0,6-9 8 0 0,0 0 0 0 0,2 2 0 0 0,25-35-1 0 0,-19 29-6 0 0,27-38 15 0 0,2 2 0 0 0,64-62 0 0 0,-83 97-15 0 0,1 1 0 0 0,1 1 1 0 0,2 2-1 0 0,0 2 0 0 0,73-37 0 0 0,255-75-2 0 0,-320 123 0 0 0,1 1 0 0 0,0 2 0 0 0,1 2 0 0 0,-1 1 0 0 0,1 3 0 0 0,0 2 0 0 0,1 1 0 0 0,58 9 0 0 0,-52-2 0 0 0,0 2 0 0 0,0 2 0 0 0,64 24 0 0 0,-93-27 0 0 0,1 2 0 0 0,-1 1 0 0 0,-1 0 0 0 0,0 2 0 0 0,0 1 0 0 0,-1 0 0 0 0,-1 1 0 0 0,-1 1 0 0 0,22 24 0 0 0,-15-10 0 0 0,-2 1 0 0 0,-2 1 0 0 0,0 1 0 0 0,29 67 0 0 0,-29-50 0 0 0,-3 1 0 0 0,23 102 0 0 0,-36-125 0 0 0,-1 1 0 0 0,-1 0 0 0 0,-1-1 0 0 0,-2 1 0 0 0,-5 50 0 0 0,1-57 0 0 0,0-1 0 0 0,-2 1 0 0 0,0-1 0 0 0,-1 0 0 0 0,-1 0 0 0 0,-2-1 0 0 0,-21 37 0 0 0,6-21 0 0 0,-2-1 0 0 0,0-1 0 0 0,-3-2 0 0 0,-1-1 0 0 0,-1-1 0 0 0,-1-2 0 0 0,-2-1 0 0 0,-53 31 0 0 0,59-43 0 0 0,0-1 0 0 0,-1-1 0 0 0,-1-1 0 0 0,0-2 0 0 0,0-2 0 0 0,-1 0 0 0 0,0-2 0 0 0,-39 2 0 0 0,-37-2 0 0 0,-120-10 0 0 0,182 2 0 0 0,-94-10-68 0 0,72 1-16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8:49.3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 3281 111 0 0,'-3'0'8'0'0,"0"0"-1"0"0,0 0 1 0 0,0 1-1 0 0,0-1 1 0 0,0 0-1 0 0,0 1 1 0 0,0 0-1 0 0,1 0 1 0 0,-4 1-1 0 0,6-2-6 0 0,0 0 0 0 0,-1 0-1 0 0,1 0 1 0 0,0 0 0 0 0,0 0-1 0 0,-1 0 1 0 0,1 0 0 0 0,0 0 0 0 0,0 0-1 0 0,-1 0 1 0 0,1 0 0 0 0,0 0 0 0 0,0 0-1 0 0,-1 0 1 0 0,1 0 0 0 0,0-1-1 0 0,0 1 1 0 0,-1 0 0 0 0,1 0 0 0 0,0 0-1 0 0,0 0 1 0 0,0 0 0 0 0,-1-1-1 0 0,1 1 1 0 0,0 0 0 0 0,0 0 0 0 0,0 0-1 0 0,0 0 1 0 0,-1-1 0 0 0,1 1 0 0 0,0 0-1 0 0,0 0 1 0 0,0-1 0 0 0,0 1-1 0 0,0 0 1 0 0,0 0 0 0 0,0-1 0 0 0,0 1-1 0 0,0 0 1 0 0,0 0 0 0 0,0-1-1 0 0,0 1 1 0 0,0 0 0 0 0,0 0 0 0 0,0-1-1 0 0,0 1 1 0 0,0 0 0 0 0,0-14 17 0 0,4-5-18 0 0,2-1 0 0 0,9-20 0 0 0,4-15 0 0 0,-4 0 0 0 0,0-2 0 0 0,2 0 0 0 0,42-92 0 0 0,-41 116 16 0 0,1 1 0 0 0,2 1 0 0 0,45-53 0 0 0,-30 45 6 0 0,2 2-1 0 0,49-36 0 0 0,-67 56-22 0 0,15-9 29 0 0,54-55-1 0 0,-34 16-23 0 0,78-124-1 0 0,-87 120 16 0 0,2 1 0 0 0,61-65 0 0 0,86-45-8 0 0,-13 12-12 0 0,18-72 1 0 0,-113 128 0 0 0,-61 79 0 0 0,2 1 0 0 0,1 1 0 0 0,1 2 0 0 0,2 0 0 0 0,38-23 0 0 0,136-96 0 0 0,-156 105 0 0 0,84-88 0 0 0,-54 36 0 0 0,17-18 0 0 0,-70 83 0 0 0,57-45 0 0 0,-32 39 0 0 0,1 1 0 0 0,75-32 0 0 0,-105 54 0 0 0,-5 1-7 0 0,0-1 0 0 0,0-1-1 0 0,-1 0 1 0 0,0-2-1 0 0,-1 1 1 0 0,-1-2-1 0 0,0 0 1 0 0,-1-1-1 0 0,14-21 1 0 0,-5 5-47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8:49.7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13 563 24 0 0,'-2'-1'1'0'0,"1"0"0"0"0,0 0 0 0 0,0-1 0 0 0,0 1 1 0 0,0 0-1 0 0,0-1 0 0 0,1 1 0 0 0,-1-1 1 0 0,0 1-1 0 0,1-1 0 0 0,-1 0 0 0 0,1 1 0 0 0,-1-1 1 0 0,1 0-1 0 0,0 1 0 0 0,0-1 0 0 0,-1 0 1 0 0,1 1-1 0 0,1-1 0 0 0,-1 0 0 0 0,0-2 0 0 0,2-2 16 0 0,0 0-1 0 0,0 0 0 0 0,1 0 1 0 0,4-9-1 0 0,-2 4 6 0 0,14-26-19 0 0,1 1-1 0 0,2 0 0 0 0,2 2 1 0 0,1 0-1 0 0,42-44 1 0 0,-44 56-3 0 0,0 1-1 0 0,2 0 1 0 0,0 2 0 0 0,1 1 0 0 0,1 1 0 0 0,1 1 0 0 0,52-21-1 0 0,-45 24 1 0 0,64-16 0 0 0,-84 26 0 0 0,0 1 0 0 0,-1 0 0 0 0,1 1 0 0 0,0 0 0 0 0,0 1 0 0 0,0 1 0 0 0,20 4 0 0 0,-31-5 0 0 0,-1 1 0 0 0,0 0 0 0 0,1 0 0 0 0,-1 0 0 0 0,0 0 0 0 0,0 1 0 0 0,1-1 0 0 0,-1 1 0 0 0,0 0 0 0 0,-1 0 0 0 0,1 0 0 0 0,0 0 0 0 0,2 3 0 0 0,-3-3 0 0 0,-1 0 0 0 0,0 1 0 0 0,1-1 0 0 0,-1 0 0 0 0,0 0 0 0 0,0 1 0 0 0,-1-1 0 0 0,1 1 0 0 0,0-1 0 0 0,-1 1 0 0 0,0-1 0 0 0,1 1 0 0 0,-1-1 0 0 0,0 1 0 0 0,0-1 0 0 0,0 1 0 0 0,-1 0 0 0 0,0 3 0 0 0,-6 20 9 0 0,-1 1-1 0 0,-1-1 0 0 0,-1 0 1 0 0,-18 32-1 0 0,23-47 4 0 0,-19 35-7 0 0,-1 0 0 0 0,-38 51 1 0 0,42-70 5 0 0,-1-1 1 0 0,-1 0 0 0 0,-1-2 0 0 0,-39 31-1 0 0,2-8-11 0 0,-68 69 0 0 0,105-91 0 0 0,0 2 0 0 0,2 1 0 0 0,1 0 0 0 0,1 2 0 0 0,-15 31 0 0 0,13-16 0 0 0,4-1 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8:51.1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1 127 287 0 0,'1'-1'0'0'0,"0"0"0"0"0,-1 0 0 0 0,1 0 0 0 0,0 1 0 0 0,0-1 0 0 0,0 0 0 0 0,1 1 0 0 0,-1-1 0 0 0,0 0 0 0 0,0 1 0 0 0,0 0 0 0 0,0-1 0 0 0,0 1 0 0 0,1 0 0 0 0,1-1 0 0 0,4-1 0 0 0,23-9 0 0 0,1 2 0 0 0,1 0 0 0 0,0 3 0 0 0,57-6 0 0 0,135 7 0 0 0,-156 6 0 0 0,675 19 75 0 0,-69 5-23 0 0,-581-22-51 0 0,314-1 36 0 0,-80-1-10 0 0,221-10-27 0 0,-329 2 0 0 0,313-22 0 0 0,-325 14 0 0 0,152-13 0 0 0,-125 7-80 0 0,-164 16 64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48:51.6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89 399 0 0,'-1'-1'0'0'0,"1"1"0"0"0,0 0 0 0 0,0 0 0 0 0,0 0 0 0 0,0 0 0 0 0,-1-1 0 0 0,1 1 0 0 0,0 0 0 0 0,0 0 0 0 0,0-1 0 0 0,0 1 0 0 0,0 0 0 0 0,0 0 0 0 0,0-1 0 0 0,0 1 0 0 0,0 0 0 0 0,0 0 0 0 0,0-1 0 0 0,0 1 0 0 0,0 0 0 0 0,0 0 0 0 0,0-1 0 0 0,0 1 0 0 0,0 0 0 0 0,0 0 0 0 0,0-1 0 0 0,0 1 0 0 0,0 0 0 0 0,0 0 0 0 0,0-1 0 0 0,0 1 0 0 0,0 0 0 0 0,1 0 0 0 0,-1-1 0 0 0,0 1 0 0 0,0 0 0 0 0,0 0 0 0 0,0 0 0 0 0,1-1 0 0 0,-1 1 0 0 0,0 0 0 0 0,0 0 0 0 0,1 0 0 0 0,-1 0 0 0 0,0 0 0 0 0,0-1 0 0 0,0 1 0 0 0,1 0 0 0 0,-1 0 0 0 0,0 0 0 0 0,0 0 0 0 0,1 0 0 0 0,17-5 0 0 0,-14 4 0 0 0,52-11 13 0 0,77-8-1 0 0,57 7 24 0 0,-122 10-33 0 0,65-6 1 0 0,340-5 46 0 0,176 43-40 0 0,-332-8-11 0 0,-78-4 13 0 0,374 16 41 0 0,-348-27-53 0 0,-53-2 0 0 0,78-6 0 0 0,-278 2-3 0 0,0-1-1 0 0,-1-1 0 0 0,1 0 0 0 0,-1-1 0 0 0,0 0 1 0 0,0 0-1 0 0,0-1 0 0 0,0-1 0 0 0,0 0 0 0 0,-1 0 1 0 0,0-1-1 0 0,0 0 0 0 0,17-15 0 0 0,-17 11-7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0.3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0 596 487 0 0,'2'-5'0'0'0,"0"0"0"0"0,1 0 0 0 0,-1 1 0 0 0,1-1 0 0 0,0 1 0 0 0,0 0 0 0 0,0 0 0 0 0,0 0 0 0 0,1 0 0 0 0,-1 0 0 0 0,1 1 0 0 0,0 0 0 0 0,9-6 0 0 0,-2 3 2 0 0,0 0 0 0 0,0 1 1 0 0,0 1-1 0 0,24-7 0 0 0,91-27 25 0 0,231-102-1 0 0,141-54-26 0 0,-357 150 0 0 0,173-30 0 0 0,-288 70-13 0 0,0 1-1 0 0,0 1 0 0 0,0 1 1 0 0,1 1-1 0 0,-1 2 0 0 0,41 7 0 0 0,-36 0-66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0.5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16 427 343 0 0,'-2'-1'0'0'0,"-11"-7"0"0"0,12 3 0 0 0,8 0 0 0 0,80-31 9 0 0,-3 1 19 0 0,128-35-1 0 0,-26 29-27 0 0,129-37 0 0 0,-184 38 0 0 0,162-29 0 0 0,-136 43 0 0 0,-87 13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1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657 238 311 0 0,'-6'-2'0'0'0,"0"1"0"0"0,0 1 0 0 0,0-1 0 0 0,0 1 0 0 0,0 0 0 0 0,-1 0 0 0 0,1 1 0 0 0,0-1 0 0 0,0 2 0 0 0,1-1 0 0 0,-1 0 0 0 0,-11 5 0 0 0,14-4 1 0 0,-25 12-2 0 0,-1 1 1 0 0,2 1 0 0 0,-42 32-1 0 0,61-41 2 0 0,1 0-1 0 0,0 1 0 0 0,0-1 0 0 0,1 1 1 0 0,0 1-1 0 0,-9 14 0 0 0,12-17 1 0 0,0 0 0 0 0,1 1 0 0 0,-1 0 0 0 0,1 0 0 0 0,1 0 0 0 0,-1 0 0 0 0,1 0 0 0 0,0 0 0 0 0,1 0 0 0 0,0 12 0 0 0,2-3 14 0 0,0-1 0 0 0,0 0 0 0 0,2 0 0 0 0,0 0 0 0 0,1 0-1 0 0,0-1 1 0 0,1 0 0 0 0,0 0 0 0 0,2 0 0 0 0,-1-1 0 0 0,2 0-1 0 0,0 0 1 0 0,0-1 0 0 0,1 0 0 0 0,1-1 0 0 0,-1 0-1 0 0,2 0 1 0 0,0-1 0 0 0,0-1 0 0 0,1 0 0 0 0,0-1 0 0 0,0 0-1 0 0,1-1 1 0 0,0-1 0 0 0,18 6 0 0 0,2-2 6 0 0,0-3 1 0 0,0 0-1 0 0,0-2 0 0 0,66 0 1 0 0,-52-6 1 0 0,0-2 0 0 0,0-2 0 0 0,47-12-1 0 0,-33 0-4 0 0,0-2-1 0 0,-2-3 1 0 0,0-2-1 0 0,-1-3 1 0 0,-2-3-1 0 0,-1-2 1 0 0,65-49-1 0 0,-96 62-17 0 0,-1 0 0 0 0,-1-2 0 0 0,-1-1 0 0 0,28-34 0 0 0,-46 51 0 0 0,0-1 0 0 0,0 0 0 0 0,0 0 0 0 0,-1 0 0 0 0,0 0 0 0 0,0-1 0 0 0,-1 1 0 0 0,0-1 0 0 0,0 0 0 0 0,0 0 0 0 0,-1 0 0 0 0,0 0 0 0 0,0-8 0 0 0,-1 7 0 0 0,-1 0 0 0 0,0 0 0 0 0,-1 1 0 0 0,1-1 0 0 0,-1 0 0 0 0,-1 0 0 0 0,1 1 0 0 0,-2-1 0 0 0,1 1 0 0 0,-1 0 0 0 0,-5-8 0 0 0,-2-2 0 0 0,-1 1 0 0 0,0 1 0 0 0,-1 0 0 0 0,-1 1 0 0 0,0 0 0 0 0,-1 1 0 0 0,-1 1 0 0 0,-27-18 0 0 0,21 18 0 0 0,0 1 0 0 0,-1 0 0 0 0,0 2 0 0 0,0 1 0 0 0,-1 1 0 0 0,-36-7 0 0 0,19 9 1 0 0,-1 1 0 0 0,0 2-1 0 0,0 1 1 0 0,-46 7-1 0 0,-164 36-13 0 0,152-19-9 0 0,1 5-1 0 0,-111 46 1 0 0,106-30-139 0 0,-173 47 1 0 0,179-67 38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1.7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1 113 511 0 0,'1'-1'0'0'0,"1"0"0"0"0,-1 0 0 0 0,0 1 0 0 0,1-1 0 0 0,-1 0 0 0 0,1 1 0 0 0,-1-1 0 0 0,1 1 0 0 0,0-1 0 0 0,-1 1 0 0 0,1 0 0 0 0,-1 0 0 0 0,1 0 0 0 0,0 0 0 0 0,-1 0 0 0 0,1 0 0 0 0,0 0 0 0 0,-1 0 0 0 0,1 1 0 0 0,2 0 0 0 0,16 0 0 0 0,92-8 7 0 0,346-29 50 0 0,147-9 7 0 0,-422 36-64 0 0,127-2 54 0 0,201 28-44 0 0,-74 28 17 0 0,-2 26 8 0 0,-331-52-33 0 0,112 23 20 0 0,120 18 20 0 0,161-16 11 0 0,3-26 22 0 0,-417-15-59 0 0,92 13 0 0 0,-143-10-11 0 0,-1 0 0 0 0,-1 2-1 0 0,1 1 1 0 0,-1 2-1 0 0,-1 1 1 0 0,32 17-1 0 0,-33-13-54 0 0,27 20 0 0 0,-47-30 37 0 0,-1 0-1 0 0,0 0 0 0 0,-1 0 0 0 0,1 1 1 0 0,-1 0-1 0 0,0 0 0 0 0,-1 1 0 0 0,7 11 0 0 0,-11-17-5 0 0,0 1-1 0 0,0-1 1 0 0,0 1-1 0 0,-1-1 1 0 0,1 1-1 0 0,-1-1 1 0 0,0 1-1 0 0,0 0 0 0 0,0-1 1 0 0,0 1-1 0 0,0-1 1 0 0,0 1-1 0 0,-1-1 1 0 0,1 1-1 0 0,-1 0 1 0 0,1-1-1 0 0,-2 3 0 0 0,1-4-60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4.3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5 440 111 0 0,'0'0'1'0'0,"-1"0"-1"0"0,1 0 1 0 0,0 0-1 0 0,0 0 1 0 0,-1-1-1 0 0,1 1 1 0 0,0 0-1 0 0,0 0 1 0 0,-1 0-1 0 0,1 0 1 0 0,0 0-1 0 0,0-1 1 0 0,0 1-1 0 0,0 0 1 0 0,-1 0-1 0 0,1 0 1 0 0,0-1-1 0 0,0 1 1 0 0,0 0-1 0 0,0 0 0 0 0,0-1 1 0 0,-1 1-1 0 0,1 0 1 0 0,0 0-1 0 0,0-1 1 0 0,0 1-1 0 0,0 0 1 0 0,0 0-1 0 0,0-1 1 0 0,0 1-1 0 0,0 0 1 0 0,0-1-1 0 0,0 1 2 0 0,1 0-1 0 0,-1 0 0 0 0,0 0 1 0 0,0 0-1 0 0,0-1 0 0 0,1 1 1 0 0,-1 0-1 0 0,0 0 1 0 0,0 0-1 0 0,1 0 0 0 0,-1 0 1 0 0,0 0-1 0 0,1 0 0 0 0,-1 0 1 0 0,0 0-1 0 0,0 0 1 0 0,1 0-1 0 0,-1 0 0 0 0,0 0 1 0 0,0 0-1 0 0,1 0 1 0 0,-1 0-1 0 0,0 1 0 0 0,0-1 1 0 0,0 0-1 0 0,1 0 0 0 0,-1 0 1 0 0,0 0-1 0 0,0 0 1 0 0,1 1-1 0 0,-1-1 0 0 0,0 0 1 0 0,0 0-1 0 0,0 0 0 0 0,1 1 1 0 0,5 4 41 0 0,-1 0 0 0 0,1 1 0 0 0,8 11 1 0 0,0 1-3 0 0,43 53-41 0 0,60 100 0 0 0,-19-25 0 0 0,-95-143 1 0 0,67 87 65 0 0,-62-80-58 0 0,2-1 1 0 0,-1 0 0 0 0,1-1 0 0 0,0 0 0 0 0,0 0 0 0 0,21 10-1 0 0,-24-15-2 0 0,0-1 0 0 0,0 0-1 0 0,0 0 1 0 0,0-1 0 0 0,0 0-1 0 0,0 0 1 0 0,1-1 0 0 0,-1 0-1 0 0,0 0 1 0 0,1 0-1 0 0,-1-1 1 0 0,0 0 0 0 0,0-1-1 0 0,0 0 1 0 0,0 0 0 0 0,8-3-1 0 0,13-7 24 0 0,-1 0 0 0 0,39-25 0 0 0,-60 33-22 0 0,69-41 65 0 0,-2-3 0 0 0,83-73 0 0 0,-120 86-58 0 0,0-1 1 0 0,-2-1-1 0 0,29-44 0 0 0,-18 16-5 0 0,44-86-1 0 0,8-13-62 0 0,-73 130-53 0 0,2 0 0 0 0,46-45-1 0 0,-28 38-28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4.7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 1 24 0 0,'-10'14'5'0'0,"6"-10"2"0"0,1 1 0 0 0,0-1 0 0 0,0 1 0 0 0,0 0 0 0 0,1 0 0 0 0,-1 0-1 0 0,1 0 1 0 0,0 0 0 0 0,-1 9 0 0 0,-6 42 202 0 0,1-16-191 0 0,2 1-1 0 0,0 62 0 0 0,8-59-1 0 0,2 1 0 0 0,2-1 0 0 0,19 70 0 0 0,-2-23 17 0 0,32 106 164 0 0,-45-170-173 0 0,1-1 0 0 0,1 0 0 0 0,1-1 0 0 0,1 0 0 0 0,21 27 0 0 0,-22-37-23 0 0,-1-1 0 0 0,2 0-1 0 0,0 0 1 0 0,0-2 0 0 0,2 0 0 0 0,-1 0 0 0 0,1-1 0 0 0,1-1 0 0 0,0-1 0 0 0,0 0 0 0 0,1-2 0 0 0,30 10-1 0 0,-35-14 0 0 0,-1 0 0 0 0,1 0 0 0 0,0-1 0 0 0,0-1 0 0 0,1-1 0 0 0,-1 1 0 0 0,0-2 0 0 0,0 0 0 0 0,0-1 0 0 0,0 0 0 0 0,0-1 0 0 0,-1 0 0 0 0,1-1 0 0 0,-1 0 0 0 0,1-1 0 0 0,-1-1 0 0 0,-1 1 0 0 0,1-2 0 0 0,14-11-1 0 0,19-19 22 0 0,55-61 0 0 0,-4 4 1 0 0,168-112-22 0 0,-209 167 0 0 0,-31 21-26 0 0,-1 0 0 0 0,-1-1 0 0 0,0-2 0 0 0,-1 0 0 0 0,-2-1 0 0 0,0-1 0 0 0,27-44 0 0 0,-6-7-70 0 0,-3-2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9.1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29 201 111 0 0,'-27'-45'320'0'0,"27"45"-311"0"0,0-1 0 0 0,0 1-1 0 0,-1-1 1 0 0,1 1 0 0 0,0-1-1 0 0,0 1 1 0 0,0-1 0 0 0,0 1-1 0 0,0-1 1 0 0,0 1 0 0 0,0-1-1 0 0,0 1 1 0 0,0-1-1 0 0,0 1 1 0 0,0-1 0 0 0,0 0-1 0 0,0 1 1 0 0,0-1 0 0 0,0 1-1 0 0,0-1 1 0 0,1 1 0 0 0,-1-1-1 0 0,0 1 1 0 0,0 0-1 0 0,1-1 1 0 0,0 0 0 0 0,0 0-6 0 0,0 0 1 0 0,0 0 0 0 0,0 0-1 0 0,1 0 1 0 0,-1 0 0 0 0,0 0-1 0 0,1 1 1 0 0,-1-1 0 0 0,2 0-1 0 0,32-7-25 0 0,-35 8 22 0 0,66-7 0 0 0,87 4 0 0 0,-9 0 0 0 0,167-16 0 0 0,-67 22 0 0 0,10-1 0 0 0,182-12 0 0 0,-406 11 0 0 0,330-5 0 0 0,60-8 0 0 0,-298 10 0 0 0,150-13 0 0 0,20-1 0 0 0,-241 16 0 0 0,256-8 0 0 0,137-11 0 0 0,-389 19 0 0 0,236-6 0 0 0,145-1 0 0 0,-26 11 0 0 0,-327-5 0 0 0,206 14 0 0 0,16 0 0 0 0,58-4 0 0 0,-324-6 0 0 0,67 7 0 0 0,121-5 0 0 0,216 1 0 0 0,-91-2 0 0 0,52 1 0 0 0,-259 2 0 0 0,152-10 0 0 0,-190 0 0 0 0,161 18 0 0 0,-204-12 0 0 0,0-2 0 0 0,0-4 0 0 0,85-14 0 0 0,-104 11-24 0 0,0 2 0 0 0,1 2-1 0 0,76 6 1 0 0,-56 4-64 0 0,-36-6 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0:57:39.2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11 199 0 0,'4'-2'0'0'0,"-2"2"0"0"0,-2-1 0 0 0,2-1 0 0 0,-2 4 0 0 0,0-4 64 0 0,1 2-64 0 0,-1-2 64 0 0,0 0-64 0 0,-1 0 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35.7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237 213 199 0 0,'-103'-53'0'0'0,"94"49"2"0"0,0-2 0 0 0,1 1 0 0 0,-1-1 0 0 0,1 0 0 0 0,1-1 0 0 0,-1 0 0 0 0,-8-11 0 0 0,3 3 39 0 0,1 0 0 0 0,-18-32 0 0 0,30 46-30 0 0,-1 0 0 0 0,0 0-1 0 0,1-1 1 0 0,-1 1 0 0 0,1 0 0 0 0,0 0 0 0 0,-1 0-1 0 0,1-1 1 0 0,0 1 0 0 0,-1-2 0 0 0,1 2-4 0 0,0 1 1 0 0,1 0-1 0 0,-1-1 1 0 0,0 1-1 0 0,0 0 1 0 0,0-1-1 0 0,0 1 1 0 0,0 0-1 0 0,0-1 1 0 0,0 1 0 0 0,1 0-1 0 0,-1 0 1 0 0,0-1-1 0 0,0 1 1 0 0,1 0-1 0 0,-1 0 1 0 0,0-1-1 0 0,0 1 1 0 0,1 0-1 0 0,-1 0 1 0 0,0 0-1 0 0,0-1 1 0 0,1 1 0 0 0,-1 0-1 0 0,0 0 1 0 0,1 0-1 0 0,2-1 26 0 0,1 1 1 0 0,-1 0-1 0 0,0 0 0 0 0,0 0 0 0 0,1 0 0 0 0,5 2 1 0 0,-1-1-88 0 0,344 23 185 0 0,-16-20 33 0 0,-190-3-75 0 0,109 8 60 0 0,87 0 22 0 0,74 2-132 0 0,-105-1-14 0 0,364 17 50 0 0,-490-20-15 0 0,64 6 13 0 0,362 7 103 0 0,-567-20-562 0 0,66 7-1 0 0,-98-5-144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37.3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67 158 367 0 0,'-4'1'5'0'0,"0"-1"0"0"0,0 1-1 0 0,0-1 1 0 0,0 1-1 0 0,0-1 1 0 0,0-1-1 0 0,1 1 1 0 0,-1 0 0 0 0,0-1-1 0 0,0 0 1 0 0,0 0-1 0 0,0 0 1 0 0,-6-3-1 0 0,10 4-3 0 0,0 0 0 0 0,0 0 0 0 0,-1 0 0 0 0,1 0 0 0 0,0 0 0 0 0,-1 0 0 0 0,1-1 0 0 0,0 1 0 0 0,0 0 0 0 0,0 0 0 0 0,-1 0 0 0 0,1 0 0 0 0,0-1 0 0 0,0 1-1 0 0,-1 0 1 0 0,1 0 0 0 0,0 0 0 0 0,0-1 0 0 0,0 1 0 0 0,0 0 0 0 0,0 0 0 0 0,-1-1 0 0 0,1 1 0 0 0,0 0 0 0 0,0 0 0 0 0,0-1 0 0 0,0 1 0 0 0,0 0-1 0 0,0-1 1 0 0,0 1 0 0 0,0 0 0 0 0,0 0 0 0 0,0-1 0 0 0,0 1 0 0 0,0 0 0 0 0,0 0 0 0 0,0-1 0 0 0,10-7 78 0 0,17-3 52 0 0,44-7-126 0 0,72-9 0 0 0,-92 20-5 0 0,31-7 0 0 0,11-1 0 0 0,4 1 0 0 0,-48 6 0 0 0,5 0 0 0 0,97-4 0 0 0,-132 11-17 0 0,-13 0 5 0 0,0 1 1 0 0,0 0-1 0 0,12 2 0 0 0,-66 5-350 0 0,34-9 348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37.6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1 311 0 0,'-11'0'0'0'0,"22"33"0"0"0,-10-29 1 0 0,10 26 31 0 0,12 58-1 0 0,6 132 116 0 0,7 43 42 0 0,-35-256-189 0 0,1 0 0 0 0,0 0 0 0 0,1-1 0 0 0,0 1 0 0 0,0 0 0 0 0,0-1 0 0 0,1 1 0 0 0,6 8 0 0 0,-9-14-4 0 0,-1-1 0 0 0,1 1-1 0 0,-1-1 1 0 0,1 0-1 0 0,-1 1 1 0 0,1-1 0 0 0,-1 0-1 0 0,1 0 1 0 0,-1 1-1 0 0,1-1 1 0 0,-1 0 0 0 0,1 0-1 0 0,-1 0 1 0 0,1 1-1 0 0,0-1 1 0 0,-1 0 0 0 0,1 0-1 0 0,-1 0 1 0 0,1 0-1 0 0,-1 0 1 0 0,1 0 0 0 0,0 0-1 0 0,-1-1 1 0 0,1 1-1 0 0,-1 0 1 0 0,1 0 0 0 0,-1 0-1 0 0,1-1 1 0 0,-1 1-1 0 0,1 0 1 0 0,-1 0 0 0 0,1-1-1 0 0,-1 1 1 0 0,1 0-1 0 0,-1-1 1 0 0,1 1 0 0 0,-1-1-1 0 0,0 1 1 0 0,1-1-1 0 0,15-18-219 0 0,-10 9 128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38.1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58 399 0 0,'-1'0'1'0'0,"1"0"-1"0"0,0 0 0 0 0,0 0 1 0 0,-1 0-1 0 0,1 0 0 0 0,0 1 0 0 0,0-1 1 0 0,-1 0-1 0 0,1 0 0 0 0,0 0 1 0 0,-1 0-1 0 0,1 0 0 0 0,0-1 0 0 0,0 1 1 0 0,-1 0-1 0 0,1 0 0 0 0,0 0 1 0 0,0 0-1 0 0,-1 0 0 0 0,1 0 0 0 0,0 0 1 0 0,0 0-1 0 0,-1-1 0 0 0,1 1 1 0 0,0 0-1 0 0,0 0 0 0 0,-1 0 0 0 0,1 0 1 0 0,0-1-1 0 0,0 1 0 0 0,0 0 1 0 0,0 0-1 0 0,-1-1 0 0 0,1 1 0 0 0,7-7 22 0 0,15-5 10 0 0,-7 5-28 0 0,-1 1-1 0 0,1 1 1 0 0,0 1-1 0 0,0 0 0 0 0,0 1 1 0 0,0 0-1 0 0,1 1 0 0 0,-1 1 1 0 0,1 0-1 0 0,0 2 1 0 0,-1-1-1 0 0,1 2 0 0 0,-1 0 1 0 0,1 1-1 0 0,-1 1 0 0 0,0 0 1 0 0,0 1-1 0 0,21 10 0 0 0,-2 2-3 0 0,36 24 0 0 0,-54-31 0 0 0,-1 1 0 0 0,-1 1 0 0 0,0 1 0 0 0,17 18 0 0 0,-28-27 0 0 0,0-1 0 0 0,0 1 0 0 0,-1 0 0 0 0,1 0 0 0 0,-1 0 0 0 0,0 0 0 0 0,0 0 0 0 0,0 1 0 0 0,-1-1 0 0 0,0 1 0 0 0,0-1 0 0 0,0 1 0 0 0,0-1 0 0 0,0 9 0 0 0,-1-7 0 0 0,-1 0 0 0 0,0 1 0 0 0,0-2 0 0 0,0 1 0 0 0,-1 0 0 0 0,0 0 0 0 0,0 0 0 0 0,0-1 0 0 0,-1 1 0 0 0,-3 5 0 0 0,-4 3 0 0 0,0-1 0 0 0,0 0 0 0 0,-2-1 0 0 0,1 0 0 0 0,-1 0 0 0 0,-1-1 0 0 0,-18 12 0 0 0,-41 30 0 0 0,-90 86 0 0 0,152-130 16 0 0,1 0 0 0 0,-13 18 0 0 0,20-25-15 0 0,0 1 0 0 0,0 0 0 0 0,1-1 0 0 0,-1 1 0 0 0,1 0 0 0 0,0 0 0 0 0,0 0 0 0 0,0 0 0 0 0,0 0 0 0 0,0 0 0 0 0,0 0 0 0 0,1 0 0 0 0,0 0 0 0 0,0 0 0 0 0,0 0 0 0 0,0 6-1 0 0,1-7 0 0 0,-1 0 0 0 0,1 1 0 0 0,0-1 0 0 0,0 0 0 0 0,0 0 0 0 0,0-1 0 0 0,0 1 0 0 0,0 0 0 0 0,0 0 0 0 0,1 0 0 0 0,-1-1 0 0 0,1 1 0 0 0,-1-1 0 0 0,1 1 0 0 0,2 1 0 0 0,0-1 0 0 0,0 0 0 0 0,0 0 0 0 0,0 0 0 0 0,0 0 0 0 0,0-1 0 0 0,0 1 0 0 0,7 0 0 0 0,0-1 0 0 0,1 1 0 0 0,0-2 0 0 0,0 0 0 0 0,23-2 0 0 0,111-25 3 0 0,-78 13-75 0 0,-34 9-19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38.6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531 149 455 0 0,'-13'3'0'0'0,"1"1"0"0"0,0 1-1 0 0,1 0 1 0 0,-14 8-1 0 0,-42 31 32 0 0,53-35-6 0 0,-5 4-24 0 0,1 0 0 0 0,1 1 0 0 0,0 1 1 0 0,1 0-1 0 0,0 1 0 0 0,2 1 0 0 0,0 0 0 0 0,-15 24 0 0 0,24-33 0 0 0,-21 41-3 0 0,24-44 4 0 0,0-1-1 0 0,0 0 0 0 0,1 1 0 0 0,0 0 0 0 0,0-1 0 0 0,0 1 1 0 0,0 0-1 0 0,1-1 0 0 0,0 8 0 0 0,0-10 3 0 0,0 0-1 0 0,1 0 1 0 0,-1 0 0 0 0,1 0-1 0 0,-1 0 1 0 0,1 0-1 0 0,0 0 1 0 0,0 0 0 0 0,0-1-1 0 0,0 1 1 0 0,0 0 0 0 0,0 0-1 0 0,1-1 1 0 0,-1 1-1 0 0,0-1 1 0 0,3 3 0 0 0,0-2 0 0 0,-1 1 1 0 0,0-1 0 0 0,1 0 0 0 0,-1-1 0 0 0,1 1 0 0 0,0 0 0 0 0,0-1-1 0 0,4 1 1 0 0,2 0-3 0 0,0 0 0 0 0,0-1-1 0 0,0 0 1 0 0,1-1 0 0 0,-1 0 0 0 0,10-2-1 0 0,14-2 10 0 0,-1-1 0 0 0,0-2-1 0 0,-1-1 1 0 0,1-2 0 0 0,36-16-1 0 0,-49 17-10 0 0,-1-2-1 0 0,0 0 1 0 0,0-1-1 0 0,18-15 1 0 0,-27 18 1 0 0,0 0 1 0 0,-1-1 0 0 0,0 0-1 0 0,0-1 1 0 0,-1 0 0 0 0,-1 0-1 0 0,13-24 1 0 0,-13 18 6 0 0,0 1 1 0 0,-1-1-1 0 0,-1 0 0 0 0,-1 0 1 0 0,0-1-1 0 0,2-24 0 0 0,-5 34-8 0 0,-1-1 0 0 0,0 0-1 0 0,0 1 1 0 0,-1-1 0 0 0,0 1-1 0 0,-1 0 1 0 0,0-1 0 0 0,0 1 0 0 0,0 0-1 0 0,-1 0 1 0 0,-1 0 0 0 0,1 0-1 0 0,-1 1 1 0 0,0-1 0 0 0,-8-8-1 0 0,9 12 1 0 0,0 1 0 0 0,-1 0 0 0 0,0 0 0 0 0,0 0 0 0 0,0 0 0 0 0,0 0 0 0 0,0 1 0 0 0,-1 0 0 0 0,1 0 0 0 0,-1 0 0 0 0,1 0 0 0 0,-1 1 0 0 0,0 0 0 0 0,0 0 0 0 0,0 0 0 0 0,-6 0 0 0 0,-4 0 0 0 0,-1 1 0 0 0,1 1 0 0 0,-28 4 0 0 0,18 0 1 0 0,1 0-1 0 0,0 2 0 0 0,0 1 0 0 0,1 0 0 0 0,0 2 0 0 0,-26 15 1 0 0,22-8-4 0 0,1 0 0 0 0,0 2 0 0 0,2 1 0 0 0,-34 34 0 0 0,14-9-88 0 0,2 2-1 0 0,-42 61 0 0 0,75-95 20 0 0,-15 17 0 0 0,8-12 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0.6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43 240 143 0 0,'-4'5'3'0'0,"0"0"0"0"0,1 0 0 0 0,-1 1 0 0 0,1-1 0 0 0,1 1 0 0 0,-1-1 0 0 0,1 1 0 0 0,0 0 0 0 0,0 0 0 0 0,-2 9-1 0 0,1 6 14 0 0,-3 39 0 0 0,6-47-10 0 0,0 0 0 0 0,0 0 0 0 0,2 1-1 0 0,-1-1 1 0 0,2 0 0 0 0,0 0 0 0 0,0 0-1 0 0,1-1 1 0 0,1 1 0 0 0,0-1 0 0 0,1 0-1 0 0,14 22 1 0 0,0-12 37 0 0,-13-15-38 0 0,-1 0-4 0 0,1 0 0 0 0,0-1-1 0 0,0 0 1 0 0,0 0 0 0 0,1-1-1 0 0,0 0 1 0 0,15 7-1 0 0,-18-10 0 0 0,0-1 0 0 0,0 0 0 0 0,-1 0 0 0 0,1-1 0 0 0,0 1 0 0 0,0-1 0 0 0,0 0 0 0 0,0 0 0 0 0,0-1 0 0 0,0 0 0 0 0,0 0 0 0 0,0 0 0 0 0,0 0 0 0 0,8-4 0 0 0,4-3 2 0 0,-1-1 1 0 0,26-18-1 0 0,-31 20 2 0 0,4-4 1 0 0,-1 0 0 0 0,-1-1 0 0 0,0 0 1 0 0,0-1-1 0 0,-2-1 0 0 0,1 0 0 0 0,-2-1 0 0 0,0 0 0 0 0,-1 0 0 0 0,0-1 0 0 0,-1 0 0 0 0,-1-1 0 0 0,-1 1 1 0 0,0-2-1 0 0,-1 1 0 0 0,-1 0 0 0 0,0-1 0 0 0,-2 0 0 0 0,0 0 0 0 0,-1 0 0 0 0,0 0 0 0 0,-4-25 0 0 0,0 15-5 0 0,-2-1 0 0 0,-1 1 0 0 0,-2 0 0 0 0,-13-33 0 0 0,20 57 0 0 0,0 1 0 0 0,-1 0 0 0 0,0 0 0 0 0,1-1 0 0 0,-1 1 0 0 0,-1 1 0 0 0,1-1 0 0 0,0 0 0 0 0,-1 0 0 0 0,1 1 0 0 0,-1 0 0 0 0,0-1 0 0 0,0 1 0 0 0,-5-3 0 0 0,5 4 0 0 0,0 0 0 0 0,0 0 0 0 0,0 0 0 0 0,-1 0 0 0 0,1 1 0 0 0,0-1 0 0 0,0 1 0 0 0,-1 0 0 0 0,1 0 0 0 0,0 0 0 0 0,-1 1 0 0 0,1-1 0 0 0,0 1 0 0 0,0-1 0 0 0,-6 3 0 0 0,-3 2 8 0 0,1 0-1 0 0,0 0 0 0 0,0 1 1 0 0,1 1-1 0 0,0 0 0 0 0,-17 14 1 0 0,1 3-2 0 0,-23 28 0 0 0,-103 138-6 0 0,131-151-84 0 0,16-30-8 0 0,5-8 12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0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4 367 0 0,'1'0'1'0'0,"-1"0"-1"0"0,0-1 0 0 0,0 1 0 0 0,0 0 0 0 0,0 0 0 0 0,0 0 0 0 0,0 0 0 0 0,0 0 0 0 0,0 0 0 0 0,0 0 0 0 0,0 0 0 0 0,0 0 0 0 0,0 0 0 0 0,0-1 0 0 0,0 1 0 0 0,0 0 0 0 0,0 0 0 0 0,0 0 0 0 0,0 0 0 0 0,0 0 0 0 0,0 0 0 0 0,0 0 0 0 0,0 0 0 0 0,0 0 0 0 0,0 0 0 0 0,0-1 0 0 0,0 1 0 0 0,0 0 0 0 0,0 0 0 0 0,0 0 0 0 0,-1 0 0 0 0,1 0 0 0 0,0 0 0 0 0,0 0 0 0 0,0 0 0 0 0,0 0 0 0 0,0 0 0 0 0,0 0 0 0 0,0 0 0 0 0,0 0 0 0 0,0-1 0 0 0,0 1 0 0 0,0 0 0 0 0,0 0 0 0 0,-1 0 0 0 0,1 0 0 0 0,0 0 0 0 0,0 0 0 0 0,0 0 0 0 0,0 0 0 0 0,0 0 0 0 0,0 0 0 0 0,0 0 0 0 0,-5 6-1 0 0,-2 11 12 0 0,-4 72 42 0 0,4 1 0 0 0,3-1 0 0 0,5 1 0 0 0,3-1 0 0 0,25 140-1 0 0,-20-186-52 0 0,3 0 0 0 0,1-1 0 0 0,2 0 0 0 0,30 58 0 0 0,-43-95-3 0 0,1 0 0 0 0,0-1 0 0 0,0 0 0 0 0,0 1 0 0 0,1-1 0 0 0,-1 0 0 0 0,1-1 0 0 0,7 6 0 0 0,-9-7-9 0 0,1 0 0 0 0,0 0 0 0 0,0 0 1 0 0,0-1-1 0 0,1 1 0 0 0,-1-1 0 0 0,0 0 0 0 0,0 0 0 0 0,1 0 0 0 0,-1 0 1 0 0,0-1-1 0 0,1 1 0 0 0,-1-1 0 0 0,5 0 0 0 0,6-1-95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1.3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1 487 0 0,'0'0'0'0'0,"-1"0"0"0"0,1 1 0 0 0,0-1 0 0 0,-1 0 0 0 0,1 1 0 0 0,0-1 0 0 0,-1 0 0 0 0,1 1 0 0 0,0-1 0 0 0,-1 1 0 0 0,1-1 0 0 0,0 0 0 0 0,0 1 0 0 0,0-1 0 0 0,-1 1 0 0 0,1-1 0 0 0,0 1 0 0 0,0-1 0 0 0,0 1 0 0 0,0-1 0 0 0,0 1 0 0 0,0-1 0 0 0,0 1 0 0 0,0-1 0 0 0,0 1 0 0 0,0-1 0 0 0,0 1 0 0 0,0-1 0 0 0,0 1 0 0 0,0-1 0 0 0,1 1 0 0 0,-1-1 0 0 0,0 1 0 0 0,0-1 0 0 0,1 1 0 0 0,-1-1 0 0 0,1 1 0 0 0,3 9 11 0 0,7 26-3 0 0,-2 1 0 0 0,-2 0-1 0 0,4 53 1 0 0,-3 116 13 0 0,-8-156-20 0 0,6 320 53 0 0,-6-366-50 0 0,0 2-3 0 0,0-1 0 0 0,0 0 0 0 0,0 1-1 0 0,-1-1 1 0 0,0 1 0 0 0,0-1 0 0 0,-3 10-1 0 0,4-15-1 0 0,0 0 0 0 0,0 0-1 0 0,0 0 1 0 0,-1 0-1 0 0,1 0 1 0 0,0 0-1 0 0,0 0 1 0 0,0 0-1 0 0,0 0 1 0 0,0-1-1 0 0,0 1 1 0 0,0 0-1 0 0,0 0 1 0 0,0 0-1 0 0,0 0 1 0 0,0 0-1 0 0,0 0 1 0 0,0 0-1 0 0,0 0 1 0 0,-1 0-1 0 0,1 0 1 0 0,0 0-1 0 0,0 0 1 0 0,0 0-1 0 0,0 0 1 0 0,0 0-1 0 0,0 0 1 0 0,0 0 0 0 0,0 0-1 0 0,0 0 1 0 0,0 0-1 0 0,-1 0 1 0 0,1 0-1 0 0,0 0 1 0 0,0 0-1 0 0,0 0 1 0 0,0 0-1 0 0,0 0 1 0 0,0 0-1 0 0,0 0 1 0 0,0 0-1 0 0,0 0 1 0 0,-1 0-1 0 0,1 0 1 0 0,0 0-1 0 0,0 0 1 0 0,0 0-1 0 0,0 0 1 0 0,0 0-1 0 0,0 0 1 0 0,0 1-1 0 0,0-1 1 0 0,0 0-1 0 0,0 0 1 0 0,0 0 0 0 0,0 0-1 0 0,0 0 1 0 0,0 0-1 0 0,0 0 1 0 0,0 0-1 0 0,0 0 1 0 0,0 0-1 0 0,0 1 1 0 0,0-1-1 0 0,0 0 1 0 0,0 0-1 0 0,-2-6-58 0 0,2 6 57 0 0,-2-6-11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1.9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95 575 0 0,'-17'0'0'0'0,"17"0"0"0"0,0 0 0 0 0,-1 0 0 0 0,1 0 0 0 0,0 0 0 0 0,0 0 0 0 0,-1 0 0 0 0,1 0 0 0 0,0 0 0 0 0,-1 0 0 0 0,1 0 0 0 0,0 0 0 0 0,0 0 0 0 0,-1 0 0 0 0,1 0 0 0 0,0 0 0 0 0,0 0 0 0 0,-1-1 0 0 0,1 1 0 0 0,0 0 0 0 0,0 0 0 0 0,-1 0 0 0 0,1 0 0 0 0,0-1 0 0 0,0 1 0 0 0,0 0 0 0 0,-1 0 0 0 0,1 0 0 0 0,0-1 0 0 0,0 1 0 0 0,0 0 0 0 0,0 0 0 0 0,-1-1 0 0 0,1 1 0 0 0,0-1 0 0 0,3-3 0 0 0,0 0 0 0 0,0 0 0 0 0,0 0 0 0 0,0 0 0 0 0,1 1 0 0 0,-1-1 0 0 0,6-2 0 0 0,30-21 0 0 0,-32 22 0 0 0,1 1 0 0 0,0 1 0 0 0,0-1 0 0 0,0 1 0 0 0,0 0 0 0 0,0 1 0 0 0,1 0 0 0 0,11-1 0 0 0,-13 3 0 0 0,-1 0 0 0 0,1 0 0 0 0,-1 1 0 0 0,7 1 0 0 0,70 13 11 0 0,-77-14-2 0 0,1 0-1 0 0,0 1 1 0 0,-1 0-1 0 0,10 4 1 0 0,77 31 1 0 0,-76-30-10 0 0,27 17 0 0 0,-29-16 0 0 0,1 1 0 0 0,-2 0 0 0 0,27 22 0 0 0,-36-28 0 0 0,-1 1 0 0 0,0 0 0 0 0,0 1 0 0 0,0-1 0 0 0,0 1 0 0 0,-1-1 0 0 0,0 1 0 0 0,0 0 0 0 0,0 0 0 0 0,-1 1 0 0 0,1-1 0 0 0,1 8 0 0 0,-3-10 1 0 0,-1 0-1 0 0,0 0 0 0 0,0 0 0 0 0,0 0 0 0 0,0 0 0 0 0,-1 1 0 0 0,1-1 1 0 0,-1 0-1 0 0,0 0 0 0 0,1 0 0 0 0,-1-1 0 0 0,-1 1 0 0 0,1 0 0 0 0,0 0 1 0 0,-1 0-1 0 0,1-1 0 0 0,-1 1 0 0 0,0-1 0 0 0,0 1 0 0 0,0-1 0 0 0,0 0 1 0 0,0 0-1 0 0,-1 0 0 0 0,-2 2 0 0 0,-7 5 13 0 0,0-1 0 0 0,-1 0-1 0 0,-22 9 1 0 0,28-13-4 0 0,-165 63-9 0 0,110-45 0 0 0,45-16 0 0 0,0 2 0 0 0,-31 19 0 0 0,47-27 2 0 0,1 0-1 0 0,-1 1 0 0 0,0-1 0 0 0,1 0 0 0 0,-1 1 0 0 0,0-1 0 0 0,1 1 0 0 0,-1-1 0 0 0,0 1 0 0 0,1-1 0 0 0,-1 1 0 0 0,1-1 1 0 0,-1 1-1 0 0,1 0 0 0 0,-1-1 0 0 0,1 1 0 0 0,0 0 0 0 0,-1-1 0 0 0,1 1 0 0 0,0 0 0 0 0,-1 0 0 0 0,1-1 0 0 0,0 1 1 0 0,0 0-1 0 0,0 0 0 0 0,0-1 0 0 0,0 1 0 0 0,0 0 0 0 0,0 0 0 0 0,0-1 0 0 0,0 1 0 0 0,0 1 0 0 0,2 1 6 0 0,-1-1-1 0 0,1 1 0 0 0,-1-1 1 0 0,1 0-1 0 0,0 0 1 0 0,0 0-1 0 0,4 3 0 0 0,5 6-21 0 0,9 6 15 0 0,40 35 0 0 0,3 13 0 0 0,-56-58 0 0 0,0 1 0 0 0,-1 0 0 0 0,0 0 0 0 0,0 1 0 0 0,-1 0 0 0 0,0 0 0 0 0,-1 0 0 0 0,0 0 0 0 0,0 1 0 0 0,-1 0 0 0 0,0 0 0 0 0,-1 0 0 0 0,0 0 0 0 0,1 15 0 0 0,-3-20 0 0 0,1 0 0 0 0,-1-1 0 0 0,0 1 0 0 0,-1 0 0 0 0,1 0 0 0 0,-1-1 0 0 0,0 1 0 0 0,0 0 0 0 0,-1-1 0 0 0,1 1 0 0 0,-1-1 0 0 0,0 0 0 0 0,-4 6 0 0 0,2-3 0 0 0,0-1 0 0 0,-1-1 0 0 0,0 1 0 0 0,0-1 0 0 0,-1 1 0 0 0,1-2 0 0 0,-13 9 0 0 0,5-5 0 0 0,0-1 0 0 0,0 0 0 0 0,-1-1 0 0 0,0-1 0 0 0,0 0 0 0 0,0-1 0 0 0,-30 5 0 0 0,36-8-17 0 0,0-1 0 0 0,0 0-1 0 0,0 0 1 0 0,0 0 0 0 0,-12-3-1 0 0,2-2-62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3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 40 575 0 0,'-3'3'0'0'0,"1"1"0"0"0,0 0 0 0 0,0 0 0 0 0,0 0 0 0 0,0 0 0 0 0,1 1 0 0 0,0-1 0 0 0,-1 6 0 0 0,-4 38 0 0 0,3-12 0 0 0,-9 26 18 0 0,6-37-3 0 0,1 1 1 0 0,-1 44-1 0 0,5-68-15 0 0,1 0 0 0 0,0 0 0 0 0,1 1 0 0 0,-1-1 0 0 0,0 0 0 0 0,0 0 0 0 0,1 1 0 0 0,0-1 0 0 0,-1 0 0 0 0,3 3 0 0 0,-3-4 1 0 0,0-2 0 0 0,1 1-1 0 0,-1 0 1 0 0,1 0-1 0 0,-1 0 1 0 0,0 0-1 0 0,1 0 1 0 0,-1 0 0 0 0,0 0-1 0 0,1 0 1 0 0,-1-1-1 0 0,1 1 1 0 0,-1 0-1 0 0,0 0 1 0 0,1 0-1 0 0,-1-1 1 0 0,0 1 0 0 0,0 0-1 0 0,1 0 1 0 0,-1-1-1 0 0,0 1 1 0 0,1 0-1 0 0,-1-1 1 0 0,0 1 0 0 0,0 0-1 0 0,0-1 1 0 0,0 1-1 0 0,1-1 1 0 0,6-11 46 0 0,13-27-17 0 0,2 2-1 0 0,1 0 1 0 0,39-47-1 0 0,-45 65-27 0 0,0 1-1 0 0,1 0 0 0 0,1 1 0 0 0,1 1 1 0 0,0 0-1 0 0,1 2 0 0 0,28-15 0 0 0,-44 27-1 0 0,0-1 0 0 0,0 1 0 0 0,0 1 0 0 0,0-1 0 0 0,0 1 0 0 0,0 0 0 0 0,0 0 0 0 0,0 0 0 0 0,1 1 0 0 0,8 0 0 0 0,-11 1 0 0 0,1-1 0 0 0,-1 1 0 0 0,1 0 0 0 0,-1 0 0 0 0,0 0 0 0 0,1 0 0 0 0,-1 1 0 0 0,0-1 0 0 0,0 1 0 0 0,0 0 0 0 0,0 0 0 0 0,0 0 0 0 0,0 0 0 0 0,-1 0 0 0 0,1 1 0 0 0,-1-1 0 0 0,4 5 0 0 0,10 18 0 0 0,-3 2 0 0 0,15 41 0 0 0,18 41 211 0 0,-46-109-208 0 0,1 1-1 0 0,-1-1 0 0 0,0 1 1 0 0,0-1-1 0 0,0 0 1 0 0,0 1-1 0 0,0-1 1 0 0,1 1-1 0 0,-1-1 0 0 0,0 0 1 0 0,0 1-1 0 0,1-1 1 0 0,-1 1-1 0 0,0-1 0 0 0,1 0 1 0 0,-1 0-1 0 0,0 1 1 0 0,1-1-1 0 0,-1 0 1 0 0,0 1-1 0 0,1-1 0 0 0,-1 0 1 0 0,0 0-1 0 0,1 0 1 0 0,-1 1-1 0 0,1-1 1 0 0,-1 0-1 0 0,1 0 0 0 0,-1 0 1 0 0,1 0-1 0 0,0 0 1 0 0,12-8-6 0 0,-5 2 5 0 0,-5 3-10 0 0,1 1 0 0 0,-1 0 0 0 0,1 0 0 0 0,0 0 0 0 0,6-1 0 0 0,-9 2 1 0 0,0 1 0 0 0,0 0 0 0 0,0 0-1 0 0,0-1 1 0 0,1 1 0 0 0,-1 0 0 0 0,0 0 0 0 0,0 0 0 0 0,0 1-1 0 0,0-1 1 0 0,0 0 0 0 0,0 0 0 0 0,0 1 0 0 0,1-1 0 0 0,-1 0-1 0 0,0 1 1 0 0,0-1 0 0 0,0 1 0 0 0,0-1 0 0 0,-1 1 0 0 0,1 0-1 0 0,0-1 1 0 0,0 1 0 0 0,0 0 0 0 0,1 1 0 0 0,0-1-5 0 0,5 14-236 0 0,20 47 114 0 0,-26-60 50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3.4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4 167 0 0,'0'0'0'0'0,"2"0"0"0"0,-6-2 0 0 0,2 1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4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952 1832 223 0 0,'-11'3'0'0'0,"-1"0"0"0"0,1 0 0 0 0,-1-1 0 0 0,0-1 0 0 0,0 0 0 0 0,1 0 0 0 0,-1-1 0 0 0,-22-3 0 0 0,-39-6 0 0 0,0-3-1 0 0,-87-27 0 0 0,116 26 3 0 0,1-3 1 0 0,1-1 0 0 0,0-2-1 0 0,-72-46 1 0 0,96 53 8 0 0,2 0 0 0 0,0-1 0 0 0,0-1 0 0 0,1-1 0 0 0,1 0 0 0 0,1 0 0 0 0,0-2 1 0 0,1 1-1 0 0,0-2 0 0 0,2 0 0 0 0,0 0 0 0 0,1 0 0 0 0,-11-32 0 0 0,10 17 16 0 0,2 0 0 0 0,1-1 0 0 0,1 0 1 0 0,2 0-1 0 0,1-1 0 0 0,2 1 0 0 0,3-39 0 0 0,1 42-3 0 0,2 1-1 0 0,1 0 1 0 0,1 0-1 0 0,1 0 1 0 0,1 1 0 0 0,2 0-1 0 0,1 1 1 0 0,21-35-1 0 0,-3 12-3 0 0,3 1-1 0 0,1 1 1 0 0,3 2-1 0 0,2 2 1 0 0,79-73-1 0 0,-37 57-19 0 0,122-72 0 0 0,-109 75 0 0 0,-86 52 0 0 0,104-62 0 0 0,-86 54 0 0 0,1 2 0 0 0,38-13 0 0 0,-17 11 0 0 0,1 2 0 0 0,1 2 0 0 0,72-5 0 0 0,-42 11 0 0 0,116 9 0 0 0,-154-1 0 0 0,-1 2 0 0 0,1 1 0 0 0,63 20 0 0 0,-75-16 0 0 0,-1 0 0 0 0,-1 2 0 0 0,0 1 0 0 0,-1 1 0 0 0,38 29 0 0 0,-39-24 0 0 0,0 2 0 0 0,-2 0 0 0 0,-1 2 0 0 0,-1 1 0 0 0,-1 0 0 0 0,-1 2 0 0 0,-1 0 0 0 0,-1 1 0 0 0,-2 1 0 0 0,-1 0 0 0 0,-1 1 0 0 0,11 37 0 0 0,-9-11 0 0 0,-2 1 0 0 0,-2 0 0 0 0,-3 1 0 0 0,-2 0 0 0 0,-3 1 0 0 0,-3-1 0 0 0,-9 101 0 0 0,7-154 0 0 0,-8 74 6 0 0,-32 126 0 0 0,33-177 3 0 0,-2 0 1 0 0,-25 50-1 0 0,26-61-5 0 0,-2-1 0 0 0,0 0 0 0 0,0 0 0 0 0,-1-1 0 0 0,-20 18 0 0 0,5-9-4 0 0,-1-2 0 0 0,0-1 0 0 0,-54 29 0 0 0,-100 38 0 0 0,104-52 0 0 0,28-12-1 0 0,-57 26 4 0 0,85-42-7 0 0,0 0 0 0 0,-1-2 0 0 0,-24 5 0 0 0,10-6-51 0 0,0-1 0 0 0,-1-2 1 0 0,1-1-1 0 0,-1-2 0 0 0,1-2 1 0 0,0-1-1 0 0,0-2 0 0 0,-70-20 1 0 0,66 10-40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7.2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48 107 24 0 0,'-4'0'22'0'0,"-1"0"1"0"0,1 0-1 0 0,-1-1 1 0 0,1 0 0 0 0,-1 0-1 0 0,1 0 1 0 0,0 0 0 0 0,-8-5-1 0 0,12 6-20 0 0,0 0-1 0 0,0 0 0 0 0,0 0 0 0 0,0 0 0 0 0,0 0 0 0 0,0 0 0 0 0,0 0 0 0 0,1 0 0 0 0,-1 0 1 0 0,0 0-1 0 0,0 0 0 0 0,0 0 0 0 0,0 0 0 0 0,0 0 0 0 0,0 0 0 0 0,0 0 0 0 0,0 0 0 0 0,1 0 1 0 0,-1 0-1 0 0,0 0 0 0 0,0 0 0 0 0,0 0 0 0 0,0 0 0 0 0,0 0 0 0 0,0 0 0 0 0,0 0 0 0 0,0 0 1 0 0,0 0-1 0 0,1-1 0 0 0,-1 1 0 0 0,0 0 0 0 0,0 0 0 0 0,0 0 0 0 0,0 0 0 0 0,0 0 0 0 0,0 0 1 0 0,0 0-1 0 0,0 0 0 0 0,0-1 0 0 0,0 1 0 0 0,0 0 0 0 0,0 0 0 0 0,0 0 0 0 0,0 0 0 0 0,0 0 1 0 0,0 0-1 0 0,0 0 0 0 0,0-1 0 0 0,0 1 0 0 0,0 0 0 0 0,0 0 0 0 0,0 0 0 0 0,0 0 0 0 0,0 0 1 0 0,0 0-1 0 0,0 0 0 0 0,0-1 0 0 0,0 1 0 0 0,-1 0 0 0 0,1 0 0 0 0,0 0 0 0 0,0 0 0 0 0,0 0 0 0 0,0 0 1 0 0,0 0-1 0 0,0 0 0 0 0,0 0 0 0 0,0 0 0 0 0,-1 0 0 0 0,10-3-5 0 0,-9 3 6 0 0,29-1 16 0 0,0 0-1 0 0,0 3 1 0 0,36 5-1 0 0,28 1-25 0 0,-77-8 11 0 0,0 0 0 0 0,0-1 1 0 0,28-6-1 0 0,50-18 46 0 0,-67 16-45 0 0,0 1-4 0 0,107-29 0 0 0,-107 32 0 0 0,0 0 0 0 0,1 2 0 0 0,27-1 0 0 0,-29 8-28 0 0,-15-1 2 0 0,-11-3 26 0 0,0 0 0 0 0,0 0-1 0 0,1 1 1 0 0,-1-1-1 0 0,0 0 1 0 0,0 0-1 0 0,0 0 1 0 0,0 0-1 0 0,0 0 1 0 0,0 0-1 0 0,0 0 1 0 0,0 0-1 0 0,0 0 1 0 0,1 0-1 0 0,-1 1 1 0 0,0-1-1 0 0,0 0 1 0 0,0 0 0 0 0,0 0-1 0 0,0 0 1 0 0,0 0-1 0 0,0 0 1 0 0,0 0-1 0 0,0 1 1 0 0,0-1-1 0 0,0 0 1 0 0,0 0-1 0 0,0 0 1 0 0,0 0-1 0 0,0 0 1 0 0,0 0-1 0 0,0 0 1 0 0,0 1-1 0 0,0-1 1 0 0,0 0-1 0 0,0 0 1 0 0,0 0 0 0 0,0 0-1 0 0,0 0 1 0 0,0 0-1 0 0,0 0 1 0 0,0 1-1 0 0,-1-1 1 0 0,1 0-1 0 0,0 0 1 0 0,0 0-1 0 0,0 0 1 0 0,0 0-1 0 0,0 0 1 0 0,0 0-1 0 0,0 0 1 0 0,0 0-1 0 0,0 0 1 0 0,-1 1-1 0 0,-4 1-79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7.5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0 255 0 0,'5'7'16'0'0,"-1"-1"0"0"0,1 1 0 0 0,-1 1 0 0 0,0-1 0 0 0,-1 1 0 0 0,0-1 0 0 0,4 14 0 0 0,-3-8-8 0 0,14 43-8 0 0,-9-26 0 0 0,2 0 0 0 0,25 52 0 0 0,-35-80 0 0 0,7 11 0 0 0,-8-13 0 0 0,0 0 0 0 0,0 0 0 0 0,0 1 0 0 0,1-1 0 0 0,-1 0 0 0 0,0 0 0 0 0,0 1 0 0 0,0-1 0 0 0,1 0 0 0 0,-1 0 0 0 0,0 0 0 0 0,0 1 0 0 0,1-1 0 0 0,-1 0 0 0 0,0 0 0 0 0,0 0 0 0 0,1 0 0 0 0,-1 0 0 0 0,0 0 0 0 0,0 0 0 0 0,1 0 0 0 0,-1 1 0 0 0,0-1 0 0 0,1 0 0 0 0,-1 0 0 0 0,0 0 0 0 0,1 0 0 0 0,-1 0 0 0 0,0-1 0 0 0,0 1 0 0 0,1 0 0 0 0,-1 0 0 0 0,0 0 0 0 0,1 0 0 0 0,-1 0 0 0 0,0 0 0 0 0,0 0 0 0 0,1 0 0 0 0,-1-1 0 0 0,0 1 0 0 0,1 0 0 0 0,-1-2 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8.1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6 247 111 0 0,'-2'1'2'0'0,"-1"1"21"0"0,6 0 7 0 0,3 0-21 0 0,13 5 16 0 0,0-1 0 0 0,40 6 0 0 0,-28-8 7 0 0,1-1 0 0 0,-1-2-1 0 0,1-1 1 0 0,0-1 0 0 0,-1-2 0 0 0,1-1-1 0 0,-1-1 1 0 0,0-2 0 0 0,34-12-1 0 0,-15 2 1 0 0,62-28 0 0 0,-74 28-32 0 0,0 2 0 0 0,2 1 0 0 0,0 3 0 0 0,55-10 0 0 0,168-9 0 0 0,-183 23 0 0 0,-31 0 0 0 0,73-20 0 0 0,-85 16 0 0 0,1 3 0 0 0,0 1 0 0 0,66-3 0 0 0,-82 10 0 0 0,-1 2 0 0 0,0 0 0 0 0,0 1 0 0 0,0 2 0 0 0,0 0 0 0 0,0 1 0 0 0,33 15 0 0 0,-51-19-1 0 0,1 0 0 0 0,-1 0-1 0 0,1 0 1 0 0,-1 1 0 0 0,1-1-1 0 0,-1 1 1 0 0,0 0-1 0 0,4 6 1 0 0,-6-9-3 0 0,-1 1 1 0 0,1 0-1 0 0,-1-1 1 0 0,1 1-1 0 0,-1 0 1 0 0,1-1-1 0 0,-1 1 1 0 0,0 0-1 0 0,1 0 1 0 0,-1-1-1 0 0,0 1 0 0 0,0 0 1 0 0,0 0-1 0 0,0 0 1 0 0,0-1-1 0 0,1 1 1 0 0,-1 0-1 0 0,-1 0 1 0 0,1 0-1 0 0,0-1 1 0 0,0 1-1 0 0,0 0 1 0 0,0 0-1 0 0,0 0 1 0 0,-1-1-1 0 0,1 1 0 0 0,0 0 1 0 0,-1 0-1 0 0,1-1 1 0 0,-1 1-1 0 0,1 0 1 0 0,-1-1-1 0 0,1 1 1 0 0,-1-1-1 0 0,1 1 1 0 0,-1 0-1 0 0,1-1 1 0 0,-1 1-1 0 0,0-1 1 0 0,1 0-1 0 0,-1 1 0 0 0,0-1 1 0 0,0 1-1 0 0,1-1 1 0 0,-1 0-1 0 0,0 0 1 0 0,0 1-1 0 0,1-1 1 0 0,-2 0-1 0 0,-3 2-24 0 0,1-1-1 0 0,-1 0 1 0 0,0 0-1 0 0,1 0 1 0 0,-7 0-1 0 0,-3 0-35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8.4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1 255 0 0,'1'14'0'0'0,"1"0"0"0"0,0 0 0 0 0,1 1 0 0 0,1-2 0 0 0,7 20 0 0 0,-4-12 0 0 0,5 24 0 0 0,36 385 60 0 0,-40-327-45 0 0,5 121 40 0 0,22 188 7 0 0,-6-280-62 0 0,-23-107 0 0 0,-6-24 0 0 0,1 0-1 0 0,-1 0 1 0 0,0 1-1 0 0,0-1 1 0 0,0 0-1 0 0,0 0 1 0 0,0 0-1 0 0,0 1 1 0 0,-1-1-1 0 0,1 0 1 0 0,0 0-1 0 0,-1 0 1 0 0,1 1-1 0 0,0-1 1 0 0,-1 0-1 0 0,0 0 1 0 0,1 0-1 0 0,-1 0 1 0 0,0 0-1 0 0,1 0 1 0 0,-1 0-1 0 0,0 0 1 0 0,0 0-1 0 0,0-1 1 0 0,0 1-1 0 0,0 0 1 0 0,-1 1-1 0 0,-1-1-11 0 0,0 1 0 0 0,0-1 0 0 0,0 1 1 0 0,0-1-1 0 0,0 0 0 0 0,0 0 0 0 0,0 0 0 0 0,-1 0 0 0 0,-3 0 0 0 0,-4 0 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8.8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 0 111 0 0,'-31'87'-2'0'0,"27"-75"4"0"0,1 1 0 0 0,1 0 0 0 0,0 0 1 0 0,1-1-1 0 0,0 18 0 0 0,3 117 189 0 0,1 23-134 0 0,0-128-58 0 0,18 85-1 0 0,-19-117 2 0 0,1-1 0 0 0,0 0 0 0 0,0 0 0 0 0,1 0 0 0 0,8 14 0 0 0,-10-21 0 0 0,-1 0 0 0 0,0 0 0 0 0,1 0 0 0 0,-1-1 0 0 0,1 1 0 0 0,0 0 0 0 0,0-1 0 0 0,-1 1 0 0 0,1-1 0 0 0,0 0 0 0 0,0 0 0 0 0,4 2 0 0 0,-5-3 0 0 0,1 1 0 0 0,0-1 0 0 0,-1 0 0 0 0,1 0 0 0 0,0 0 0 0 0,0 0 0 0 0,-1 0 0 0 0,1 0 0 0 0,0 0 0 0 0,0 0 0 0 0,-1-1 0 0 0,1 1 0 0 0,0-1 0 0 0,-1 1 0 0 0,1-1 0 0 0,-1 0 0 0 0,1 1 0 0 0,0-1 0 0 0,0-1 0 0 0,11-6 5 0 0,-1-1-1 0 0,-1-1 0 0 0,0 0 1 0 0,0 0-1 0 0,16-21 0 0 0,40-66 31 0 0,-48 68-32 0 0,35-53-3 0 0,109-158 0 0 0,-64 125-1 0 0,-75 88-8 0 0,26-29-45 0 0,-30 33 54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8.9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 1 431 0 0,'-20'3'0'0'0,"7"-1"0"0"0,4 0 0 0 0,3 0 0 0 0,4 0 0 0 0,0-2 0 0 0,1 0-64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49.9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1 180 79 0 0,'35'-1'0'0'0,"-1"-2"0"0"0,49-9 0 0 0,14-13 0 0 0,-75 16 0 0 0,32-16 0 0 0,3-2 0 0 0,-13 8 0 0 0,-20 8 0 0 0,44-13 0 0 0,16 5 32 0 0,-72 17-25 0 0,0 1-1 0 0,1 0 1 0 0,-1 1-1 0 0,25 3 0 0 0,-10 4-6 0 0,-24-7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0.2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0 143 0 0,'-1'1'0'0'0,"1"0"0"0"0,-1-1 0 0 0,1 1 0 0 0,-1 0 0 0 0,1-1 0 0 0,-1 1 0 0 0,1 0 0 0 0,-1 0 0 0 0,1 0 0 0 0,0-1 0 0 0,-1 1 0 0 0,1 0 0 0 0,0 0 0 0 0,0 0 0 0 0,0 0 0 0 0,0 0 0 0 0,0-1 0 0 0,0 1 0 0 0,0 0 0 0 0,0 2 0 0 0,2 25 0 0 0,0-14 0 0 0,2 56 22 0 0,3-1-1 0 0,28 121 0 0 0,-25-151-21 0 0,-6-17 0 0 0,10 24 0 0 0,-12-28 0 0 0,-2-16 0 0 0,0 0 0 0 0,0 0 0 0 0,1 0 0 0 0,-1 0 0 0 0,1 0 0 0 0,-1 0 0 0 0,1 0 0 0 0,0 2 0 0 0,-1 0 0 0 0,0-3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0.5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13 277 143 0 0,'-5'1'0'0'0,"-3"4"0"0"0,14-2 0 0 0,7-4 5 0 0,-1 0 0 0 0,0-1 0 0 0,0 0-1 0 0,0 0 1 0 0,16-7 0 0 0,57-25 29 0 0,-71 27-33 0 0,6-3-1 0 0,-1 0 0 0 0,-1-2 0 0 0,26-20 0 0 0,-26 17 0 0 0,1 2 0 0 0,37-20 0 0 0,-42 26 0 0 0,12-6 0 0 0,1 1 0 0 0,0 1 0 0 0,40-10 0 0 0,-46 16 0 0 0,0-2 0 0 0,30-13 0 0 0,-37 14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1.1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0 488 255 0 0,'2'10'0'0'0,"0"0"0"0"0,0-1 0 0 0,1 1 0 0 0,1-1 0 0 0,5 13 0 0 0,7 16 0 0 0,35 91 0 0 0,-49-126 0 0 0,-1 1 0 0 0,1 0 0 0 0,-1-1 0 0 0,1 0 0 0 0,0 1 0 0 0,0-1 0 0 0,5 5 0 0 0,-6-9 0 0 0,0 0 0 0 0,0 1 0 0 0,0-1 0 0 0,0 0 0 0 0,0 1 0 0 0,0-1 0 0 0,-1 0 0 0 0,1 0 0 0 0,0 0 0 0 0,0 0 0 0 0,-1 0 0 0 0,1 0 0 0 0,-1 0 0 0 0,1 0 0 0 0,0-2 0 0 0,1 0 0 0 0,29-53 28 0 0,-23 40-16 0 0,1 0 0 0 0,13-19 0 0 0,5-3-12 0 0,-12 16 0 0 0,21-23 0 0 0,-30 39 0 0 0,-1 0 0 0 0,1 1 0 0 0,0-1 0 0 0,1 1 0 0 0,-1 1 0 0 0,1-1 0 0 0,0 1 0 0 0,10-4 0 0 0,-16 8 0 0 0,1-1 0 0 0,-1 0 0 0 0,0 1 0 0 0,1 0 0 0 0,-1-1 0 0 0,1 1 0 0 0,-1 0 0 0 0,1 0 0 0 0,0 0 0 0 0,-1 0 0 0 0,1 0 0 0 0,-1 0 0 0 0,1 0 0 0 0,-1 0 0 0 0,1 1 0 0 0,-1-1 0 0 0,1 0 0 0 0,-1 1 0 0 0,0 0 0 0 0,1-1 0 0 0,-1 1 0 0 0,0 0 0 0 0,1 0 0 0 0,-1-1 0 0 0,0 1 0 0 0,0 0 0 0 0,1 0 0 0 0,-1 1 0 0 0,0-1 0 0 0,0 0 0 0 0,0 0 0 0 0,-1 0 0 0 0,1 1 0 0 0,0-1 0 0 0,0 0 0 0 0,-1 1 0 0 0,1-1 0 0 0,0 3 0 0 0,3 6 0 0 0,-1 0 0 0 0,-1 0 0 0 0,0 1 0 0 0,2 14 0 0 0,-3-14 0 0 0,0-6 0 0 0,10 60 0 0 0,-9-58 0 0 0,0 0 0 0 0,0 0 0 0 0,1-1 0 0 0,0 1 0 0 0,0 0 0 0 0,9 11 0 0 0,-12-17 1 0 0,1 0 0 0 0,0 0-1 0 0,-1 0 1 0 0,1 0 0 0 0,0-1-1 0 0,0 1 1 0 0,0 0 0 0 0,0 0-1 0 0,0-1 1 0 0,0 1 0 0 0,0-1-1 0 0,0 1 1 0 0,0 0 0 0 0,0-1-1 0 0,0 0 1 0 0,0 1 0 0 0,0-1-1 0 0,0 0 1 0 0,1 0 0 0 0,-1 1-1 0 0,0-1 1 0 0,0 0 0 0 0,0 0-1 0 0,0 0 1 0 0,1 0 0 0 0,-1-1-1 0 0,0 1 1 0 0,0 0 0 0 0,0 0-1 0 0,0-1 1 0 0,0 1 0 0 0,0-1-1 0 0,1 1 1 0 0,-1-1 0 0 0,0 1-1 0 0,0-1 1 0 0,1-1 0 0 0,4-3 6 0 0,1 0 0 0 0,-1-1 0 0 0,-1 1 0 0 0,9-11 0 0 0,-5 5-4 0 0,70-69 12 0 0,8-9 17 0 0,-72 72-28 0 0,-2 0 1 0 0,0-1-1 0 0,17-30 0 0 0,-8 1-4 0 0,19-60 0 0 0,-24 59 0 0 0,29-58 0 0 0,-41 98 1 0 0,0-1-1 0 0,11-13 1 0 0,-13 19-3 0 0,0 0 1 0 0,-1 0 0 0 0,1 0-1 0 0,0 0 1 0 0,0 1 0 0 0,0 0-1 0 0,1-1 1 0 0,-1 1 0 0 0,7-3-1 0 0,2 3-58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1.3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1 287 0 0,'0'0'0'0'0,"0"1"0"0"0,2 1 0 0 0,1 0 0 0 0,1 2 0 0 0,-2-2 0 0 0,0 0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3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3 130 255 0 0,'-1'0'0'0'0,"1"0"0"0"0,0 0 0 0 0,0 0 0 0 0,0 0 0 0 0,0 0 0 0 0,0 0 0 0 0,0 0 0 0 0,0 1 0 0 0,-1-1 0 0 0,1 0 0 0 0,0 0 0 0 0,0 0 0 0 0,0 0 0 0 0,0 0 0 0 0,0 0 0 0 0,0 0 0 0 0,0 0 0 0 0,0 0 0 0 0,0 0 0 0 0,0 0 0 0 0,-1 1 0 0 0,1-1 0 0 0,0 0 0 0 0,0 0 0 0 0,0 0 0 0 0,0 0 0 0 0,0 0 0 0 0,0 0 0 0 0,0 0 0 0 0,0 1 0 0 0,0-1 0 0 0,0 0 0 0 0,0 0 0 0 0,0 0 0 0 0,0 0 0 0 0,0 0 0 0 0,0 0 0 0 0,0 1 0 0 0,0-1 0 0 0,0 0 0 0 0,0 0 0 0 0,6 3 0 0 0,8 1 0 0 0,-2-5 0 0 0,0-1 0 0 0,0 0 0 0 0,0-1 0 0 0,0 0 0 0 0,16-8 0 0 0,0 2 0 0 0,66-16 0 0 0,113-15 0 0 0,-128 27 0 0 0,-20 5 0 0 0,-35 6 0 0 0,-1-2 0 0 0,33-8 0 0 0,-41 6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3.3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147 0 143 0 0,'-21'3'4'0'0,"17"-2"-1"0"0,0-1 1 0 0,0 1-1 0 0,0-1 1 0 0,0 1 0 0 0,0 0-1 0 0,0 0 1 0 0,0 1-1 0 0,1-1 1 0 0,-1 1 0 0 0,0 0-1 0 0,1 0 1 0 0,-1 0-1 0 0,-3 4 1 0 0,1 0 0 0 0,0 0 0 0 0,1 1-1 0 0,0 0 1 0 0,0 0 0 0 0,1 0 0 0 0,0 0 0 0 0,0 1 0 0 0,0 0 0 0 0,1 0 0 0 0,0 0 0 0 0,1 0-1 0 0,-2 10 1 0 0,-1 12 10 0 0,-3 61-1 0 0,8-85-16 0 0,-1 45 3 0 0,2 0 0 0 0,14 87 0 0 0,-13-127 0 0 0,0 0 0 0 0,1 0 0 0 0,4 11 0 0 0,-6-19 0 0 0,0 0 0 0 0,0-1 0 0 0,1 1 0 0 0,-1 0 0 0 0,1-1 0 0 0,-1 1 0 0 0,1-1 0 0 0,0 0 0 0 0,0 1 0 0 0,0-1 0 0 0,0 0 0 0 0,1 0 0 0 0,-1 0 0 0 0,1 0 0 0 0,3 2 0 0 0,-4-4 0 0 0,-1 0 0 0 0,0 1 0 0 0,0-1 0 0 0,1 0 0 0 0,-1 0 0 0 0,0 0 0 0 0,1 1 0 0 0,-1-2 0 0 0,0 1 0 0 0,1 0 0 0 0,-1 0 0 0 0,3-1 0 0 0,-3 1 0 0 0,8-2 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3.7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79 0 0,'-2'8'19'0'0,"1"-1"-1"0"0,-1 1 0 0 0,1-1 1 0 0,1 1-1 0 0,-1-1 0 0 0,2 15 0 0 0,0-21-18 0 0,0 0 0 0 0,0 0 0 0 0,0 0 0 0 0,-1 0 0 0 0,1 0 0 0 0,0 0 0 0 0,1 0 0 0 0,-1 0 0 0 0,0 0 0 0 0,0-1 0 0 0,0 1 0 0 0,0 0 0 0 0,1-1 0 0 0,-1 1 0 0 0,0-1 0 0 0,0 0 0 0 0,1 1 0 0 0,-1-1 0 0 0,0 0 0 0 0,1 0 0 0 0,2 0 0 0 0,13 5 0 0 0,-11-1 0 0 0,0-1 0 0 0,0 2 0 0 0,0-1 0 0 0,-1 1 0 0 0,0-1 0 0 0,0 1 0 0 0,0 1 0 0 0,0-1 0 0 0,-1 1 0 0 0,7 12 0 0 0,2 5 0 0 0,14 40 0 0 0,-20-48 0 0 0,97 280 0 0 0,-104-292 0 0 0,1-1 0 0 0,0 1 0 0 0,0-1 0 0 0,-1 1 0 0 0,0 0 0 0 0,1-1 0 0 0,-1 1 0 0 0,0 0 0 0 0,-1-1 0 0 0,1 1 0 0 0,-1 4 0 0 0,1-6 0 0 0,-1 0 0 0 0,1-1 0 0 0,-1 1 0 0 0,1 0 0 0 0,-1 0 0 0 0,0 0 0 0 0,1-1 0 0 0,-1 1 0 0 0,0 0 0 0 0,1 0 0 0 0,-1-1 0 0 0,0 1 0 0 0,0-1 0 0 0,0 1 0 0 0,0-1 0 0 0,1 1 0 0 0,-1-1 0 0 0,0 1 0 0 0,0-1 0 0 0,0 0 0 0 0,0 0 0 0 0,0 1 0 0 0,0-1 0 0 0,0 0 0 0 0,0 0 0 0 0,0 0 0 0 0,0 0 0 0 0,0 0 0 0 0,0 0 0 0 0,0 0 0 0 0,-2-1 0 0 0,-6 1 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3.9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32 55 0 0,'0'0'0'0'0,"2"-2"0"0"0,1 0 0 0 0,3 0 0 0 0,0 4 64 0 0,1-4 0 0 0,6 0 8 0 0,4 1 0 0 0,10-5-72 0 0,3 0 0 0 0,4 3 0 0 0,-3-1 0 0 0,4 0 0 0 0,-1 4 0 0 0,-3 0 0 0 0,-1 0 0 0 0,-4 2 0 0 0,-2-4 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4.3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114 0 111 0 0,'-3'4'8'0'0,"1"-1"-1"0"0,-1 1 1 0 0,1 0-1 0 0,0 0 1 0 0,0 0-1 0 0,1 0 0 0 0,-1 0 1 0 0,1 0-1 0 0,0 1 1 0 0,0-1-1 0 0,-1 6 0 0 0,-3 10 22 0 0,-9 37-19 0 0,2 0 1 0 0,2 1 0 0 0,3 1-1 0 0,2-1 1 0 0,3 1 0 0 0,10 104-1 0 0,-7-154-10 0 0,0 0 0 0 0,1 0 0 0 0,0-1 0 0 0,0 1 0 0 0,1-1 0 0 0,0 0 0 0 0,1 0 0 0 0,0 0 0 0 0,0 0 0 0 0,8 11 0 0 0,-11-18 1 0 0,0 1 0 0 0,0-1-1 0 0,0 0 1 0 0,0 0-1 0 0,1 0 1 0 0,-1 0 0 0 0,1 0-1 0 0,-1 0 1 0 0,0 0-1 0 0,1 0 1 0 0,-1 0 0 0 0,1-1-1 0 0,0 1 1 0 0,-1-1-1 0 0,1 1 1 0 0,0-1 0 0 0,-1 1-1 0 0,3-1 1 0 0,-1 0 2 0 0,0 0 1 0 0,0 0 0 0 0,-1-1-1 0 0,1 1 1 0 0,0-1-1 0 0,0 0 1 0 0,0 1-1 0 0,0-1 1 0 0,4-3 0 0 0,-1 1-3 0 0,0-1 1 0 0,0 0 0 0 0,0 0 0 0 0,0-1 0 0 0,-1 1 0 0 0,0-1 0 0 0,0 0 0 0 0,4-6-1 0 0,-1-1-1 0 0,0 0 0 0 0,-1 0 0 0 0,-1-1 0 0 0,0 0 0 0 0,0 0 0 0 0,-1-1 0 0 0,-1 0 0 0 0,0 1 0 0 0,-1-1 0 0 0,-1 0 0 0 0,0-1 0 0 0,-1 1 0 0 0,0 0 0 0 0,-2-1 0 0 0,-2-24 0 0 0,-1 3 0 0 0,-14-49 0 0 0,14 70 0 0 0,0-1 0 0 0,-2 1 0 0 0,0 1 0 0 0,-1-1 0 0 0,-14-22 0 0 0,19 34 0 0 0,0 0 0 0 0,0 0 0 0 0,-1 0 0 0 0,0 0 0 0 0,0 0 0 0 0,1 0 0 0 0,-2 1 0 0 0,1-1 0 0 0,0 1 0 0 0,-5-3 0 0 0,6 4 0 0 0,-1 1 0 0 0,1-1 0 0 0,0 0 0 0 0,0 1 0 0 0,0 0 0 0 0,-1-1 0 0 0,1 1 0 0 0,0 0 0 0 0,-1 0 0 0 0,1 0 0 0 0,0 0 0 0 0,0 1 0 0 0,-1-1 0 0 0,1 0 0 0 0,0 1 0 0 0,0 0 0 0 0,0 0 0 0 0,0-1 0 0 0,-3 3 0 0 0,-3 1 0 0 0,0 2 0 0 0,1-1-1 0 0,0 1 1 0 0,0 0 0 0 0,0 0-1 0 0,1 1 1 0 0,0-1 0 0 0,-10 15-1 0 0,-6 6-60 0 0,11-14-3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5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136 110 79 0 0,'-8'28'0'0'0,"1"1"0"0"0,1 0 0 0 0,-2 44 0 0 0,8-72 0 0 0,-1 0 0 0 0,1 0 0 0 0,0 1 0 0 0,0-1 0 0 0,0 0 0 0 0,0 0 0 0 0,0 0 0 0 0,0 0 0 0 0,0 1 0 0 0,1-1 0 0 0,-1 0 0 0 0,0 0 0 0 0,1 0 0 0 0,-1 0 0 0 0,0 0 0 0 0,1 0 0 0 0,0 0 0 0 0,-1 0 0 0 0,1 0 0 0 0,-1 0 0 0 0,3 2 0 0 0,-2-3 0 0 0,0 0 0 0 0,0 0 0 0 0,0 1 0 0 0,0-1 0 0 0,0 0 0 0 0,0 0 0 0 0,0 0 0 0 0,0 0 0 0 0,0 0 0 0 0,0 0 0 0 0,0-1 0 0 0,0 1 0 0 0,0 0 0 0 0,0 0 0 0 0,-1-1 0 0 0,1 1 0 0 0,0-1 0 0 0,0 1 0 0 0,0-1 0 0 0,0 1 0 0 0,0-1 0 0 0,-1 1 0 0 0,1-1 0 0 0,1-1 0 0 0,5-4 6 0 0,0 0-1 0 0,0-1 0 0 0,-1 0 1 0 0,0 0-1 0 0,7-13 0 0 0,22-42 27 0 0,-31 55-32 0 0,-1-1 0 0 0,0 1 0 0 0,-1-1 0 0 0,1 0 0 0 0,-2 0 0 0 0,1 1 0 0 0,-1-2 0 0 0,0 1 0 0 0,-1-14 0 0 0,0 18 0 0 0,0 0 0 0 0,-1 0 0 0 0,1 1 0 0 0,-1-1 0 0 0,0 0 0 0 0,0 1 0 0 0,-1-1 0 0 0,1 1 0 0 0,-1-1 0 0 0,1 1 0 0 0,-1-1 0 0 0,0 1 0 0 0,0 0 0 0 0,-1 0 0 0 0,1 0 0 0 0,-1 0 0 0 0,1 1 0 0 0,-1-1 0 0 0,0 1 0 0 0,0-1 0 0 0,0 1 0 0 0,-6-3 0 0 0,7 4 2 0 0,-1 0-1 0 0,1 0 0 0 0,0 1 0 0 0,-1-1 0 0 0,1 1 0 0 0,-1 0 0 0 0,1-1 1 0 0,-1 1-1 0 0,1 0 0 0 0,-1 1 0 0 0,1-1 0 0 0,0 0 0 0 0,-1 1 0 0 0,1-1 1 0 0,-1 1-1 0 0,1 0 0 0 0,0 0 0 0 0,-1 0 0 0 0,1 0 0 0 0,0 0 0 0 0,0 0 0 0 0,0 0 1 0 0,0 1-1 0 0,0-1 0 0 0,-2 3 0 0 0,-6 5 7 0 0,1 0 1 0 0,0 1-1 0 0,-10 15 1 0 0,15-20-9 0 0,-22 30 3 0 0,16-20-8 0 0,0 0 1 0 0,-16 16 0 0 0,20-25-50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5.3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107 0 24 0 0,'-1'1'5'0'0,"-1"0"1"0"0,0 0-1 0 0,1 1 1 0 0,-1-1 0 0 0,0 1-1 0 0,1-1 1 0 0,0 1 0 0 0,-1-1-1 0 0,1 1 1 0 0,0 0-1 0 0,0-1 1 0 0,0 1 0 0 0,-2 3-1 0 0,-8 30 189 0 0,6-15-176 0 0,-13 42-15 0 0,2 0-1 0 0,3 2 1 0 0,3 0 0 0 0,-2 123-1 0 0,12-160-2 0 0,2-1 0 0 0,2 0 0 0 0,0 0 0 0 0,1-1 0 0 0,2 0 0 0 0,1 1 0 0 0,0-2 0 0 0,2 0 0 0 0,23 41 0 0 0,-28-55 0 0 0,1-1 0 0 0,1 1 0 0 0,-1-1 0 0 0,2-1 0 0 0,14 14 0 0 0,-2-6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5.8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1 311 0 0,'-3'1'1'0'0,"3"6"-2"0"0,5 14 2 0 0,-2-9 9 0 0,4 25-4 0 0,51 316 41 0 0,-55-326-47 0 0,9 106 0 0 0,-11-107 0 0 0,-2-1 0 0 0,0 1 0 0 0,-6 28 0 0 0,7-51 0 0 0,0 0 0 0 0,-1 0 0 0 0,1 0 0 0 0,-1-1 0 0 0,0 1 0 0 0,0 0 0 0 0,0-1 0 0 0,0 1 0 0 0,0-1 0 0 0,-1 1 0 0 0,1-1 0 0 0,-1 1 0 0 0,1-1 0 0 0,-1 0 0 0 0,-2 3 0 0 0,3-5 0 0 0,1 0 0 0 0,0 0 0 0 0,0 0 0 0 0,0 0 0 0 0,0 0 0 0 0,0 0 0 0 0,0 0 0 0 0,-1 0 0 0 0,1 0 0 0 0,0 0 0 0 0,0 0 0 0 0,0 0 0 0 0,0 0 0 0 0,0 0 0 0 0,0 0 0 0 0,-1 0 0 0 0,1 0 0 0 0,0 0 0 0 0,0 0 0 0 0,0 0 0 0 0,0 0 0 0 0,0 0 0 0 0,0 0 0 0 0,-1 0 0 0 0,1 0 0 0 0,0 0 0 0 0,0 0 0 0 0,0 0 0 0 0,0-1 0 0 0,0 1 0 0 0,0 0 0 0 0,0 0 0 0 0,0 0 0 0 0,-1 0 0 0 0,1 0 0 0 0,0 0 0 0 0,0 0 0 0 0,0 0 0 0 0,0-1 0 0 0,0 1 0 0 0,-3-8 0 0 0,1-10 0 0 0,2 10 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6.3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 24 0 0,'14'-3'113'0'0,"-1"-1"1"0"0,25-1 0 0 0,-8 6-104 0 0,0 2 1 0 0,0 1 0 0 0,0 2-1 0 0,0 0 1 0 0,-1 2 0 0 0,31 14-1 0 0,-43-16-10 0 0,0 2 0 0 0,17 10 0 0 0,-28-15 0 0 0,-1 1 0 0 0,1 0 0 0 0,0 1 0 0 0,-1-1 0 0 0,0 1 0 0 0,0 0 0 0 0,0 0 0 0 0,6 9 0 0 0,-10-11 0 0 0,0 0 0 0 0,1-1 0 0 0,-1 1 0 0 0,0 0 0 0 0,-1-1 0 0 0,1 1 0 0 0,0 0 0 0 0,-1 0 0 0 0,0-1 0 0 0,0 1 0 0 0,0 0 0 0 0,0 0 0 0 0,0 0 0 0 0,0 0 0 0 0,-1-1 0 0 0,1 1 0 0 0,-1 0 0 0 0,0 0 0 0 0,0-1 0 0 0,0 1 0 0 0,0 0 0 0 0,0-1 0 0 0,0 1 0 0 0,-1-1 0 0 0,1 1 0 0 0,-1-1 0 0 0,-2 3 0 0 0,-3 3 0 0 0,-1 0 0 0 0,1-1 0 0 0,-1 0 0 0 0,0 0 0 0 0,-1 0 0 0 0,-9 4 0 0 0,-8 3 0 0 0,0-1 0 0 0,-33 12 0 0 0,-23 9 0 0 0,79-32 0 0 0,-51 27 0 0 0,47-25 0 0 0,1 0 0 0 0,0 0 0 0 0,1 1 0 0 0,-1 0 0 0 0,1 0 0 0 0,-6 7 0 0 0,11-11 0 0 0,-1-1 0 0 0,1 1 0 0 0,0 0 0 0 0,0 0 0 0 0,-1-1 0 0 0,1 1 0 0 0,0 0 0 0 0,0 0 0 0 0,0-1 0 0 0,0 1 0 0 0,0 0 0 0 0,0 0 0 0 0,0 0 0 0 0,0-1 0 0 0,1 1 0 0 0,-1 0 0 0 0,0 0 0 0 0,0-1 0 0 0,1 1 0 0 0,-1 0 0 0 0,0 0 0 0 0,1-1 0 0 0,-1 1 0 0 0,1-1 0 0 0,-1 1 0 0 0,1 0 0 0 0,-1-1 0 0 0,1 1 0 0 0,-1-1 0 0 0,1 1 0 0 0,0-1 0 0 0,-1 1 0 0 0,2 0 0 0 0,-1 0 0 0 0,90 100 0 0 0,-75-81 0 0 0,-1 1 0 0 0,-2 0 0 0 0,16 32 0 0 0,-27-49 0 0 0,-1-1 0 0 0,0 0 0 0 0,-1 0 0 0 0,1 1 0 0 0,0-1 0 0 0,-1 1 0 0 0,0-1 0 0 0,0 1 0 0 0,0-1 0 0 0,0 1 0 0 0,0-1 0 0 0,-1 0 0 0 0,0 1 0 0 0,1-1 0 0 0,-1 0 0 0 0,0 1 0 0 0,-1-1 0 0 0,1 0 0 0 0,-4 6 0 0 0,-2 3 2 0 0,-1-1 1 0 0,0 0 0 0 0,-16 16 0 0 0,13-17-6 0 0,1 0 0 0 0,-2-1 0 0 0,1-1 0 0 0,-1 0 0 0 0,0 0 0 0 0,-1-1 0 0 0,0-1 0 0 0,0 0 0 0 0,0-1 0 0 0,-19 5 0 0 0,12-6-79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2:56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55 0 0,'0'6'0'0'0,"0"-5"0"0"0,0 3 0 0 0,-2-2 0 0 0,1 0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03.7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1 152 575 0 0,'18'-5'3'0'0,"1"1"0"0"0,0 0 0 0 0,37-2-1 0 0,56 8 22 0 0,-24 0-5 0 0,456 6-9 0 0,-480-6-10 0 0,451 1-160 0 0,-113-15 160 0 0,-65 9 0 0 0,164-19 60 0 0,-156 4-11 0 0,-41 1-22 0 0,-234 15-27 0 0,224-10 0 0 0,209-20 0 0 0,-244 23 0 0 0,-90 2 0 0 0,-88 8-11 0 0,-55 0-52 0 0,1-1 0 0 0,-1 0 0 0 0,36-7-1 0 0,-29-4-16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03.9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51 41 1031 0 0,'-21'-18'0'0'0,"7"6"0"0"0,4 5 0 0 0,5 3 96 0 0,5 6-96 0 0,2 0 0 0 0,-1 2-288 0 0,1 1-80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1.0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196 1337 24 0 0,'-3'2'0'0'0,"-1"0"0"0"0,1 0 0 0 0,0 1 0 0 0,-1-1 0 0 0,-4 7 0 0 0,1-3 0 0 0,-89 66 130 0 0,93-70-115 0 0,0 1-1 0 0,0-1 0 0 0,-1 0 1 0 0,1 0-1 0 0,-5 2 0 0 0,8-4-8 0 0,-1 0 0 0 0,0 1 0 0 0,1-1 0 0 0,-1 0 0 0 0,0 0 0 0 0,1 1 0 0 0,-1-1 0 0 0,0 0 0 0 0,0 0 0 0 0,1 0 0 0 0,-1 0 0 0 0,0 0 0 0 0,1 0 0 0 0,-1 0 0 0 0,0 0 0 0 0,0 0 0 0 0,1 0 0 0 0,-1-1 0 0 0,0 1 0 0 0,1 0 0 0 0,-1 0 0 0 0,0-1 0 0 0,1 1 0 0 0,-1 0 0 0 0,0-1 0 0 0,1 1 0 0 0,-1 0 0 0 0,1-1 0 0 0,-1 1 0 0 0,1-1 0 0 0,-1 1 0 0 0,1-1 0 0 0,-1 0 0 0 0,0 0 0 0 0,-3-8 22 0 0,1-1 0 0 0,-1 1 0 0 0,2-1 0 0 0,-1 0 0 0 0,2 0 0 0 0,-1 0 0 0 0,0-13-1 0 0,5-73 51 0 0,-2 80-59 0 0,6-68 62 0 0,4 0 0 0 0,3 0 0 0 0,4 2 0 0 0,4 0 0 0 0,45-111-1 0 0,-17 61-17 0 0,22-50 63 0 0,14 7-59 0 0,-70 146-58 0 0,-3 6 9 0 0,1-1 1 0 0,23-27-1 0 0,-36 49-33 0 0,1 1-1 0 0,-1 0 0 0 0,0-1 0 0 0,1 1 0 0 0,-1 0 1 0 0,1 0-1 0 0,-1 0 0 0 0,1 0 0 0 0,0 0 0 0 0,-1 1 1 0 0,1-1-1 0 0,0 0 0 0 0,0 1 0 0 0,-1 0 0 0 0,1-1 0 0 0,0 1 1 0 0,0 0-1 0 0,0 0 0 0 0,0 0 0 0 0,-1 0 0 0 0,1 0 1 0 0,2 0-1 0 0,0 1-24 0 0,-1 0 0 0 0,1 0 0 0 0,-1 0 1 0 0,0 0-1 0 0,1 1 0 0 0,-1-1 0 0 0,0 1 1 0 0,0 0-1 0 0,0 0 0 0 0,4 3 0 0 0,-3 1-111 0 0,0 1-1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1.8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27 23 0 0,'0'-4'0'0'0,"-2"2"0"0"0,0 0 0 0 0,2 0 0 0 0,0 1 0 0 0,-2 1 0 0 0,2-2 0 0 0,-2-2 0 0 0,0 2 0 0 0,0-2 0 0 0,2 3 0 0 0,-1 1 0 0 0,2-2 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2.1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249 4 24 0 0,'-2'-1'8'0'0,"0"1"1"0"0,0-1 0 0 0,0 1-1 0 0,0-1 1 0 0,-1 1 0 0 0,1-1 0 0 0,0 1-1 0 0,0 0 1 0 0,0 0 0 0 0,-4 1-1 0 0,-7 3 41 0 0,-3 1-16 0 0,0 0-1 0 0,1 1 1 0 0,0 1 0 0 0,-26 16-1 0 0,38-21-32 0 0,-12 7 21 0 0,2 2 0 0 0,0-1 0 0 0,-16 17 0 0 0,25-23-18 0 0,1 0 1 0 0,0 0-1 0 0,0 0 1 0 0,0 1-1 0 0,1-1 1 0 0,-1 1 0 0 0,1 0-1 0 0,0-1 1 0 0,0 1-1 0 0,1 0 1 0 0,-1 0-1 0 0,1 0 1 0 0,0 1-1 0 0,1-1 1 0 0,-1 7-1 0 0,1-11-3 0 0,1 1 0 0 0,-1 0 0 0 0,0-1 0 0 0,1 1 0 0 0,-1 0 0 0 0,1-1 0 0 0,0 1 0 0 0,-1 0 0 0 0,1-1 0 0 0,0 1 0 0 0,0-1 0 0 0,0 0 0 0 0,0 1 0 0 0,0-1 0 0 0,0 0 0 0 0,1 1 0 0 0,-1-1 0 0 0,0 0 0 0 0,1 0 0 0 0,-1 0 0 0 0,3 1 0 0 0,5 3 0 0 0,-1-1 0 0 0,17 6 0 0 0,-6-2 0 0 0,-6-1 0 0 0,-1 1 0 0 0,0 1 0 0 0,0 0 0 0 0,-1 0 0 0 0,0 1 0 0 0,11 14 0 0 0,-14-15 0 0 0,0 0 0 0 0,-1 1 0 0 0,0 0 0 0 0,-1 0 0 0 0,0 0 0 0 0,0 1 0 0 0,-1 0 0 0 0,6 19 0 0 0,-9-23 0 0 0,0 0 0 0 0,-1 0 0 0 0,0 0 0 0 0,0 0 0 0 0,-1 1 0 0 0,1-1 0 0 0,-2 0 0 0 0,1 0 0 0 0,-1 0 0 0 0,0 0 0 0 0,0 0 0 0 0,-1 0 0 0 0,0 0 0 0 0,0 0 0 0 0,-6 10 0 0 0,0-1-9 0 0,-1-1 0 0 0,-1 0 0 0 0,-11 13 0 0 0,16-22 6 0 0,1-1 0 0 0,-1 0 0 0 0,0-1-1 0 0,-1 1 1 0 0,1-1 0 0 0,-1 0 0 0 0,0 0-1 0 0,0-1 1 0 0,0 0 0 0 0,-11 5-1 0 0,15-8 3 0 0,1 1 0 0 0,-1-1 0 0 0,0 1 0 0 0,0-1 0 0 0,0 0 0 0 0,-1 1 0 0 0,1-1 0 0 0,0 0 0 0 0,0 0 0 0 0,0-1 0 0 0,0 1 0 0 0,0 0 0 0 0,0-1 0 0 0,0 1 0 0 0,0-1 0 0 0,1 0 0 0 0,-1 0 0 0 0,-4-1-1 0 0,4 0-1 0 0,-1 0-1 0 0,1-1 0 0 0,0 1 1 0 0,-1 0-1 0 0,1-1 0 0 0,0 1 1 0 0,0-1-1 0 0,1 0 0 0 0,-1 1 1 0 0,0-1-1 0 0,0-3 0 0 0,-2-4-5 0 0,1 1 0 0 0,0-1 0 0 0,1 0 0 0 0,0 0 0 0 0,1 0 0 0 0,-1-19-1 0 0,2 2 10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2.4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72 0 223 0 0,'-1'2'11'0'0,"-1"1"0"0"0,1-1-1 0 0,0 0 1 0 0,0 1-1 0 0,0-1 1 0 0,0 0-1 0 0,0 1 1 0 0,0-1 0 0 0,1 1-1 0 0,-1-1 1 0 0,1 4-1 0 0,-2 6 26 0 0,-21 108 42 0 0,-1 63-31 0 0,18-129-55 0 0,0 16 8 0 0,6-62 0 0 0,0 0 0 0 0,1 0 0 0 0,0 0 0 0 0,0 0 0 0 0,1 0 0 0 0,4 13 0 0 0,-2-17-59 0 0,1-9-28 0 0,-1-1 73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2.6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8 137 167 0 0,'-3'-15'5'0'0,"1"0"-1"0"0,-1-19 1 0 0,4 22 50 0 0,0 1 0 0 0,0 0 1 0 0,6-20-1 0 0,-7 31-53 0 0,0-1-1 0 0,0 1 0 0 0,0 0 1 0 0,0 0-1 0 0,0-1 0 0 0,0 1 1 0 0,0 0-1 0 0,0 0 0 0 0,0-1 1 0 0,0 1-1 0 0,0 0 1 0 0,0-1-1 0 0,0 1 0 0 0,0 0 1 0 0,0 0-1 0 0,1 0 0 0 0,-1-1 1 0 0,0 1-1 0 0,0 0 1 0 0,0 0-1 0 0,0 0 0 0 0,1-1 1 0 0,-1 1-1 0 0,0 0 0 0 0,0 0 1 0 0,1 0-1 0 0,-1 0 0 0 0,0-1 1 0 0,0 1-1 0 0,1 0 1 0 0,-1 0-1 0 0,0 0 0 0 0,0 0 1 0 0,1 0-1 0 0,-1 0 0 0 0,0 0 1 0 0,0 0-1 0 0,1 0 0 0 0,6 14 63 0 0,7 8-64 0 0,-4-9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3.0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7 24 0 0,'-1'10'34'0'0,"1"1"0"0"0,0 0 1 0 0,1-1-1 0 0,3 18 0 0 0,1 9 34 0 0,-4-14-62 0 0,4 36 29 0 0,-4-53-32 0 0,0 0 0 0 0,0 0 1 0 0,1 1-1 0 0,0-1 1 0 0,0 0-1 0 0,5 10 0 0 0,-6-16-2 0 0,-1 0 0 0 0,0 0-1 0 0,0 0 1 0 0,0 1-1 0 0,1-1 1 0 0,-1 0-1 0 0,0 0 1 0 0,0 0-1 0 0,1 1 1 0 0,-1-1 0 0 0,0 0-1 0 0,1 0 1 0 0,-1 0-1 0 0,0 0 1 0 0,0 0-1 0 0,1 0 1 0 0,-1 0-1 0 0,0 0 1 0 0,1 0 0 0 0,-1 0-1 0 0,0 0 1 0 0,0 0-1 0 0,1 0 1 0 0,-1 0-1 0 0,0 0 1 0 0,1 0-1 0 0,-1 0 1 0 0,0 0-1 0 0,1 0 1 0 0,-1 0 0 0 0,0 0-1 0 0,0 0 1 0 0,1-1-1 0 0,-1 1 1 0 0,0 0-1 0 0,0 0 1 0 0,1 0-1 0 0,-1-1 1 0 0,0 1 0 0 0,0 0-1 0 0,0 0 1 0 0,1 0-1 0 0,-1-1 1 0 0,0 1-1 0 0,12-14 36 0 0,-9 10-33 0 0,9-12 35 0 0,-1-1-1 0 0,-1 0 0 0 0,15-33 1 0 0,12-21 64 0 0,-28 54-74 0 0,-8 14-16 0 0,1 0-1 0 0,-1 0 1 0 0,1 0 0 0 0,0 0 0 0 0,0 0 0 0 0,0 0 0 0 0,0 0 0 0 0,0 0-1 0 0,1 1 1 0 0,-1-1 0 0 0,1 1 0 0 0,0 0 0 0 0,4-3 0 0 0,-7 5-9 0 0,1 0 0 0 0,0 0 0 0 0,-1 0 0 0 0,1 0 0 0 0,-1 0 0 0 0,1 0 0 0 0,-1 0 0 0 0,1 1 0 0 0,-1-1 0 0 0,1 0 0 0 0,-1 0 0 0 0,1 0 0 0 0,-1 1-1 0 0,1-1 1 0 0,-1 0 0 0 0,1 1 0 0 0,-1-1 0 0 0,1 0 0 0 0,-1 1 0 0 0,0-1 0 0 0,1 0 0 0 0,-1 1 0 0 0,0-1 0 0 0,1 1 0 0 0,-1-1 0 0 0,0 1 0 0 0,1-1 0 0 0,-1 1 0 0 0,0-1 0 0 0,0 1 0 0 0,1 0 0 0 0,6 19-8 0 0,-2 6 26 0 0,3 39 0 0 0,-3-17 1 0 0,12 125-22 0 0,0-4 0 0 0,-10-132 0 0 0,-6-34 0 0 0,0-1 0 0 0,-1 1 0 0 0,1-1 0 0 0,0 1 0 0 0,0-1 0 0 0,1 0 0 0 0,-1 0 0 0 0,0 0 0 0 0,1 0 0 0 0,-1 0 0 0 0,1 0 0 0 0,3 3 0 0 0,-5-5-4 0 0,1 0 0 0 0,-1 1-1 0 0,1-1 1 0 0,-1 0-1 0 0,1 0 1 0 0,-1 0-1 0 0,1 0 1 0 0,-1 1-1 0 0,1-1 1 0 0,-1 0 0 0 0,1 0-1 0 0,0 0 1 0 0,-1 0-1 0 0,1 0 1 0 0,-1 0-1 0 0,1-1 1 0 0,-1 1-1 0 0,1 0 1 0 0,-1 0 0 0 0,1 0-1 0 0,-1 0 1 0 0,1-1-1 0 0,-1 1 1 0 0,1 0-1 0 0,-1-1 1 0 0,1 1-1 0 0,-1 0 1 0 0,1-1 0 0 0,-1 1-1 0 0,1 0 1 0 0,-1-1-1 0 0,0 1 1 0 0,1-1-1 0 0,-1 1 1 0 0,0-1-1 0 0,1 1 1 0 0,-1-1 0 0 0,0 0-1 0 0,4-4-126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8.1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0 24 0 0,'-2'1'14'0'0,"0"0"1"0"0,0 0-1 0 0,0 0 1 0 0,0 0-1 0 0,0 0 1 0 0,0 1-1 0 0,0-1 1 0 0,0 0 0 0 0,1 1-1 0 0,-1 0 1 0 0,0-1-1 0 0,1 1 1 0 0,0 0-1 0 0,-3 3 1 0 0,1 0-2 0 0,-14 18 20 0 0,2 1 0 0 0,0 0-1 0 0,2 1 1 0 0,0 1 0 0 0,2 0-1 0 0,1 0 1 0 0,-12 55 0 0 0,17-58-17 0 0,2 0 1 0 0,0 0-1 0 0,2 0 0 0 0,0 1 1 0 0,4 24-1 0 0,-2-30-10 0 0,2 0 0 0 0,1 0 0 0 0,0 0 0 0 0,1-1 0 0 0,0 0 0 0 0,2 0 0 0 0,9 19 0 0 0,-8-25-6 0 0,0 0 0 0 0,1 0 0 0 0,0-1 0 0 0,0 0 0 0 0,1-1 0 0 0,0 0 0 0 0,1 0 0 0 0,0-1 0 0 0,0-1 0 0 0,17 9 0 0 0,-23-14 0 0 0,-1 0 0 0 0,0 0 0 0 0,1 0 0 0 0,-1-1 0 0 0,1 0 0 0 0,-1 0 0 0 0,1 0 0 0 0,0 0 0 0 0,0-1 0 0 0,-1 1 0 0 0,1-1 0 0 0,0 0 0 0 0,0-1 0 0 0,-1 1 0 0 0,1-1 0 0 0,0 0 0 0 0,-1 0 0 0 0,1-1 0 0 0,-1 1 0 0 0,1-1 0 0 0,-1 0 0 0 0,6-4 0 0 0,-3 2 0 0 0,-1-1 0 0 0,1 0 0 0 0,-1 0 0 0 0,0-1 0 0 0,0 0 0 0 0,-1 0 0 0 0,0 0 0 0 0,0-1 0 0 0,0 1 0 0 0,-1-1 0 0 0,0 0 0 0 0,5-11 0 0 0,2-16 20 0 0,0 0 0 0 0,-3-1-1 0 0,0 0 1 0 0,-2-1-1 0 0,1-44 1 0 0,-5 58 28 0 0,-2-1 0 0 0,0 1 0 0 0,-1-1 0 0 0,-1 1 0 0 0,-2 0 0 0 0,-9-38 0 0 0,13 59-45 0 0,0 1 0 0 0,0 0 0 0 0,0-1 0 0 0,0 1 0 0 0,0 0 0 0 0,-1 0 0 0 0,1-1 0 0 0,0 1 0 0 0,0 0 0 0 0,0-1 0 0 0,0 1 0 0 0,-1 0 0 0 0,1 0 0 0 0,0-1 0 0 0,0 1 0 0 0,0 0 0 0 0,-1 0 0 0 0,1-1 0 0 0,0 1 0 0 0,0 0 0 0 0,-1 0 1 0 0,1 0-1 0 0,0-1 0 0 0,-1 1 0 0 0,1 0 0 0 0,0 0 0 0 0,0 0 0 0 0,-1 0 0 0 0,1 0 0 0 0,0 0 0 0 0,-1 0 0 0 0,1 0 0 0 0,0 0 0 0 0,-1 0 0 0 0,1 0 0 0 0,0 0 0 0 0,-1 0 0 0 0,1 0 0 0 0,0 0 0 0 0,-1 0 0 0 0,0 0 1 0 0,1 1 0 0 0,-1-1 0 0 0,1 0 0 0 0,-1 1 0 0 0,1-1 0 0 0,0 1 0 0 0,-1-1 0 0 0,1 1 1 0 0,0-1-1 0 0,-1 1 0 0 0,1-1 0 0 0,0 1 0 0 0,-1-1 0 0 0,1 1 0 0 0,0-1 0 0 0,0 1 0 0 0,0-1 0 0 0,-1 1 0 0 0,1 0 0 0 0,0-1 0 0 0,0 1 0 0 0,0-1 0 0 0,0 2 0 0 0,-5 101 49 0 0,5-75-53 0 0,-1 21 0 0 0,2 0 0 0 0,12 71 0 0 0,-10-107 0 0 0,0 0 0 0 0,8 21 0 0 0,-9-29 0 0 0,0 0 0 0 0,1-1 0 0 0,-1 1 0 0 0,1-1 0 0 0,0 0 0 0 0,0 0 0 0 0,0 0 0 0 0,1 0 0 0 0,-1-1 0 0 0,5 4 0 0 0,-3-3-3 0 0,-1 0-1 0 0,1-1 0 0 0,0 1 0 0 0,0-1 1 0 0,0 0-1 0 0,1-1 0 0 0,-1 1 0 0 0,1-1 1 0 0,-1 0-1 0 0,1-1 0 0 0,0 1 0 0 0,-1-1 1 0 0,1 0-1 0 0,0 0 0 0 0,0-1 0 0 0,10 0 0 0 0,-4-2-1 0 0,-1 1-1 0 0,0-1 0 0 0,1-1 0 0 0,-1 0 1 0 0,-1-1-1 0 0,1 0 0 0 0,0 0 0 0 0,-1-1 1 0 0,0-1-1 0 0,0 0 0 0 0,-1 0 0 0 0,1-1 0 0 0,-1 0 1 0 0,-1 0-1 0 0,1-1 0 0 0,-1 0 0 0 0,-1-1 1 0 0,9-11-1 0 0,-5 4 4 0 0,-1 0 0 0 0,0-1 1 0 0,-1 0-1 0 0,-1-1 0 0 0,-1 0 1 0 0,-1 0-1 0 0,0 0 0 0 0,-1-1 1 0 0,-1 1-1 0 0,2-23 0 0 0,-3 12 2 0 0,-1 0 0 0 0,-1 1 0 0 0,-1-1 0 0 0,-2 0 0 0 0,-9-50 0 0 0,9 66 0 0 0,-3-11 0 0 0,5 23 0 0 0,0 0 0 0 0,-1 0 0 0 0,1 0 0 0 0,0 0 0 0 0,-1 0 0 0 0,1 0 0 0 0,-1 0 0 0 0,1 0 0 0 0,-1 0 0 0 0,0 0 0 0 0,1 0 0 0 0,-1 0 0 0 0,0 1 0 0 0,0-1 0 0 0,1 0 0 0 0,-2 0 0 0 0,2 1 1 0 0,-1-1-1 0 0,1 1 0 0 0,0 0 0 0 0,0 0 0 0 0,0 0 0 0 0,0 0 0 0 0,0 0 0 0 0,-1 0 0 0 0,1 0 0 0 0,0 0 0 0 0,0 0 0 0 0,0 0 0 0 0,0 0 0 0 0,0 0 0 0 0,-1 0 0 0 0,1 0 0 0 0,0 0 0 0 0,0 0 0 0 0,0 0 0 0 0,0 0 0 0 0,0 1 0 0 0,-1-1 0 0 0,1 0 0 0 0,0 0 0 0 0,0 0 0 0 0,0 0 0 0 0,0 0 0 0 0,0 0 0 0 0,0 0 0 0 0,-1 0 0 0 0,1 0 0 0 0,0 1 0 0 0,0-1 0 0 0,0 0 0 0 0,0 0 0 0 0,0 0 0 0 0,0 0 0 0 0,0 0 0 0 0,0 0 0 0 0,0 1 0 0 0,0-1 0 0 0,0 0 0 0 0,0 0 0 0 0,0 0 0 0 0,0 0 0 0 0,0 0 0 0 0,0 1 0 0 0,0-1 0 0 0,0 0 0 0 0,0 0 1 0 0,0 0-1 0 0,0 0 0 0 0,0 1 0 0 0,1 9-11 0 0,-1-9 4 0 0,3 33-394 0 0,-2-21 234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9.3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13 203 111 0 0,'-3'5'13'0'0,"1"1"0"0"0,0-1 0 0 0,1 1 0 0 0,-1-1 0 0 0,1 1 0 0 0,0-1 0 0 0,1 1 0 0 0,-1 7 0 0 0,1-9-3 0 0,0 0 0 0 0,1 0-1 0 0,-1 0 1 0 0,1 0 0 0 0,-1 0-1 0 0,1 0 1 0 0,1 0 0 0 0,-1-1-1 0 0,0 1 1 0 0,1-1 0 0 0,0 1-1 0 0,0-1 1 0 0,2 4-1 0 0,-3-6-7 0 0,-1 0 0 0 0,1 0 0 0 0,0 0 0 0 0,0 0 0 0 0,0 0 0 0 0,0-1 0 0 0,0 1 0 0 0,0 0 0 0 0,0 0 0 0 0,1-1 0 0 0,-1 1 0 0 0,0-1 0 0 0,0 1 0 0 0,0-1 0 0 0,1 0 0 0 0,-1 1 0 0 0,0-1 0 0 0,0 0 0 0 0,1 0 0 0 0,1 0 0 0 0,0 0 5 0 0,0-1 0 0 0,0 1 0 0 0,-1-1 0 0 0,1 0 0 0 0,-1 0 0 0 0,1 0 0 0 0,-1 0 0 0 0,1 0 0 0 0,3-3-1 0 0,2-1 13 0 0,0-2 0 0 0,-1 1-1 0 0,1-1 1 0 0,7-10-1 0 0,-2 1-7 0 0,-1-2 0 0 0,-1 0-1 0 0,-1 0 1 0 0,0-1 0 0 0,-2 0-1 0 0,8-23 1 0 0,-12 33-6 0 0,-2-1 1 0 0,1 0-1 0 0,-1-1 0 0 0,-1 1 1 0 0,0 0-1 0 0,0-1 0 0 0,-1 1 1 0 0,0 0-1 0 0,-3-19 0 0 0,3 29-4 0 0,0 0-1 0 0,0-1 0 0 0,0 1 0 0 0,0 0 0 0 0,0 0 1 0 0,0 0-1 0 0,0 0 0 0 0,0 0 0 0 0,0 0 0 0 0,0-1 0 0 0,0 1 1 0 0,0 0-1 0 0,0 0 0 0 0,0 0 0 0 0,0 0 0 0 0,0 0 0 0 0,0-1 1 0 0,0 1-1 0 0,0 0 0 0 0,0 0 0 0 0,0 0 0 0 0,0 0 1 0 0,0 0-1 0 0,0 0 0 0 0,-1 0 0 0 0,1-1 0 0 0,0 1 0 0 0,0 0 1 0 0,0 0-1 0 0,0 0 0 0 0,0 0 0 0 0,0 0 0 0 0,0 0 0 0 0,0 0 1 0 0,-1 0-1 0 0,1 0 0 0 0,0 0 0 0 0,0 0 0 0 0,0 0 1 0 0,0 0-1 0 0,0 0 0 0 0,0 0 0 0 0,-1 0 0 0 0,1 0 0 0 0,0 0 1 0 0,0 0-1 0 0,0 0 0 0 0,0 0 0 0 0,0 0 0 0 0,0 0 0 0 0,-1 0 1 0 0,1 0-1 0 0,0 0 0 0 0,0 0 0 0 0,0 0 0 0 0,0 0 0 0 0,-5 10 22 0 0,-2 15 10 0 0,3 13-32 0 0,1 68 0 0 0,3-82 0 0 0,1 25 0 0 0,16 95 0 0 0,23 46 0 0 0,-38-181 0 0 0,19 62-14 0 0,-13-49-1 0 0,-1 1 0 0 0,5 36-1 0 0,-12-56-3 0 0,0 0-1 0 0,0-1 1 0 0,0 1-1 0 0,0 0 1 0 0,0 0-1 0 0,-1 0 1 0 0,0 0-1 0 0,1 0 1 0 0,-1-1-1 0 0,0 1 1 0 0,-1 0-1 0 0,1-1 1 0 0,0 1-1 0 0,-1-1 1 0 0,1 1-1 0 0,-4 3 0 0 0,1-1-60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39.5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 24 0 0,'3'2'-2'0'0,"-1"4"14"0"0,-2-5 5 0 0,1 0 0 0 0,0 0-1 0 0,-1-1 1 0 0,1 1 0 0 0,0 0 0 0 0,-1-1-1 0 0,1 1 1 0 0,0 0 0 0 0,0-1-1 0 0,0 0 1 0 0,1 2 0 0 0,2-1 9 0 0,-1 1-8 0 0,0 0 1 0 0,0 0-1 0 0,0-1 1 0 0,0 0-1 0 0,0 1 1 0 0,0-1-1 0 0,1 0 1 0 0,-1-1-1 0 0,0 1 0 0 0,6 0 1 0 0,36 0 90 0 0,-32-1-77 0 0,13 0-34 0 0,1-1-1 0 0,0-1 1 0 0,-1-1 0 0 0,0-2-1 0 0,0-1 1 0 0,26-9 0 0 0,-38 10-68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40.2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90 24 0 0,'119'-4'226'0'0,"-87"1"-144"0"0,1-1 0 0 0,62-16-1 0 0,-45 9-59 0 0,1 2-1 0 0,83-3 0 0 0,-126 11-21 0 0,0 0 0 0 0,0 0 0 0 0,1 0 0 0 0,-1-1 0 0 0,0 0 0 0 0,12-5 0 0 0,-39 0-53 0 0,-2 5-38 0 0,7 0 75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40.5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2 24 0 0,'2'-1'38'0'0,"-3"1"96"0"0,0 0-126 0 0,1 1 0 0 0,0-1 0 0 0,-1 1 0 0 0,1-1 0 0 0,0 1-1 0 0,0-1 1 0 0,-1 1 0 0 0,1-1 0 0 0,0 1 0 0 0,0-1 0 0 0,0 1 0 0 0,0 0 0 0 0,0-1 0 0 0,0 1-1 0 0,0-1 1 0 0,0 2 0 0 0,-2 184 286 0 0,2 129-164 0 0,17-33-77 0 0,-14-257-53 0 0,2 1 0 0 0,0-1 0 0 0,18 48 0 0 0,-20-64 0 0 0,-3-7-9 0 0,0-1 0 0 0,0 1 0 0 0,1 0 1 0 0,-1-1-1 0 0,1 1 0 0 0,-1-1 0 0 0,1 1 0 0 0,0-1 0 0 0,0 1 0 0 0,0-1 0 0 0,0 1 0 0 0,0-1 0 0 0,2 2 0 0 0,2-1-194 0 0,-3-3 123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5:40.6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 0 23 0 0,'3'0'0'0'0,"-3"2"0"0"0,0 0 0 0 0,2-2 0 0 0,-4 0 104 0 0,1 0-32 0 0,-3 2-8 0 0,0 2-64 0 0,2 1 0 0 0,-3 1 0 0 0,-3 1 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09.9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98 303 111 0 0,'-31'-35'0'0'0,"29"31"0"0"0,0-1 0 0 0,0 1 0 0 0,0-1-1 0 0,1 0 1 0 0,-2-8 0 0 0,-2-6 12 0 0,-6-16 33 0 0,1-1 1 0 0,-6-49-1 0 0,10 61-2 0 0,4 19-29 0 0,1 1 0 0 0,0-1 0 0 0,0 0 0 0 0,-1-8 0 0 0,21 34 70 0 0,-5 3-84 0 0,-1 0 0 0 0,16 39 0 0 0,3 7 0 0 0,-2-13 0 0 0,36 73 0 0 0,-50-95 0 0 0,75 152 0 0 0,-77-163 0 0 0,1-1 0 0 0,1-1 0 0 0,0 0 0 0 0,2-1 0 0 0,31 29 0 0 0,-7-17 0 0 0,70 41 0 0 0,-55-37 0 0 0,-2-3 0 0 0,76 33 0 0 0,-115-59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10.1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1454 1 255 0 0,'-24'16'0'0'0,"-1"-2"0"0"0,-1 0 0 0 0,-36 13 0 0 0,4 0 0 0 0,-177 93 32 0 0,186-91-21 0 0,1 2 0 0 0,-73 63-1 0 0,-20 42-10 0 0,9-9-2 0 0,95-94 30 0 0,-69 46 0 0 0,-39 3-16 0 0,93-54-14 0 0,23-11 2 0 0,0 2 0 0 0,2 1 0 0 0,0 1 0 0 0,-27 27 0 0 0,27-20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10.8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60 111 0 0,'11'-6'0'0'0,"0"1"0"0"0,0 1 0 0 0,0 0 0 0 0,1 1 0 0 0,11-3 0 0 0,63-7 0 0 0,-59 10 0 0 0,-10 0 0 0 0,25-2 0 0 0,77-2 0 0 0,-107 7 0 0 0,-1 1 0 0 0,1 0 0 0 0,-1 0 0 0 0,1 1 0 0 0,-1 1 0 0 0,1 0 0 0 0,-1 1 0 0 0,0 0 0 0 0,-1 0 0 0 0,1 1 0 0 0,16 11 0 0 0,-24-13 0 0 0,1-1 0 0 0,-1 1 0 0 0,0 0 0 0 0,0 0 0 0 0,-1 0 0 0 0,1 0 0 0 0,-1 1 0 0 0,1-1 0 0 0,1 6 0 0 0,-3-7 0 0 0,0 0 0 0 0,0 0 0 0 0,0 0 0 0 0,-1 0 0 0 0,1 1 0 0 0,-1-1 0 0 0,1 0 0 0 0,-1 1 0 0 0,0-1 0 0 0,0 0 0 0 0,0 1 0 0 0,0-1 0 0 0,0 0 0 0 0,-1 0 0 0 0,1 1 0 0 0,-1-1 0 0 0,-1 4 0 0 0,-4 9 0 0 0,4-12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11.0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174 1 167 0 0,'-6'6'0'0'0,"-1"3"0"0"0,-1 0 0 0 0,2 1 0 0 0,-1-1 0 0 0,1 1 0 0 0,0 1 0 0 0,1-1 0 0 0,-4 13 0 0 0,5-10 0 0 0,0-1 0 0 0,-7 15 0 0 0,0 2 11 0 0,2-7 10 0 0,-13 40-6 0 0,-16 64 0 0 0,33-105-6 0 0,2 1-1 0 0,0-1 0 0 0,1 1 0 0 0,1 0 1 0 0,1 0-1 0 0,1-1 0 0 0,4 26 0 0 0,-2-18-8 0 0,-3-21 0 0 0,1 1 0 0 0,4 17 0 0 0,-5-24 0 0 0,1 1 0 0 0,0-1 0 0 0,0 0 0 0 0,0 1 0 0 0,1-1 0 0 0,-1 0 0 0 0,0 0 0 0 0,1 0 0 0 0,-1 0 0 0 0,1 0 0 0 0,0 0 0 0 0,0 0 0 0 0,0 0 0 0 0,3 2 0 0 0,-4-4-4 0 0,0 0 0 0 0,0 0-1 0 0,0 0 1 0 0,0 0 0 0 0,0 0-1 0 0,1 0 1 0 0,-1-1-1 0 0,0 1 1 0 0,0 0 0 0 0,0 0-1 0 0,0-1 1 0 0,0 1-1 0 0,0-1 1 0 0,0 1 0 0 0,2-2-1 0 0,-2 1 3 0 0,7-3 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11.6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112 1 24 0 0,'-10'15'-1'0'0,"-7"16"2"0"0,15-27 17 0 0,0-1 1 0 0,0 1 0 0 0,0 0 0 0 0,-5 4 0 0 0,-5 9 46 0 0,1 0-48 0 0,1-2 0 0 0,1 1-1 0 0,-7 16 1 0 0,14-27-10 0 0,0 1 0 0 0,0-1 0 0 0,1 0 0 0 0,-1 1 0 0 0,1-1 0 0 0,1 1 0 0 0,-1-1 0 0 0,1 1 0 0 0,0-1 0 0 0,1 11 0 0 0,2-1-7 0 0,-3-14 0 0 0,1 0 0 0 0,-1 0 0 0 0,0 0 0 0 0,0 0 0 0 0,1 0 0 0 0,-1 0 0 0 0,1 0 0 0 0,-1 0 0 0 0,1 0 0 0 0,-1-1 0 0 0,1 1 0 0 0,1 1 0 0 0,-2-1 0 0 0,1-1 0 0 0,-1 0 0 0 0,1 0 0 0 0,-1 1 0 0 0,1-1 0 0 0,-1 0 0 0 0,1 0 0 0 0,-1 0 0 0 0,1 0 0 0 0,-1 0 0 0 0,1 0 0 0 0,-1 0 0 0 0,1 0 0 0 0,0 0 0 0 0,-1 0 0 0 0,1 0 0 0 0,0 0 0 0 0,17-7 0 0 0,-6 0 0 0 0,0 0 0 0 0,14-12 0 0 0,18-11 0 0 0,-32 24 0 0 0,1 0 0 0 0,-1 1 0 0 0,1 0 0 0 0,0 1 0 0 0,25-4 0 0 0,-28 7 0 0 0,0 0 0 0 0,-1 0 0 0 0,1 1 0 0 0,0 0 0 0 0,-1 1 0 0 0,1 0 0 0 0,0 0 0 0 0,-1 1 0 0 0,11 3 0 0 0,-17-3 0 0 0,1 0 0 0 0,-1-1 0 0 0,0 1 0 0 0,0 1 0 0 0,0-1-1 0 0,0 0 1 0 0,0 1 0 0 0,0-1 0 0 0,-1 1 0 0 0,1 0-1 0 0,-1 0 1 0 0,0 0 0 0 0,0 0 0 0 0,0 0 0 0 0,1 4-1 0 0,4 8 9 0 0,-1 0-1 0 0,6 19 1 0 0,-7-16 26 0 0,0-2-23 0 0,1 0-14 0 0,9 22 1 0 0,-13-33 8 0 0,1 0 1 0 0,0 0-1 0 0,0 0 1 0 0,1 0-1 0 0,0 0 1 0 0,-1-1-1 0 0,1 0 0 0 0,5 4 1 0 0,-6-5-6 0 0,1-1 0 0 0,-1 1 0 0 0,1-1 1 0 0,-1 0-1 0 0,1 0 0 0 0,0 0 0 0 0,0-1 0 0 0,7 3 0 0 0,-8-3 0 0 0,-1-1 0 0 0,1 0-1 0 0,-1 0 1 0 0,1 0 0 0 0,0 0-1 0 0,-1 0 1 0 0,1 0 0 0 0,-1-1-1 0 0,1 1 1 0 0,-1-1 0 0 0,1 0-1 0 0,-1 1 1 0 0,1-1 0 0 0,-1 0-1 0 0,4-3 1 0 0,9-5 20 0 0,-1-1 0 0 0,-1-1 0 0 0,0 0-1 0 0,0-1 1 0 0,12-15 0 0 0,50-71 26 0 0,-21 24-38 0 0,-47 66-3 0 0,0 1-1 0 0,15-14 0 0 0,-20 19-16 0 0,0 0-1 0 0,0 1 1 0 0,1-1-1 0 0,-1 1 0 0 0,0-1 1 0 0,0 1-1 0 0,1 0 1 0 0,-1 0-1 0 0,1 0 0 0 0,-1 0 1 0 0,1 0-1 0 0,-1 1 1 0 0,1-1-1 0 0,0 1 0 0 0,-1 0 1 0 0,6 0-1 0 0,-4 1-95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12.0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502 27 223 0 0,'-2'2'0'0'0,"1"-1"0"0"0,-1 1 0 0 0,1 0 0 0 0,-1-1 0 0 0,1 0 0 0 0,-1 1 0 0 0,0-1 0 0 0,-2 2 0 0 0,-2 1 0 0 0,-12 11 0 0 0,0 1 0 0 0,2 0 0 0 0,-27 35 0 0 0,41-49 0 0 0,0 0 0 0 0,1 0 0 0 0,0 1 0 0 0,0-1 0 0 0,0 1 0 0 0,0-1 0 0 0,0 1 0 0 0,0 0 0 0 0,1-1 0 0 0,-1 1 0 0 0,1 0 0 0 0,-1-1 0 0 0,1 1 0 0 0,0 0 0 0 0,0-1 0 0 0,1 1 0 0 0,-1 0 0 0 0,0 0 0 0 0,1-1 0 0 0,0 1 0 0 0,0-1 0 0 0,-1 1 0 0 0,1-1 0 0 0,1 1 0 0 0,-1-1 0 0 0,0 1 0 0 0,1-1 0 0 0,-1 0 0 0 0,1 0 0 0 0,3 4 0 0 0,-3-3 0 0 0,1-1 0 0 0,-1 0 0 0 0,1 1 0 0 0,-1-1 0 0 0,1-1 0 0 0,0 1 0 0 0,0 0 0 0 0,0-1 0 0 0,0 1 0 0 0,0-1 0 0 0,0 0 0 0 0,0 0 0 0 0,0 0 0 0 0,1 0 0 0 0,-1 0 0 0 0,0-1 0 0 0,1 0 0 0 0,-1 0 0 0 0,0 0 0 0 0,0 0 0 0 0,1 0 0 0 0,-1 0 0 0 0,0-1 0 0 0,1 0 0 0 0,2-1 0 0 0,0 0 2 0 0,0-1 0 0 0,-1 0 0 0 0,1 0 0 0 0,-1-1-1 0 0,0 1 1 0 0,0-1 0 0 0,0 0 0 0 0,-1-1-1 0 0,0 1 1 0 0,1-1 0 0 0,-1 0 0 0 0,-1 0 0 0 0,1 0-1 0 0,-1 0 1 0 0,0-1 0 0 0,0 1 0 0 0,3-11-1 0 0,-4 11 1 0 0,0-1 0 0 0,-1 1-1 0 0,0-1 1 0 0,0 1-1 0 0,0-1 1 0 0,0 0 0 0 0,-1 0-1 0 0,0 0 1 0 0,-1 1-1 0 0,1-1 1 0 0,-1 0 0 0 0,0 1-1 0 0,0-1 1 0 0,-1 0-1 0 0,0 1 1 0 0,0-1 0 0 0,0 1-1 0 0,0 0 1 0 0,-5-7-1 0 0,4 9 3 0 0,0-1-1 0 0,0 1 1 0 0,-1 0-1 0 0,1 0 1 0 0,-1 0-1 0 0,1 1 0 0 0,-1-1 1 0 0,0 1-1 0 0,0 0 1 0 0,0 0-1 0 0,0 0 1 0 0,-1 0-1 0 0,1 1 0 0 0,0 0 1 0 0,-1 0-1 0 0,1 0 1 0 0,-6 0-1 0 0,-4-1-2 0 0,0 1-1 0 0,0 1 1 0 0,0 1-1 0 0,-18 2 0 0 0,12 0 0 0 0,2 1 0 0 0,-1 2 0 0 0,0-1 0 0 0,1 2 0 0 0,0 1 0 0 0,1 0 0 0 0,0 1 0 0 0,0 1 0 0 0,-27 20 0 0 0,25-15 0 0 0,0 2 0 0 0,1 0 0 0 0,1 1 0 0 0,0 1 0 0 0,1 1 0 0 0,2 0 0 0 0,-15 24 0 0 0,7-3 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30.9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99 143 0 0,'28'-7'0'0'0,"29"-11"0"0"0,10-3 0 0 0,-10 9 0 0 0,68-5 0 0 0,-62 10 0 0 0,28-2 16 0 0,0 3 0 0 0,1 5 0 0 0,126 14 0 0 0,-63 4 3 0 0,135 14 26 0 0,153 3-45 0 0,-45-5 0 0 0,-84 7 0 0 0,-170-18 0 0 0,265 61 0 0 0,-286-51 0 0 0,154 15 0 0 0,84 17 0 0 0,-8 10 0 0 0,24 5 0 0 0,-242-44-42 0 0,197 18-1 0 0,-302-48-24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31.1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 13 455 0 0,'-2'-4'0'0'0,"1"-1"0"0"0,-1 3 0 0 0,0 0 0 0 0,0 2 0 0 0,0 0 0 0 0,-2 0 0 0 0,-1 0 0 0 0,-3 2 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45.9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781 2655 143 0 0,'-1'-2'0'0'0,"0"0"0"0"0,-1 0 0 0 0,1 0 0 0 0,-1 1 0 0 0,1-1 0 0 0,-1 0 0 0 0,0 1 0 0 0,0-1 0 0 0,1 1 0 0 0,-1 0 0 0 0,0 0 0 0 0,-3-2 0 0 0,-28-10 0 0 0,17 7 0 0 0,-107-37 2 0 0,79 30 22 0 0,1-3 1 0 0,-59-29-1 0 0,51 16 33 0 0,1-2 0 0 0,-83-69 0 0 0,121 88-48 0 0,0 0 0 0 0,0-2-1 0 0,1 1 1 0 0,1-1 0 0 0,0-1 0 0 0,1 0 0 0 0,1 0 0 0 0,0-1-1 0 0,-9-27 1 0 0,4 4 39 0 0,3-1 0 0 0,-12-81 0 0 0,18 86-27 0 0,1 0 0 0 0,2 0 0 0 0,2-1 0 0 0,1 1 0 0 0,2 0 0 0 0,1 0 0 0 0,2 0 0 0 0,1 1 0 0 0,22-58 0 0 0,83-172-21 0 0,-90 218 0 0 0,3 0 0 0 0,1 1 0 0 0,50-60 0 0 0,52-32 26 0 0,-78 87-7 0 0,62-80 0 0 0,-83 90-17 0 0,126-159 33 0 0,-130 170-30 0 0,2 2 1 0 0,0 1-1 0 0,2 1 1 0 0,51-34-1 0 0,2 13-5 0 0,121-48 0 0 0,-97 46 0 0 0,-64 29 0 0 0,1 2 0 0 0,0 2 0 0 0,83-17 0 0 0,153 2 0 0 0,-103 15 0 0 0,41-1 2 0 0,-174 15-7 0 0,1 3 0 0 0,83 14 0 0 0,54 31-167 0 0,-47-9 0 0 0,-53-21 0 0 0,-67-12 85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44.8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0 158 24 0 0,'0'-3'16'0'0,"1"-1"1"0"0,-1 0 0 0 0,0 0 0 0 0,1 1 0 0 0,0-1 0 0 0,0 0 0 0 0,0 1 0 0 0,0-1-1 0 0,1 1 1 0 0,0-1 0 0 0,-1 1 0 0 0,1-1 0 0 0,0 1 0 0 0,1 0 0 0 0,-1 0 0 0 0,0 0 0 0 0,6-4-1 0 0,-7 6-16 0 0,1 1 0 0 0,-1 0 0 0 0,0 0 0 0 0,1-1 0 0 0,-1 1 0 0 0,0 0 0 0 0,1 0 0 0 0,-1 0 0 0 0,1 1 0 0 0,-1-1 0 0 0,0 0 0 0 0,1 0 0 0 0,-1 1 0 0 0,0-1 0 0 0,0 1 0 0 0,1-1 0 0 0,-1 1 0 0 0,0 0 0 0 0,2 1 0 0 0,8 2 0 0 0,-10-4 1 0 0,17 5 9 0 0,-1-2 1 0 0,1 0 0 0 0,0-1-1 0 0,-1 0 1 0 0,24-2-1 0 0,68-7 12 0 0,140-14 74 0 0,50-3-13 0 0,0 20-37 0 0,-81 2-26 0 0,121-3 97 0 0,99-6-117 0 0,-45-2 0 0 0,-313 13 0 0 0,230-3 0 0 0,-87 5 0 0 0,-147 1 0 0 0,347 17 0 0 0,-327-14 0 0 0,257 21 0 0 0,-256-18 0 0 0,88-6 0 0 0,0-15 0 0 0,-35 1 0 0 0,356-33 0 0 0,-41 20 0 0 0,-257 20 0 0 0,237 5 0 0 0,-130 10 0 0 0,-275-10 0 0 0,269 23 0 0 0,-292-22-72 0 0,-1 0 0 0 0,33-1-1 0 0,-38-2-54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45.0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34 367 0 0,'-2'-5'0'0'0,"0"1"0"0"0,2 0 0 0 0,0 2 0 0 0,0 1 0 0 0,2-3 0 0 0,-2 0-96 0 0,0-5 32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0.6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142 1 24 0 0,'-16'9'0'0'0,"-31"13"0"0"0,44-22 0 0 0,-1 1 0 0 0,1-1 0 0 0,-1 0 0 0 0,0 0 0 0 0,1 0 0 0 0,-1 0 0 0 0,1 0 0 0 0,-1-1 0 0 0,1 0 0 0 0,-1 0 0 0 0,1 0 0 0 0,-1 0 0 0 0,1 0 0 0 0,-4-2 0 0 0,-4-1 0 0 0,0 0 77 0 0,12 5 32 0 0,21 9 64 0 0,-10-5-197 0 0,2 0 26 0 0,-1-1 0 0 0,1 0 0 0 0,0-1-1 0 0,0-1 1 0 0,15 1 0 0 0,-2 0 41 0 0,199 19 86 0 0,-12-2-56 0 0,31 4 45 0 0,265 31-44 0 0,-239-44-39 0 0,-32-2-6 0 0,21 19 3 0 0,266 65 0 0 0,-420-72-10 0 0,0-5-1 0 0,162 3 0 0 0,-22-1 9 0 0,-144-8-9 0 0,108-3 0 0 0,-135-10-21 0 0,287 1 11 0 0,-237 10 44 0 0,173 6-3 0 0,-174-7 12 0 0,210 39 0 0 0,-283-38-44 0 0,101 1 1 0 0,52-16 11 0 0,-167 5-31 0 0,163-1 21 0 0,110-9 20 0 0,-303 12-46 0 0,77-11 1 0 0,140 0 1 0 0,-193 12-13 0 0,58 1-31 0 0,-75-3-113 0 0,-1 0 0 0 0,0-1 1 0 0,0 0-1 0 0,19-6 0 0 0,-25 6-9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0.7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0 511 0 0,'2'0'0'0'0,"0"0"0"0"0,2 2 0 0 0,-3 0 0 0 0,1 0 0 0 0,0-2 0 0 0,0 0 64 0 0,0 0-64 0 0,2 2 0 0 0,1-1 0 0 0,3 3 0 0 0,-5-2-64 0 0,3 0-8 0 0,-4 0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2.9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415 78 199 0 0,'0'-3'2'0'0,"0"0"-1"0"0,0 0 0 0 0,0 0 1 0 0,-1 0-1 0 0,0 0 0 0 0,1 0 0 0 0,-1 1 1 0 0,0-1-1 0 0,0 0 0 0 0,-1 0 1 0 0,1 0-1 0 0,0 1 0 0 0,-1-1 0 0 0,0 1 1 0 0,0-1-1 0 0,0 1 0 0 0,-2-3 1 0 0,1 2 3 0 0,-1 1-1 0 0,1-1 1 0 0,-1 1 0 0 0,1 0 0 0 0,-1 0 0 0 0,0 0 0 0 0,0 0 0 0 0,0 1 0 0 0,0 0 0 0 0,0 0 0 0 0,-6-1 0 0 0,4 1 4 0 0,0 0 1 0 0,0 1 0 0 0,0-1-1 0 0,0 1 1 0 0,0 1 0 0 0,0-1-1 0 0,0 1 1 0 0,0 0 0 0 0,0 1-1 0 0,1 0 1 0 0,-1-1 0 0 0,0 2-1 0 0,1-1 1 0 0,-1 1 0 0 0,1-1-1 0 0,0 1 1 0 0,-8 7-1 0 0,3 0-1 0 0,1 0 0 0 0,1 0 0 0 0,0 1 0 0 0,-13 22 0 0 0,-20 51 23 0 0,36-72-38 0 0,-25 63 41 0 0,4 1 0 0 0,3 1 0 0 0,-17 98 0 0 0,36-155-27 0 0,1 0-1 0 0,1-1 1 0 0,1 1-1 0 0,2 40 0 0 0,-1-55-4 0 0,1 1-1 0 0,0 0 1 0 0,0-1-1 0 0,0 1 1 0 0,1-1-1 0 0,0 1 1 0 0,0-1-1 0 0,1 0 1 0 0,-1 1-1 0 0,1-2 0 0 0,0 1 1 0 0,0 0-1 0 0,1 0 1 0 0,0-1-1 0 0,-1 0 1 0 0,1 0-1 0 0,1 0 1 0 0,-1 0-1 0 0,1 0 1 0 0,-1-1-1 0 0,9 5 0 0 0,3-1-28 0 0,0-1 0 0 0,1 0 0 0 0,0-1 0 0 0,0-1 0 0 0,0 0 0 0 0,0-2 0 0 0,0 0 0 0 0,20 0-1 0 0,-6-2-45 0 0,0-2 0 0 0,1-1 0 0 0,47-11 0 0 0,-59 10-23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3.5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 1 199 0 0,'0'0'0'0'0,"0"0"0"0"0,1 0 0 0 0,-1 0 0 0 0,0 0 0 0 0,1-1 0 0 0,-1 1 0 0 0,0 0 0 0 0,0 0 0 0 0,1 0 0 0 0,-1 0 0 0 0,0 0 0 0 0,1 0 0 0 0,-1 0 0 0 0,0 0 0 0 0,1 0 0 0 0,-1 0 0 0 0,0 0 0 0 0,1 0 0 0 0,-1 0 0 0 0,0 0 0 0 0,1 1 0 0 0,-1-1 0 0 0,0 0 0 0 0,1 0 0 0 0,-1 0 0 0 0,0 0 0 0 0,0 1 0 0 0,1-1 0 0 0,-1 0 0 0 0,0 0 0 0 0,0 0 0 0 0,1 1 0 0 0,-1-1 0 0 0,0 0 0 0 0,0 0 0 0 0,1 1 0 0 0,-1-1 0 0 0,0 0 0 0 0,0 1 0 0 0,0-1 0 0 0,0 0 0 0 0,0 1 0 0 0,0-1 0 0 0,0 0 0 0 0,1 1 0 0 0,-1-1 0 0 0,0 1 0 0 0,6 18 0 0 0,-3-5 18 0 0,-1 0 0 0 0,0 1 0 0 0,-2 27 0 0 0,-7 47 24 0 0,2-38-28 0 0,2-11 26 0 0,-15 162 48 0 0,18-191-81 0 0,3-14 15 0 0,6-23 26 0 0,-3 11-50 0 0,3-6 13 0 0,1 1-1 0 0,1 0 1 0 0,1 1 0 0 0,25-32-1 0 0,-32 44-10 0 0,1 1 0 0 0,1 0 0 0 0,-1 0 0 0 0,1 0 0 0 0,0 1 0 0 0,0-1 0 0 0,1 2 0 0 0,-1-1 0 0 0,1 1 0 0 0,0 0 0 0 0,0 1 0 0 0,1 0 0 0 0,-1 0 0 0 0,1 1 0 0 0,-1 0 0 0 0,1 1 0 0 0,0-1 0 0 0,0 2 0 0 0,-1-1 0 0 0,1 1 0 0 0,0 1 0 0 0,0-1 0 0 0,0 2 0 0 0,-1-1 0 0 0,1 1 0 0 0,0 0 0 0 0,-1 1 0 0 0,16 7 0 0 0,-15-5 0 0 0,0 1 0 0 0,0 0 0 0 0,0 1 0 0 0,-1 0 0 0 0,0 1 0 0 0,0-1 0 0 0,-1 1 0 0 0,0 1 0 0 0,6 9 0 0 0,-5-6 0 0 0,0 0 0 0 0,-2 1 0 0 0,1-1 0 0 0,-2 2 0 0 0,0-1 0 0 0,5 21 0 0 0,-9-28 0 0 0,0-1 0 0 0,0 0 0 0 0,-1 1 0 0 0,0-1 0 0 0,0 1 0 0 0,0-1 0 0 0,-1 0 0 0 0,0 1 0 0 0,0-1 0 0 0,0 0 0 0 0,0 1 0 0 0,-1-1 0 0 0,0 0 0 0 0,0 0 0 0 0,-1 0 0 0 0,1 0 0 0 0,-1-1 0 0 0,-4 6 0 0 0,2-3 0 0 0,-1-1 0 0 0,0 0 0 0 0,0 0 0 0 0,0-1 0 0 0,-1 0 0 0 0,1 0 0 0 0,-1 0 0 0 0,-1-1 0 0 0,1 0 0 0 0,0 0 0 0 0,-10 3 0 0 0,1-1 5 0 0,-1-1 0 0 0,0 0-1 0 0,0-1 1 0 0,-1-1-1 0 0,1 0 1 0 0,-1-2-1 0 0,1 0 1 0 0,-1-1 0 0 0,0 0-1 0 0,1-2 1 0 0,-1 0-1 0 0,1-1 1 0 0,-25-7-1 0 0,20 3-4 0 0,2 0 0 0 0,-1-1 0 0 0,1-2 0 0 0,-28-16 0 0 0,46 25 0 0 0,0-1-1 0 0,0 0 0 0 0,0 0 0 0 0,1 1 0 0 0,-1-1 0 0 0,0 0 0 0 0,1 0 0 0 0,0-1 0 0 0,-1 1 0 0 0,1 0 0 0 0,0 0 0 0 0,0-1 0 0 0,0 1 0 0 0,0 0 0 0 0,1-1 0 0 0,-1 1 0 0 0,1-1 0 0 0,-1 1 0 0 0,1-1 0 0 0,0 1 0 0 0,0-5 0 0 0,1-5-106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4.2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 25 79 0 0,'0'-1'4'0'0,"0"0"-1"0"0,0 0 0 0 0,0 0 0 0 0,1 0 0 0 0,-1 0 0 0 0,0 0 0 0 0,1 0 0 0 0,-1 0 0 0 0,0 0 1 0 0,1 0-1 0 0,-1 0 0 0 0,1 0 0 0 0,0 0 0 0 0,-1 0 0 0 0,1 1 0 0 0,0-1 0 0 0,-1 0 0 0 0,1 1 1 0 0,0-1-1 0 0,0 0 0 0 0,0 1 0 0 0,0-1 0 0 0,-1 1 0 0 0,1-1 0 0 0,0 1 0 0 0,0-1 0 0 0,0 1 1 0 0,0 0-1 0 0,2-1 0 0 0,0 1 9 0 0,0-1 0 0 0,0 1 0 0 0,0-1 0 0 0,0 1 1 0 0,1 0-1 0 0,-1 0 0 0 0,0 0 0 0 0,4 1 0 0 0,0 2-6 0 0,0-1 0 0 0,0 1 1 0 0,0 0-1 0 0,0 1 0 0 0,0 0 0 0 0,-1 0 0 0 0,0 0 0 0 0,0 1 0 0 0,0 0 0 0 0,0 0 1 0 0,-1 0-1 0 0,0 1 0 0 0,0 0 0 0 0,-1 0 0 0 0,1 0 0 0 0,4 10 0 0 0,1 1 7 0 0,-2 1 0 0 0,0-1 0 0 0,-1 1 0 0 0,-1 1 0 0 0,6 26-1 0 0,-9-23-4 0 0,-1 1 0 0 0,0 0-1 0 0,-2 0 1 0 0,-1-1 0 0 0,0 1-1 0 0,-7 28 1 0 0,-4 9-3 0 0,-39 111 0 0 0,35-132 18 0 0,-2-1-1 0 0,-32 49 0 0 0,22-39-25 0 0,-19 33 57 0 0,45-80-45 0 0,1-6-6 0 0,1-6-15 0 0,5-50-306 0 0,-3 37 230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4.7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 63 79 0 0,'5'-3'11'0'0,"0"0"0"0"0,-1 1 0 0 0,1-1 0 0 0,0 1 0 0 0,0 0-1 0 0,0 1 1 0 0,0-1 0 0 0,7 0 0 0 0,4-2 19 0 0,135-30 173 0 0,-144 32-197 0 0,1 1 0 0 0,-1 0-1 0 0,0 1 1 0 0,0 0 0 0 0,1 0-1 0 0,-1 0 1 0 0,0 1 0 0 0,0 0-1 0 0,9 2 1 0 0,-14-2-6 0 0,1 0 0 0 0,-1 0 0 0 0,0 0 0 0 0,1 0 0 0 0,-1 0-1 0 0,0 1 1 0 0,1-1 0 0 0,-1 1 0 0 0,0-1 0 0 0,0 1 0 0 0,0 0 0 0 0,-1 0-1 0 0,1 0 1 0 0,0 0 0 0 0,-1 0 0 0 0,1 0 0 0 0,-1 0 0 0 0,0 1 0 0 0,1-1 0 0 0,-1 0-1 0 0,0 1 1 0 0,-1-1 0 0 0,1 1 0 0 0,0 0 0 0 0,-1-1 0 0 0,1 1 0 0 0,-1 3-1 0 0,0 4 4 0 0,0-1 0 0 0,0 0 0 0 0,-1 1-1 0 0,-1-1 1 0 0,0 0 0 0 0,0 0-1 0 0,0 0 1 0 0,-1 0 0 0 0,-1-1-1 0 0,1 1 1 0 0,-11 15 0 0 0,-2 1 7 0 0,0-2 1 0 0,-32 33-1 0 0,28-35-10 0 0,-2-1 0 0 0,-1-1 0 0 0,-31 20 0 0 0,32-23 0 0 0,3-4 11 0 0,-1 0 0 0 0,0-2-1 0 0,-1 0 1 0 0,0-1 0 0 0,-38 11-1 0 0,59-20-8 0 0,0 0-1 0 0,0 0 1 0 0,0 0-1 0 0,0 0 1 0 0,0 0-1 0 0,1 0 0 0 0,-1 0 1 0 0,0 0-1 0 0,0 0 1 0 0,0 0-1 0 0,0 0 0 0 0,0 0 1 0 0,0 0-1 0 0,0 1 1 0 0,0-1-1 0 0,0 0 0 0 0,0 0 1 0 0,0 0-1 0 0,0 0 1 0 0,0 0-1 0 0,0 0 1 0 0,0 0-1 0 0,0 0 0 0 0,0 0 1 0 0,0 0-1 0 0,0 0 1 0 0,0 1-1 0 0,0-1 0 0 0,0 0 1 0 0,0 0-1 0 0,0 0 1 0 0,0 0-1 0 0,0 0 0 0 0,0 0 1 0 0,0 0-1 0 0,0 0 1 0 0,0 0-1 0 0,0 0 1 0 0,0 0-1 0 0,0 1 0 0 0,0-1 1 0 0,0 0-1 0 0,0 0 1 0 0,0 0-1 0 0,0 0 0 0 0,0 0 1 0 0,0 0-1 0 0,0 0 1 0 0,-1 0-1 0 0,18 3 37 0 0,21 2 35 0 0,35-7 62 0 0,-51 0-65 0 0,37 2-1 0 0,-49 0-69 0 0,0 0 0 0 0,18-3 0 0 0,-22 2 0 0 0,0 0 0 0 0,1 1 0 0 0,-1-1 0 0 0,1 1 0 0 0,-1 0 0 0 0,1 1 0 0 0,-1-1 0 0 0,0 1 0 0 0,11 3 0 0 0,-17-4-14 0 0,1 1 0 0 0,-1-1 0 0 0,1 0 0 0 0,-1 1-1 0 0,1-1 1 0 0,-1 0 0 0 0,0 1 0 0 0,1-1-1 0 0,-1 0 1 0 0,1 1 0 0 0,-1-1 0 0 0,0 1-1 0 0,0-1 1 0 0,1 1 0 0 0,-1-1 0 0 0,0 1-1 0 0,0-1 1 0 0,1 1 0 0 0,-1-1 0 0 0,0 1-1 0 0,0-1 1 0 0,0 1 0 0 0,0-1 0 0 0,0 1 0 0 0,0-1-1 0 0,0 1 1 0 0,0 0 0 0 0,-1 3-108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4.9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0 223 0 0,'6'2'0'0'0,"-3"-2"0"0"0,3 0 0 0 0,-1 0 0 0 0,-3 0 0 0 0,-2 2 0 0 0,2-2 0 0 0,4-2 0 0 0,-3 0 0 0 0,1 4 0 0 0,-2-2 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6.6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12 111 0 0,'-6'0'20'0'0,"8"-2"24"0"0,6 0 20 0 0,14-1-40 0 0,0 0 0 0 0,0 2 0 0 0,37 1 0 0 0,64 15 72 0 0,-102-11-80 0 0,-1 1 0 0 0,1 1 0 0 0,27 12 0 0 0,-47-17-16 0 0,3 0 0 0 0,0 1 0 0 0,0 0 0 0 0,0 0 0 0 0,0 0 0 0 0,0 0 0 0 0,4 4 0 0 0,-7-5 0 0 0,0 0 0 0 0,0 1 0 0 0,0-1 0 0 0,-1 0 0 0 0,1 0 0 0 0,0 0 0 0 0,0 1 0 0 0,-1-1 0 0 0,1 0 0 0 0,-1 1 0 0 0,0-1 0 0 0,1 1 0 0 0,-1-1 0 0 0,0 0 0 0 0,0 1 0 0 0,1-1 0 0 0,-1 1 0 0 0,0-1 0 0 0,-1 1 0 0 0,1-1 0 0 0,0 0 0 0 0,0 1 0 0 0,-1 2 0 0 0,-8 20 13 0 0,0 0 0 0 0,-2 0 0 0 0,-1-1 0 0 0,-21 33-1 0 0,32-55-12 0 0,-20 33 0 0 0,-37 44 0 0 0,43-60 0 0 0,-1-2 0 0 0,-1 1 0 0 0,-36 26 0 0 0,1-10 0 0 0,-2-2 0 0 0,-73 29 0 0 0,104-49 0 0 0,9-5 0 0 0,-21 14 0 0 0,35-20 0 0 0,0 0 0 0 0,0 0 0 0 0,0 0 0 0 0,-1 0 0 0 0,1 0 0 0 0,0 0 0 0 0,0 0 0 0 0,0 0 0 0 0,0 0 0 0 0,-1 0 0 0 0,1 1 0 0 0,0-1 0 0 0,0 0 0 0 0,0 0 0 0 0,0 0 0 0 0,0 0 0 0 0,0 0 0 0 0,-1 1 0 0 0,1-1 0 0 0,0 0 0 0 0,0 0 0 0 0,0 0 0 0 0,0 1 0 0 0,0-1 0 0 0,0 0 0 0 0,0 0 0 0 0,0 0 0 0 0,0 1 0 0 0,0-1 0 0 0,0 0 0 0 0,0 0 0 0 0,0 0 0 0 0,0 1 0 0 0,0-1 0 0 0,0 0 0 0 0,0 0 0 0 0,0 0 0 0 0,0 1 0 0 0,0-1 0 0 0,0 0 0 0 0,9 5 0 0 0,13-2 0 0 0,14-2 19 0 0,60-5 0 0 0,9 0 7 0 0,106 9 38 0 0,-155-8-64 0 0,-50 6-153 0 0,-6-3 148 0 0,0 0-1 0 0,0 0 0 0 0,-1 1 1 0 0,1-1-1 0 0,0 0 0 0 0,0 0 0 0 0,0 0 1 0 0,0 0-1 0 0,0 0 0 0 0,0 1 0 0 0,-1-1 1 0 0,1 0-1 0 0,0 0 0 0 0,0 0 0 0 0,0 0 1 0 0,0 0-1 0 0,-1 0 0 0 0,1 0 1 0 0,0 0-1 0 0,0 0 0 0 0,0 1 0 0 0,-1-1 1 0 0,1 0-1 0 0,0 0 0 0 0,0 0 0 0 0,0 0 1 0 0,0 0-1 0 0,-1 0 0 0 0,1 0 0 0 0,0 0 1 0 0,0 0-1 0 0,0-1 0 0 0,-1 1 0 0 0,-4 0-70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6.9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0 122 255 0 0,'1'0'0'0'0,"-1"-1"0"0"0,1 0 0 0 0,-1 1 0 0 0,0-1 0 0 0,1 0 0 0 0,-1 1 0 0 0,1-1 0 0 0,0 1 0 0 0,-1-1 0 0 0,1 1 0 0 0,-1-1 0 0 0,1 1 0 0 0,0-1 0 0 0,-1 1 0 0 0,1 0 0 0 0,0-1 0 0 0,0 1 0 0 0,-1 0 0 0 0,1 0 0 0 0,1-1 0 0 0,2 0 0 0 0,40-19 46 0 0,1 1-1 0 0,2 3 0 0 0,-1 2 1 0 0,2 2-1 0 0,81-10 0 0 0,-83 17-42 0 0,0 3-1 0 0,1 2 0 0 0,-1 2 0 0 0,51 8 0 0 0,-78-8 43 0 0,-13-2-62 0 0,0 1 0 0 0,0 0 1 0 0,1 0-1 0 0,-1 1 0 0 0,0-1 0 0 0,0 1 0 0 0,0 0 0 0 0,7 5 0 0 0,-9-4 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8:57.1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1 199 0 0,'4'0'0'0'0,"-3"0"0"0"0,3 0 0 0 0,-2 1 0 0 0,2 1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9:13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213 0 199 0 0,'-20'19'0'0'0,"3"-1"0"0"0,-5 13 13 0 0,1 1 0 0 0,2 1-1 0 0,1 1 1 0 0,2 1 0 0 0,1 0-1 0 0,-10 38 1 0 0,14-34 15 0 0,2 1 1 0 0,2 0 0 0 0,-3 41-1 0 0,8-58-9 0 0,2-1 1 0 0,3 41-1 0 0,-2-56-19 0 0,0 0-1 0 0,1 0 1 0 0,-1 0 0 0 0,1 0-1 0 0,1 0 1 0 0,-1 0 0 0 0,1-1-1 0 0,1 1 1 0 0,-1-1 0 0 0,1 0-1 0 0,0 1 1 0 0,8 8-1 0 0,-9-12 2 0 0,1 0 0 0 0,-1-1-1 0 0,1 1 1 0 0,0-1-1 0 0,-1 0 1 0 0,1 0 0 0 0,0 0-1 0 0,0 0 1 0 0,0-1 0 0 0,9 2-1 0 0,-3-1-18 0 0,-1-1-1 0 0,1 0 1 0 0,-1 0 0 0 0,10-1-1 0 0,2-2-56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9:14.4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 1 255 0 0,'-1'0'6'0'0,"0"0"0"0"0,1 1 0 0 0,-1-1-1 0 0,1 1 1 0 0,-1-1 0 0 0,1 0 0 0 0,0 1-1 0 0,-1-1 1 0 0,1 1 0 0 0,-1 0 0 0 0,1-1-1 0 0,0 1 1 0 0,0-1 0 0 0,-1 1 0 0 0,1 0-1 0 0,0-1 1 0 0,0 1 0 0 0,0-1 0 0 0,-1 1-1 0 0,1 0 1 0 0,0-1 0 0 0,0 2 0 0 0,0 0 16 0 0,-12 32 31 0 0,8-23-43 0 0,0 0 1 0 0,0 1 0 0 0,-2 19 0 0 0,1-1 14 0 0,3-23-19 0 0,0 1 0 0 0,1 0-1 0 0,0-1 1 0 0,1 15-1 0 0,1-12-3 0 0,-1 4 10 0 0,2-1-1 0 0,3 18 1 0 0,-4-29-10 0 0,0 1-1 0 0,-1 0 1 0 0,1 0 0 0 0,0 0-1 0 0,1-1 1 0 0,-1 1-1 0 0,0 0 1 0 0,1-1 0 0 0,0 0-1 0 0,-1 1 1 0 0,1-1-1 0 0,0 0 1 0 0,0 0 0 0 0,0 0-1 0 0,1 0 1 0 0,2 2-1 0 0,6 3-1 0 0,-9-5 0 0 0,1 0 0 0 0,0-1 0 0 0,-1 1 0 0 0,1-1 0 0 0,0 0 0 0 0,0 1 0 0 0,0-1 0 0 0,0-1 0 0 0,6 2 0 0 0,18 1 0 0 0,51 11 0 0 0,-74-13 0 0 0,0 1 0 0 0,-1 0 0 0 0,1 0 0 0 0,-1 0 0 0 0,0 0 0 0 0,1 0 0 0 0,-1 1 0 0 0,0-1 0 0 0,0 1 0 0 0,-1 0 0 0 0,1 0 0 0 0,-1 0 0 0 0,1 0 0 0 0,-1 1 0 0 0,0-1 0 0 0,0 1 0 0 0,0-1 0 0 0,-1 1 0 0 0,1 0 0 0 0,-1-1 0 0 0,0 1 0 0 0,0 0 0 0 0,0 0 0 0 0,-1 0 0 0 0,1 0 0 0 0,-1 7 0 0 0,0-8 3 0 0,-1 0-1 0 0,0 0 0 0 0,0 0 0 0 0,0 1 0 0 0,0-1 0 0 0,0-1 0 0 0,-1 1 1 0 0,1 0-1 0 0,-1 0 0 0 0,1 0 0 0 0,-1-1 0 0 0,0 1 0 0 0,0-1 0 0 0,-4 4 0 0 0,1-1 4 0 0,-1 0-1 0 0,0 0 0 0 0,1 0 1 0 0,-2-1-1 0 0,-7 5 0 0 0,11-8-6 0 0,0 0 0 0 0,1 0 0 0 0,-1 0 0 0 0,0-1 0 0 0,0 1 0 0 0,0-1-1 0 0,1 1 1 0 0,-1-1 0 0 0,0 0 0 0 0,0 0 0 0 0,0 0 0 0 0,0 0 0 0 0,1-1-1 0 0,-1 1 1 0 0,0-1 0 0 0,0 0 0 0 0,0 0 0 0 0,1 0 0 0 0,-1 0 0 0 0,1 0-1 0 0,-1-1 1 0 0,1 1 0 0 0,-1-1 0 0 0,1 1 0 0 0,0-1 0 0 0,0 0 0 0 0,-3-3-1 0 0,-4-4-4 0 0,1 0 0 0 0,0-1-1 0 0,0 0 1 0 0,-11-21-1 0 0,17 27-7 0 0,0 1-1 0 0,0-1 0 0 0,0 0 0 0 0,1 0 1 0 0,-1 0-1 0 0,1 0 0 0 0,0 0 0 0 0,0 0 1 0 0,1 0-1 0 0,-1-1 0 0 0,1 1 0 0 0,0 0 1 0 0,0 0-1 0 0,1-6 0 0 0,1 0 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9:15.0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23 167 0 0,'17'-5'34'0'0,"1"0"-1"0"0,0 1 0 0 0,0 0 0 0 0,1 2 1 0 0,-1 0-1 0 0,0 1 0 0 0,1 1 0 0 0,25 3 1 0 0,-34-1-21 0 0,0-1 0 0 0,0 2 0 0 0,0-1 0 0 0,0 1 0 0 0,0 1 1 0 0,-1 0-1 0 0,1 0 0 0 0,-1 1 0 0 0,0 0 0 0 0,0 1 0 0 0,-1 0 0 0 0,0 0 1 0 0,0 1-1 0 0,0 0 0 0 0,-1 0 0 0 0,10 13 0 0 0,-11-11-3 0 0,0 2 0 0 0,0-1 1 0 0,-1 1-1 0 0,0 0 0 0 0,-1 0 0 0 0,-1 0 0 0 0,1 0 0 0 0,-2 1 1 0 0,0-1-1 0 0,1 13 0 0 0,-1 5-9 0 0,-1-1 1 0 0,-2 0-1 0 0,-3 30 0 0 0,0-27 10 0 0,-1 0 0 0 0,-10 31-1 0 0,10-46-4 0 0,-1 0-1 0 0,-1 0 0 0 0,0-1 1 0 0,-1 0-1 0 0,-13 20 0 0 0,10-19-5 0 0,-17 23 0 0 0,-35 40 0 0 0,55-71-26 0 0,1-1-1 0 0,-1 0 0 0 0,0-1 1 0 0,-1 1-1 0 0,1-2 0 0 0,-13 7 1 0 0,62-23-492 0 0,-37 11 518 0 0,-3 1 42 0 0,-5 1 34 0 0,-6 0 9 0 0,5-1-77 0 0,0 1-1 0 0,-1-1 0 0 0,1 1 1 0 0,0 0-1 0 0,0 0 1 0 0,-5 3-1 0 0,8-5-78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9:16.6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12 108 455 0 0,'-1'-2'2'0'0,"0"1"0"0"0,0-1 0 0 0,0 1 0 0 0,0-1 0 0 0,0 0 0 0 0,0 0 0 0 0,0 1 0 0 0,0-1 0 0 0,1 0 0 0 0,-1 0 0 0 0,1 0 0 0 0,-1 0 0 0 0,1 0 0 0 0,0 0 0 0 0,0 0 0 0 0,0 0 0 0 0,0 0 0 0 0,0 1 0 0 0,0-1 0 0 0,1 0 0 0 0,-1 0 0 0 0,1 0 0 0 0,0-2 0 0 0,2-5 2 0 0,0 1 0 0 0,1 0 0 0 0,7-14 0 0 0,-10 21-3 0 0,0 0 0 0 0,0 0 0 0 0,0 0 0 0 0,0 0 0 0 0,0 0 0 0 0,0 0 0 0 0,0 0 0 0 0,0 0 0 0 0,0 1 0 0 0,0-1-1 0 0,0 0 1 0 0,1 0 0 0 0,-1 1 0 0 0,0-1 0 0 0,1 1 0 0 0,-1 0 0 0 0,0-1 0 0 0,1 1 0 0 0,-1 0 0 0 0,0 0-1 0 0,1-1 1 0 0,-1 1 0 0 0,1 0 0 0 0,-1 1 0 0 0,2-1 0 0 0,5 1 8 0 0,-1 0-1 0 0,1 1 1 0 0,10 4 0 0 0,-3-2-4 0 0,476 84 195 0 0,-129-57-126 0 0,-65-9-20 0 0,121 14-54 0 0,-51-6 0 0 0,17-3 0 0 0,-66-11 34 0 0,-14 1-4 0 0,60-35-30 0 0,-240 8 0 0 0,253-47-74 0 0,-371 55 18 0 0,0 1 1 0 0,0 0-1 0 0,0 0 0 0 0,0 1 1 0 0,0 0-1 0 0,11 1 0 0 0,-14-1-48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09:16.7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93 0 199 0 0,'-17'9'0'0'0,"4"-5"0"0"0,2 0 0 0 0,4-2 0 0 0,3-2 0 0 0,2 0 0 0 0,0 0 0 0 0,-3 0 0 0 0,-4-2 72 0 0,-3 0-72 0 0,1-2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0:00.7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0 154 111 0 0,'76'-11'0'0'0,"78"-24"0"0"0,-13 3 0 0 0,-44 17 0 0 0,115 9 0 0 0,-55 4 0 0 0,-119 0 0 0 0,0-2 0 0 0,41-10 0 0 0,61-12 64 0 0,-97 22-64 0 0,45 1 0 0 0,-65 3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0:01.4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20 192 255 0 0,'-2'-1'0'0'0,"1"1"0"0"0,1-1 0 0 0,-1 1 0 0 0,1 0 0 0 0,-1 0 0 0 0,1-1 0 0 0,-1 1 0 0 0,1 0 0 0 0,-1-1 0 0 0,1 1 0 0 0,-1-1 0 0 0,1 1 0 0 0,-1 0 0 0 0,1-1 0 0 0,0 1 0 0 0,-1-1 0 0 0,1 1 0 0 0,0-1 0 0 0,0 1 0 0 0,-1-1 0 0 0,1 0 0 0 0,0 1 0 0 0,0-1 0 0 0,0 1 0 0 0,-1-2 0 0 0,-2-2 0 0 0,-1-1 0 0 0,13 5 0 0 0,4 2 0 0 0,0 0 0 0 0,0-2 0 0 0,0 1 0 0 0,21-3 0 0 0,-7 1 0 0 0,157-13 22 0 0,-26 1 10 0 0,17 7 0 0 0,135-10 10 0 0,140-11-42 0 0,-131 10 0 0 0,98-1 0 0 0,-387 18 0 0 0,287-8 0 0 0,174-11 0 0 0,-204 5 0 0 0,55 0 0 0 0,-305 14 0 0 0,314-4 0 0 0,143 4 0 0 0,-214-1 0 0 0,-5 0 0 0 0,264 10 0 0 0,-184 3 0 0 0,-7 0 0 0 0,-225-14 0 0 0,-68 0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0:01.6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19 311 0 0,'0'-6'0'0'0,"0"1"0"0"0,2-1 0 0 0,-2 4 0 0 0,2 2 0 0 0,0 2 0 0 0,0-2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0:04.1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78 103 111 0 0,'-5'-2'0'0'0,"0"0"0"0"0,0-1 0 0 0,1 0 0 0 0,-1 0 0 0 0,0-1 0 0 0,1 1 0 0 0,-6-6 0 0 0,-25-19 0 0 0,62 35 0 0 0,-11-1 6 0 0,-1-2 0 0 0,1 0 0 0 0,0 0 0 0 0,17 0 0 0 0,0-1 16 0 0,34-2 1 0 0,66-12 33 0 0,-20 0-48 0 0,4 10 17 0 0,125 16-1 0 0,-147-8-20 0 0,222-11 14 0 0,-94-4 28 0 0,234-6-46 0 0,-14-2 62 0 0,-379 16-60 0 0,163-13 23 0 0,-66 3 4 0 0,114 4-18 0 0,1 0-12 0 0,265 5 55 0 0,-299 3-41 0 0,118 3-16 0 0,-303-2 3 0 0,336 9 0 0 0,26 7 0 0 0,-121-10 0 0 0,-43-4 0 0 0,-147 4 0 0 0,-2-1 0 0 0,126-5 0 0 0,-205-5-30 0 0,-13 1-12 0 0,0 0 0 0 0,1 0 0 0 0,-1 1 0 0 0,21 4 0 0 0,-28-3 26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0:04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1 111 0 0,'-2'3'11'0'0,"0"1"0"0"0,-1-1-1 0 0,1 1 1 0 0,1 0 0 0 0,-4 6-1 0 0,4-9 2 0 0,6 4 124 0 0,-5-4-136 0 0,1-1-1 0 0,-1 0 1 0 0,0 1-1 0 0,0-1 1 0 0,0 1 0 0 0,1-1-1 0 0,-1 0 1 0 0,0 1 0 0 0,1-1-1 0 0,-1 0 1 0 0,0 1-1 0 0,1-1 1 0 0,-1 0 0 0 0,0 0-1 0 0,1 1 1 0 0,-1-1-1 0 0,1 0 1 0 0,-1 0 0 0 0,0 0-1 0 0,1 0 1 0 0,-1 1 0 0 0,1-1-1 0 0,-1 0 1 0 0,1 0-1 0 0,-1 0 1 0 0,1 0 0 0 0,-1 0-1 0 0,1 0 1 0 0,0 0-1 0 0,4 0 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0.3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914 1 24 0 0,'-14'4'-1'0'0,"0"-1"0"0"0,-17 2 0 0 0,21-4 10 0 0,-1 1 0 0 0,1 0 1 0 0,0 0-1 0 0,0 1 0 0 0,-16 7 1 0 0,2 1 15 0 0,-1-1 0 0 0,0-1-1 0 0,-40 8 1 0 0,-83 9-41 0 0,107-20 23 0 0,-6 1 6 0 0,1 2 0 0 0,0 2 0 0 0,1 2 0 0 0,-78 34-1 0 0,111-41-12 0 0,-10 4 0 0 0,0 1 0 0 0,-30 21 0 0 0,49-30 0 0 0,1 0 0 0 0,-1 0 0 0 0,1 0 0 0 0,-1 0 0 0 0,1 1 0 0 0,-1-1 0 0 0,1 1 0 0 0,0-1 0 0 0,0 1 0 0 0,1 0 0 0 0,-1 0 0 0 0,0 0 0 0 0,1 0 0 0 0,0 0 0 0 0,-2 4 0 0 0,3-4 3 0 0,-1 0-1 0 0,1 0 0 0 0,0 0 0 0 0,0 0 1 0 0,1 0-1 0 0,-1 0 0 0 0,1 0 0 0 0,-1 0 0 0 0,1 0 1 0 0,0 0-1 0 0,0-1 0 0 0,0 1 0 0 0,1 0 0 0 0,-1-1 1 0 0,0 1-1 0 0,1-1 0 0 0,0 1 0 0 0,0-1 0 0 0,-1 0 1 0 0,2 1-1 0 0,-1-1 0 0 0,3 2 0 0 0,6 5 15 0 0,-1-1-1 0 0,1-1 1 0 0,21 11 0 0 0,-4-6 8 0 0,0-1 0 0 0,1-1 1 0 0,0-2-1 0 0,52 9 0 0 0,-43-10 0 0 0,0 1 1 0 0,42 17-1 0 0,54 32 39 0 0,-123-52-69 0 0,-9-4 3 0 0,-1 0-1 0 0,1 0 0 0 0,0 0 0 0 0,0 0 0 0 0,0 0 0 0 0,0 0 0 0 0,0-1 0 0 0,-1 1 0 0 0,1-1 0 0 0,0 1 0 0 0,0-1 0 0 0,0 0 0 0 0,1 0 0 0 0,-1 0 0 0 0,0 0 0 0 0,0 0 1 0 0,0 0-1 0 0,0-1 0 0 0,0 1 0 0 0,2-1 0 0 0,0-3-11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0.7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82 267 287 0 0,'-13'-5'5'0'0,"3"2"10"0"0,0 0 0 0 0,-1 0 0 0 0,-19-2-1 0 0,30 5-10 0 0,-1 0-1 0 0,1 0 1 0 0,0 0-1 0 0,-1 0 0 0 0,1 0 1 0 0,0 0-1 0 0,-1 0 0 0 0,1 0 1 0 0,0 0-1 0 0,-1 0 0 0 0,1 0 1 0 0,0-1-1 0 0,-1 1 1 0 0,1 0-1 0 0,0 0 0 0 0,0 0 1 0 0,-1-1-1 0 0,1 1 0 0 0,0 0 1 0 0,0 0-1 0 0,-1 0 0 0 0,1-1 1 0 0,0 1-1 0 0,-1-1 0 0 0,1 1-1 0 0,0 0-1 0 0,0 0 0 0 0,0 0 0 0 0,0-1 0 0 0,0 1 0 0 0,0 0 0 0 0,0 0 1 0 0,0 0-1 0 0,0-1 0 0 0,0 1 0 0 0,0 0 0 0 0,0 0 0 0 0,0 0 0 0 0,1 0 0 0 0,-1-1 1 0 0,0 1-1 0 0,0 0 0 0 0,0 0 0 0 0,0 0 0 0 0,0 0 0 0 0,0-1 0 0 0,0 1 0 0 0,0 0 1 0 0,1 0-1 0 0,-1 0 0 0 0,0 0 0 0 0,0 0 0 0 0,0 0 0 0 0,0-1 0 0 0,0 1 0 0 0,1 0 1 0 0,-1 0-1 0 0,0 0 0 0 0,0 0 0 0 0,0 0 0 0 0,0 0 0 0 0,1 0 0 0 0,-1 0 0 0 0,19-5 1 0 0,0 1-1 0 0,1 1 1 0 0,-1 1-1 0 0,33 1 0 0 0,-4-1 46 0 0,81-3-19 0 0,-71 5-9 0 0,-1-3 0 0 0,97-17 0 0 0,213-48 34 0 0,-34 12-53 0 0,-233 35 13 0 0,157-25-28 0 0,-193 43-143 0 0,-54 4 142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1.2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370 16 399 0 0,'-27'-15'0'0'0,"27"15"0"0"0,8 10 0 0 0,2-1 5 0 0,0-1-1 0 0,0 0 0 0 0,1 0 1 0 0,19 9-1 0 0,51 21 31 0 0,-36-18-28 0 0,-14-6 9 0 0,0 1 0 0 0,-1 2 0 0 0,42 31 0 0 0,-67-45-16 0 0,-1 1 0 0 0,0 0 0 0 0,0 0 0 0 0,0 1 0 0 0,-1-1 0 0 0,1 1 0 0 0,-1 0 0 0 0,0 0 0 0 0,-1 0 0 0 0,1 0 0 0 0,-1 1 0 0 0,2 6 0 0 0,-2-4 0 0 0,0 0 0 0 0,-1 0 0 0 0,0 1 0 0 0,-1-1 0 0 0,1 0 0 0 0,-2 0 0 0 0,-1 15 0 0 0,-3 0 0 0 0,-1 0 0 0 0,-1 0 0 0 0,-1 0 0 0 0,-22 41 0 0 0,20-46 12 0 0,0-1 0 0 0,-2 0 0 0 0,0-1-1 0 0,0 0 1 0 0,-2-1 0 0 0,1-1 0 0 0,-2 0-1 0 0,0-1 1 0 0,-31 21 0 0 0,31-26-6 0 0,-1 0 1 0 0,0-1 0 0 0,0 0-1 0 0,0-1 1 0 0,-1-1-1 0 0,-18 3 1 0 0,-104 10 67 0 0,114-16-56 0 0,-5 0-49 0 0,0 0-1 0 0,0-3 0 0 0,0 0 0 0 0,-1-2 1 0 0,-36-9-1 0 0,35 5-90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1.9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1885 4670 24 0 0,'-32'9'31'0'0,"1"-1"1"0"0,-1-2 0 0 0,0-1 0 0 0,0-1 0 0 0,0-2 0 0 0,-44-3 0 0 0,-176-25 60 0 0,188 16-66 0 0,-121-38 0 0 0,118 24-7 0 0,1-2 0 0 0,1-4-1 0 0,-88-54 1 0 0,126 66-2 0 0,1-1 0 0 0,1-2 0 0 0,1-1 0 0 0,1 0 0 0 0,1-2 1 0 0,1 0-1 0 0,1-2 0 0 0,1 0 0 0 0,-22-43 0 0 0,-57-115 127 0 0,-143-380 0 0 0,199 437-129 0 0,5-2 0 0 0,7-1 0 0 0,5-2 0 0 0,-11-180-1 0 0,28 153 50 0 0,17-240-1 0 0,0 312-35 0 0,3 1 0 0 0,4 1 0 0 0,3 1 0 0 0,44-118 0 0 0,27-22-1 0 0,140-248-1 0 0,-228 468-26 0 0,215-362 0 0 0,-188 324 8 0 0,2 1 0 0 0,1 1 0 0 0,64-58 0 0 0,-69 74-3 0 0,1 2 0 0 0,1 0-1 0 0,1 2 1 0 0,1 2-1 0 0,0 1 1 0 0,38-15-1 0 0,-32 17 18 0 0,0 2-1 0 0,59-12 0 0 0,-79 22-13 0 0,-1 0-1 0 0,1 2 0 0 0,-1 0 0 0 0,1 1 0 0 0,0 1 0 0 0,-1 0 0 0 0,1 1 0 0 0,27 8 0 0 0,-10 0-7 0 0,-1 3 0 0 0,-1 0 0 0 0,-1 2 0 0 0,0 2 0 0 0,51 35 0 0 0,-40-20 0 0 0,-1 2 0 0 0,-1 2 0 0 0,39 46 0 0 0,70 111 0 0 0,-25-29 0 0 0,-53-80 0 0 0,104 134 0 0 0,-95-103 0 0 0,69 130 0 0 0,-103-155 0 0 0,-3 2 0 0 0,38 123 0 0 0,-36-68 1 0 0,-7 1 0 0 0,33 261 0 0 0,-63-316-3 0 0,-3 0-1 0 0,-5 0 1 0 0,-4 0-1 0 0,-4 0 1 0 0,-33 160-1 0 0,-87 156-129 0 0,116-379 125 0 0,-1-1 0 0 0,-2 0 0 0 0,-1-1 0 0 0,-1-1-1 0 0,-2 0 1 0 0,0-1 0 0 0,-2-1 0 0 0,0-1 0 0 0,-48 39-1 0 0,-116 89-101 0 0,-50 42-302 0 0,196-159 275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4.0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1293 24 0 0,'34'-92'15'0'0,"14"-9"84"0"0,69-108 0 0 0,-101 186-93 0 0,1 1 1 0 0,1 0 0 0 0,0 2-1 0 0,2 0 1 0 0,0 1-1 0 0,2 1 1 0 0,0 1-1 0 0,0 1 1 0 0,2 1-1 0 0,0 1 1 0 0,0 1 0 0 0,36-13-1 0 0,53-13 27 0 0,17-6-13 0 0,-22-4-20 0 0,-65 28 0 0 0,1 2 0 0 0,46-13 0 0 0,182-24 37 0 0,-49 13-10 0 0,-64 9 5 0 0,248-20 0 0 0,-143 26-32 0 0,-196 20 0 0 0,263-17 0 0 0,57-8 0 0 0,4-4 64 0 0,-273 31-64 0 0,171-29 0 0 0,84-5 0 0 0,-86 13 0 0 0,-117 13 0 0 0,-147 14 0 0 0,0 1 0 0 0,0 1 0 0 0,0 1 0 0 0,0 1 0 0 0,24 8 0 0 0,-35-8 0 0 0,-1 0 0 0 0,0 0 0 0 0,0 1 0 0 0,-1 1 0 0 0,0 0 0 0 0,0 0 0 0 0,15 12 0 0 0,-9-5 0 0 0,-1 1 0 0 0,0 0 0 0 0,-2 1 0 0 0,1 1 0 0 0,-2 0 0 0 0,14 23 0 0 0,-6 2 0 0 0,-2 2 0 0 0,-1 0 0 0 0,19 80 0 0 0,-20-51 16 0 0,-3 0 0 0 0,-4 0 0 0 0,2 86 0 0 0,9 427-16 0 0,-27-256 0 0 0,0-149 0 0 0,4-4 0 0 0,-4 130 0 0 0,-1 27 0 0 0,-2 48 0 0 0,20-29 36 0 0,29-2 6 0 0,-25-225-56 0 0,-12-100 14 0 0,28 264 0 0 0,-27-211 0 0 0,-9 134 0 0 0,2-179-13 0 0,-1-1-1 0 0,-2 0 0 0 0,-2 0 0 0 0,0 0 1 0 0,-16 35-1 0 0,22-62 2 0 0,0-1 0 0 0,-1 1 0 0 0,1 0 1 0 0,-1-1-1 0 0,0 1 0 0 0,0-1 0 0 0,0 0 0 0 0,-1 0 1 0 0,1 0-1 0 0,-1-1 0 0 0,0 1 0 0 0,0-1 0 0 0,-8 5 0 0 0,-6-3-68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5.0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228 0 24 0 0,'-7'9'0'0'0,"5"-7"1"0"0,1-1-1 0 0,0 0 1 0 0,0 1 0 0 0,0-1-1 0 0,0 1 1 0 0,0-1 0 0 0,0 1-1 0 0,0 0 1 0 0,0-1 0 0 0,1 1-1 0 0,-1 0 1 0 0,1 0 0 0 0,-1-1-1 0 0,1 4 1 0 0,-26 154 106 0 0,-13 332-13 0 0,31 4-25 0 0,7-369-40 0 0,11 491-19 0 0,-6-446-10 0 0,-1 309 54 0 0,-34 8-17 0 0,13-288 0 0 0,-5 61-20 0 0,-15 264 30 0 0,16-190 3 0 0,9-185-36 0 0,8-20-14 0 0,9-107 0 0 0,-4-23 0 0 0,0 1 0 0 0,0 0 0 0 0,0 0 0 0 0,1 0 0 0 0,-1 0 0 0 0,1-1 0 0 0,-1 1 0 0 0,0 0 0 0 0,1 0 0 0 0,0-1 0 0 0,-1 1 0 0 0,1 0 0 0 0,-1-1 0 0 0,1 1 0 0 0,0-1 0 0 0,-1 1 0 0 0,1-1 0 0 0,1 2 0 0 0,43 12 54 0 0,56-2-23 0 0,128-1 0 0 0,-85-6-19 0 0,676 51-12 0 0,-470-10 35 0 0,-38-3-6 0 0,-243-36-29 0 0,329 26 0 0 0,-224-24 0 0 0,129 4 0 0 0,2-18 0 0 0,27-6 0 0 0,100-8 0 0 0,117-51 0 0 0,-479 61 1 0 0,48-10-19 0 0,-105 15-221 0 0,-14 1 167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6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653 4329 287 0 0,'-24'-18'0'0'0,"15"12"0"0"0,1 0 0 0 0,-1-1 0 0 0,1 0 0 0 0,0 0 0 0 0,0-1 0 0 0,1 0 0 0 0,0-1 0 0 0,-9-14 0 0 0,-48-85 44 0 0,9 19-24 0 0,-7-26 16 0 0,5-3-1 0 0,5-2 0 0 0,6-2 0 0 0,5-2 0 0 0,-30-150 0 0 0,31 45 56 0 0,-20-460-1 0 0,71 14-90 0 0,37-108 0 0 0,-42 732 11 0 0,2 1 0 0 0,3 0-1 0 0,1 0 1 0 0,27-66 0 0 0,69-119 74 0 0,-94 210-71 0 0,0 0 1 0 0,2 1-1 0 0,28-34 0 0 0,-35 48-14 0 0,1 0 0 0 0,0 0-1 0 0,0 1 1 0 0,1 1-1 0 0,0-1 1 0 0,0 2 0 0 0,1 0-1 0 0,0 0 1 0 0,20-8-1 0 0,-26 13 1 0 0,1 1 0 0 0,-1-1 0 0 0,0 1 0 0 0,1 0 0 0 0,-1 1 0 0 0,1-1 0 0 0,-1 1 0 0 0,1 0 0 0 0,-1 1 0 0 0,0 0 0 0 0,1 0 0 0 0,-1 0 0 0 0,0 1 0 0 0,1 0 0 0 0,-1 0 0 0 0,0 0 0 0 0,0 1 0 0 0,-1 0 0 0 0,1 0 0 0 0,-1 0 0 0 0,8 7 0 0 0,7 6 0 0 0,-1 2 0 0 0,0 1 0 0 0,32 41 0 0 0,-25-28 0 0 0,304 307 0 0 0,-287-300 0 0 0,-1 3 0 0 0,-3 1 0 0 0,-1 2 0 0 0,45 70 0 0 0,-31-23 0 0 0,-4 1 0 0 0,-4 3 0 0 0,31 101 0 0 0,-40-84 0 0 0,31 181 0 0 0,-13 123 0 0 0,-26 292 0 0 0,-52-171 26 0 0,20-445 12 0 0,-2-14-20 0 0,-33 144 0 0 0,-39 67 18 0 0,70-258-36 0 0,-39 115 0 0 0,33-111-100 0 0,-2-1 0 0 0,-40 63 0 0 0,39-73-48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6.8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220 0 743 0 0,'-21'4'0'0'0,"4"0"0"0"0,6-3 0 0 0,6-1 64 0 0,3 2-64 0 0,-6 0 0 0 0,-4 6 0 0 0,-14-3 0 0 0,-4 6 0 0 0,-2 2-136 0 0,3-4 32 0 0,3 1 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8.4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792 1 79 0 0,'-40'9'40'0'0,"27"-6"-15"0"0,1-1 1 0 0,0 2 0 0 0,0 0 0 0 0,-12 5-1 0 0,-14 11 2 0 0,2 1 0 0 0,-50 37-1 0 0,62-39-26 0 0,0 1 0 0 0,1 1 0 0 0,2 1 0 0 0,0 1 0 0 0,1 1 0 0 0,-25 40 0 0 0,-19 42 0 0 0,-42 67 0 0 0,87-147 16 0 0,0-1 0 0 0,-2-2 0 0 0,-44 41 0 0 0,60-60-16 0 0,-2 2 0 0 0,1 0 0 0 0,-12 14 0 0 0,17-19 0 0 0,-1 0 0 0 0,1 1 0 0 0,0-1 0 0 0,0 1 0 0 0,1 0 0 0 0,-1-1 0 0 0,0 1 0 0 0,1 0 0 0 0,-1-1 0 0 0,0 1 0 0 0,1 0 0 0 0,0 0 0 0 0,-1 0 0 0 0,1-1 0 0 0,0 1 0 0 0,0 0 0 0 0,0 0 0 0 0,0 0 0 0 0,1 0 0 0 0,0 2 0 0 0,-1-2 0 0 0,1-1 0 0 0,0 0 0 0 0,0 1 0 0 0,0-1 0 0 0,0 0 0 0 0,0 0 0 0 0,1 1 0 0 0,-1-1 0 0 0,0 0 0 0 0,1 0 0 0 0,-1 0 0 0 0,0 0 0 0 0,1-1 0 0 0,-1 1 0 0 0,1 0 0 0 0,-1-1 0 0 0,4 2 0 0 0,29 6 0 0 0,-33-8 0 0 0,17 2 3 0 0,1 0-1 0 0,-1-1 1 0 0,1-1-1 0 0,-1-1 1 0 0,1-1-1 0 0,-1 0 0 0 0,35-10 1 0 0,4-6 13 0 0,62-28 1 0 0,10-4-6 0 0,124-25-84 0 0,-208 59 58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18.8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 1044 24 0 0,'-3'2'0'0'0,"0"0"0"0"0,-1-1 0 0 0,1 1 0 0 0,-1-1 0 0 0,0 0 0 0 0,1 0 0 0 0,-1-1 0 0 0,0 1 0 0 0,0-1 0 0 0,1 0 0 0 0,-5 0 0 0 0,6-1 15 0 0,0 0 1 0 0,0 0-1 0 0,0 0 1 0 0,0 0 0 0 0,0-1-1 0 0,1 1 1 0 0,-1-1 0 0 0,1 1-1 0 0,-1-1 1 0 0,-1-2-1 0 0,2 1-9 0 0,-1 0-1 0 0,1 0 1 0 0,0 0-1 0 0,1 0 0 0 0,-1 0 1 0 0,0 0-1 0 0,1 0 1 0 0,0 0-1 0 0,0 0 0 0 0,0 0 1 0 0,0 0-1 0 0,0 0 1 0 0,0 0-1 0 0,1-1 0 0 0,0 1 1 0 0,1-4-1 0 0,2-6 9 0 0,1 0-1 0 0,8-16 0 0 0,20-31-13 0 0,2 1 0 0 0,45-55 0 0 0,-58 86 12 0 0,1 2-1 0 0,1 0 0 0 0,2 2 1 0 0,0 0-1 0 0,2 2 0 0 0,0 1 1 0 0,58-32-1 0 0,14 3 21 0 0,119-43-1 0 0,-126 56 7 0 0,-54 18-20 0 0,46-27-1 0 0,23-12 12 0 0,-33 29-29 0 0,150-37 0 0 0,-49 18 0 0 0,-159 42-8 0 0,0 2 0 0 0,1-1 0 0 0,0 2 0 0 0,0 1 0 0 0,0 0 0 0 0,0 1 0 0 0,0 1 0 0 0,29 3 0 0 0,-25-3-65 0 0,-12 0 58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0.9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348 1 24 0 0,'-1'1'-1'0'0,"0"0"1"0"0,0 1 0 0 0,0-1 0 0 0,0 0 0 0 0,-1 0 0 0 0,1 0 0 0 0,0 0 0 0 0,-1 0 0 0 0,1 0 0 0 0,-1 0 0 0 0,1 0 0 0 0,-1-1 0 0 0,-2 2 0 0 0,2-1 0 0 0,0 0 0 0 0,0 0 0 0 0,0 0 1 0 0,0 0-1 0 0,0 0 0 0 0,0 0 0 0 0,-2 3 0 0 0,0-1 6 0 0,1-1 0 0 0,-1 1 0 0 0,0-1 0 0 0,-1 0 0 0 0,1 0 0 0 0,0 0 1 0 0,-1-1-1 0 0,-4 2 0 0 0,-4 1 2 0 0,-47 18 26 0 0,-64 24 60 0 0,123-45-91 0 0,0-1 0 0 0,-1 1 0 0 0,1 0-1 0 0,-1-1 1 0 0,1 1 0 0 0,0 0 0 0 0,-1 0-1 0 0,1 0 1 0 0,0 0 0 0 0,0 0 0 0 0,-1 0-1 0 0,1 0 1 0 0,0 0 0 0 0,0 1-1 0 0,0-1 1 0 0,0 2 0 0 0,1-2-2 0 0,-1 0-1 0 0,2 0 1 0 0,-1 0-1 0 0,0 0 1 0 0,0-1-1 0 0,0 1 1 0 0,0 0 0 0 0,0 0-1 0 0,1 0 1 0 0,-1 0-1 0 0,0 0 1 0 0,1-1 0 0 0,-1 1-1 0 0,1 0 1 0 0,-1 0-1 0 0,1-1 1 0 0,-1 1-1 0 0,1 0 1 0 0,0-1 0 0 0,-1 1-1 0 0,1 0 1 0 0,0-1-1 0 0,-1 1 1 0 0,1-1 0 0 0,0 1-1 0 0,0-1 1 0 0,-1 0-1 0 0,1 1 1 0 0,1-1-1 0 0,42 25 11 0 0,-28-16-2 0 0,1 0 0 0 0,-1 0 1 0 0,-1 2-1 0 0,0 0 0 0 0,-1 0 0 0 0,24 26 0 0 0,-36-36-5 0 0,12 16 17 0 0,0 1-1 0 0,-1 0 1 0 0,0 0-1 0 0,17 37 1 0 0,-20-28 2 0 0,0 0 0 0 0,-2 1 0 0 0,-1 0 0 0 0,-1 0 0 0 0,3 55 0 0 0,-7-54-4 0 0,-1 1 0 0 0,-2 0-1 0 0,-7 56 1 0 0,6-81-17 0 0,1 0 0 0 0,-1 0 0 0 0,0 0 0 0 0,-1 0 0 0 0,1 0 0 0 0,-1-1 0 0 0,0 1 0 0 0,0-1 1 0 0,0 1-1 0 0,0-1 0 0 0,-1 0 0 0 0,0-1 0 0 0,0 1 0 0 0,0 0 0 0 0,0-1 0 0 0,-5 3 0 0 0,-1 0 0 0 0,-1 0 1 0 0,1-1 0 0 0,-1-1-1 0 0,1 0 1 0 0,-1 0 0 0 0,-16 3-1 0 0,15-6-2 0 0,1 1 0 0 0,0-1 0 0 0,0-1 0 0 0,-1 0 0 0 0,1 0 0 0 0,0-1 0 0 0,-15-4 0 0 0,18 4 0 0 0,-1-1 0 0 0,1-1 0 0 0,0 0 0 0 0,0 0 0 0 0,0-1 0 0 0,0 1 0 0 0,1-2 0 0 0,-1 1 0 0 0,1-1 0 0 0,-7-7 0 0 0,11 11-4 0 0,1-2 0 0 0,0 1-1 0 0,1 0 1 0 0,-1 0 0 0 0,0 0-1 0 0,1-1 1 0 0,-1 1 0 0 0,1-1-1 0 0,0 0 1 0 0,-1 1 0 0 0,1-1-1 0 0,1 0 1 0 0,-1 1 0 0 0,0-1-1 0 0,1 0 1 0 0,-1 0-1 0 0,1 0 1 0 0,0 0 0 0 0,0 0-1 0 0,0 1 1 0 0,0-1 0 0 0,1 0-1 0 0,-1 0 1 0 0,1 0 0 0 0,0 0-1 0 0,-1 1 1 0 0,1-1 0 0 0,0 0-1 0 0,1 1 1 0 0,-1-1 0 0 0,3-3-1 0 0,3-5-21 0 0,0 0-1 0 0,1 1 0 0 0,1 0 1 0 0,0 0-1 0 0,16-13 1 0 0,2 0 12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1.2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111 1 24 0 0,'-3'0'65'0'0,"-32"1"12"0"0,32 0-74 0 0,0-1 1 0 0,0 0-1 0 0,0 1 1 0 0,1 0 0 0 0,-1 0-1 0 0,0 0 1 0 0,1 0-1 0 0,-1 0 1 0 0,0 0-1 0 0,1 1 1 0 0,-1 0-1 0 0,1-1 1 0 0,-3 4-1 0 0,2-2 4 0 0,0 1 0 0 0,1 0 0 0 0,-1 0 0 0 0,1 0-1 0 0,0 1 1 0 0,1-1 0 0 0,-1 0 0 0 0,1 1 0 0 0,-2 8-1 0 0,-4 44-14 0 0,6-42 12 0 0,-1 51 56 0 0,9 100-1 0 0,-4-120-50 0 0,-1-13-9 0 0,3 1 0 0 0,0-1 0 0 0,2 0 0 0 0,2-1 0 0 0,18 49 0 0 0,-16-60 0 0 0,-10-20 0 0 0,-1 0 0 0 0,1 0 0 0 0,-1 0 0 0 0,1-1 0 0 0,0 1 0 0 0,-1 0 0 0 0,1 0 0 0 0,0-1 0 0 0,0 1 0 0 0,0 0 0 0 0,0-1 0 0 0,-1 1 0 0 0,1-1 0 0 0,0 1 0 0 0,0-1 0 0 0,0 0 0 0 0,0 1 0 0 0,0-1 0 0 0,0 0 0 0 0,1 0 0 0 0,2-16 0 0 0,0-10 0 0 0,0-42 0 0 0,-2 33 0 0 0,-1-3-12 0 0,-2-4-48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1.4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2 24 0 0,'-1'-1'0'0'0,"1"1"4"0"0,0 1 1 0 0,0 0 0 0 0,0 0 0 0 0,1 0 0 0 0,-1 0 0 0 0,0 0 0 0 0,0 0 0 0 0,-1 0 0 0 0,1-1 0 0 0,0 1 0 0 0,0 0 0 0 0,0 0 0 0 0,0 0 0 0 0,-1 0 0 0 0,1 0 0 0 0,-1 0 0 0 0,1 0-10 0 0,-1 3 5 0 0,1 0 0 0 0,-1 1 0 0 0,1 0 0 0 0,-2-1 0 0 0,1 1 0 0 0,0 0 0 0 0,-1-1 0 0 0,-3 8 0 0 0,4-11 0 0 0,1-1 0 0 0,0 1 0 0 0,0 0 0 0 0,0-1 0 0 0,0 1 0 0 0,0-1 0 0 0,0 1 0 0 0,0 0 0 0 0,0-1 0 0 0,0 1 0 0 0,0-1 0 0 0,0 1 0 0 0,0-1 0 0 0,0 1 0 0 0,0 0 0 0 0,0-1 0 0 0,1 1 0 0 0,-1-1 0 0 0,0 1 0 0 0,0-1 0 0 0,1 2 0 0 0,1 2 0 0 0,0 2 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1.9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0 397 24 0 0,'1'-11'7'0'0,"0"0"1"0"0,1 0 0 0 0,0 0 0 0 0,1 0 0 0 0,0 1 0 0 0,1-1 0 0 0,0 1-1 0 0,0 0 1 0 0,1 0 0 0 0,0 0 0 0 0,7-9 0 0 0,8-8 3 0 0,1 0 0 0 0,30-31 0 0 0,-35 43 5 0 0,0 0 0 0 0,1 0 0 0 0,1 2 0 0 0,0 0 0 0 0,0 1 0 0 0,1 1 0 0 0,1 0 0 0 0,0 2 0 0 0,1 0 0 0 0,-1 1 0 0 0,35-7 0 0 0,-48 14-16 0 0,-1 0 0 0 0,1 0 0 0 0,-1 0 0 0 0,1 1 0 0 0,0 0 0 0 0,-1 1 0 0 0,1-1 0 0 0,0 1 0 0 0,9 3 0 0 0,-13-3 0 0 0,0 0 0 0 0,0 0 0 0 0,1 1 0 0 0,-1-1 0 0 0,0 1 0 0 0,0 0 0 0 0,0 0 0 0 0,-1 0 0 0 0,1 0 0 0 0,0 1 0 0 0,-1-1 0 0 0,1 1 0 0 0,-1-1 0 0 0,0 1 0 0 0,0 0 0 0 0,0 0 0 0 0,0 0 0 0 0,-1 0 0 0 0,3 6 0 0 0,14 50 14 0 0,-3 0 0 0 0,11 89 0 0 0,6 27 8 0 0,-22-136-22 0 0,2 0 0 0 0,18 42 0 0 0,-29-79 1 0 0,0 0-1 0 0,0 0 1 0 0,0 0-1 0 0,1-1 0 0 0,-1 1 1 0 0,1 0-1 0 0,-1-1 0 0 0,1 1 1 0 0,-1-1-1 0 0,4 3 0 0 0,-4-4 0 0 0,0 1-1 0 0,-1-1 0 0 0,1 1 1 0 0,0-1-1 0 0,0 0 0 0 0,0 1 0 0 0,-1-1 1 0 0,1 0-1 0 0,0 1 0 0 0,0-1 1 0 0,0 0-1 0 0,0 0 0 0 0,0 0 0 0 0,0 0 1 0 0,0 0-1 0 0,-1 0 0 0 0,1 0 1 0 0,0 0-1 0 0,0 0 0 0 0,0-1 0 0 0,0 1 1 0 0,0 0-1 0 0,0-1 0 0 0,-1 1 1 0 0,1 0-1 0 0,0-1 0 0 0,1 0 0 0 0,3-3-79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3.1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0 151 24 0 0,'1'0'7'0'0,"0"0"0"0"0,0 0 0 0 0,0 0 0 0 0,0 1 1 0 0,0-1-1 0 0,0 0 0 0 0,0 1 0 0 0,0-1 0 0 0,0 1 1 0 0,0-1-1 0 0,0 1 0 0 0,0-1 0 0 0,0 1 0 0 0,0 0 1 0 0,0-1-1 0 0,0 1 0 0 0,-1 0 0 0 0,1 0 0 0 0,0 0 1 0 0,-1-1-1 0 0,1 1 0 0 0,-1 0 0 0 0,1 0 0 0 0,-1 0 1 0 0,1 0-1 0 0,-1 0 0 0 0,1 0 0 0 0,-1 0 0 0 0,0 0 1 0 0,1 2-1 0 0,0 4-9 0 0,0 0 1 0 0,0 0-1 0 0,0 11 1 0 0,-1-8 45 0 0,0-7-43 0 0,21 178 61 0 0,-17-161-60 0 0,1-1-1 0 0,0 1 1 0 0,2-1 0 0 0,0 0-1 0 0,1 0 1 0 0,21 34-1 0 0,-24-45 6 0 0,0-1-1 0 0,1 0 1 0 0,0 0-1 0 0,8 7 0 0 0,-12-12-4 0 0,0-1 0 0 0,1 1 0 0 0,-1 0 0 0 0,0-1-1 0 0,1 1 1 0 0,-1-1 0 0 0,1 1 0 0 0,-1-1-1 0 0,1 0 1 0 0,0 0 0 0 0,0-1 0 0 0,-1 1 0 0 0,1 0-1 0 0,0-1 1 0 0,0 0 0 0 0,0 0 0 0 0,3 0-1 0 0,-5 0 0 0 0,1-1 0 0 0,-1 1 0 0 0,1-1 0 0 0,-1 0 0 0 0,0 1 0 0 0,1-1 0 0 0,-1 0 0 0 0,0 0-1 0 0,0 0 1 0 0,1 0 0 0 0,-1 0 0 0 0,0-1 0 0 0,0 1 0 0 0,0 0 0 0 0,0 0 0 0 0,1-3-1 0 0,13-25 31 0 0,-12 23-23 0 0,88-189 66 0 0,-75 160-74 0 0,-2-1 0 0 0,-1-1 0 0 0,12-56 0 0 0,-22 67 32 0 0,-4 17-10 0 0,1 9-21 0 0,0 0-1 0 0,0 0 0 0 0,0 0 0 0 0,0 0 0 0 0,0 0 1 0 0,-1 0-1 0 0,1 0 0 0 0,0 0 0 0 0,0 0 0 0 0,0 0 1 0 0,0 0-1 0 0,0 0 0 0 0,0 0 0 0 0,-1 0 0 0 0,1 0 1 0 0,0 0-1 0 0,0 0 0 0 0,0 0 0 0 0,0 0 0 0 0,0 0 0 0 0,0 0 1 0 0,-1 0-1 0 0,1 0 0 0 0,0 0 0 0 0,0 0 0 0 0,0 0 1 0 0,0 1-1 0 0,0-1 0 0 0,0 0 0 0 0,0 0 0 0 0,0 0 1 0 0,0 0-1 0 0,0 0 0 0 0,-1 0 0 0 0,1 0 0 0 0,0 0 0 0 0,0 1 1 0 0,0-1-1 0 0,0 0 0 0 0,0 0 0 0 0,0 0 0 0 0,0 0 1 0 0,0 0-1 0 0,0 0 0 0 0,0 1 0 0 0,0-1 0 0 0,0 0 1 0 0,0 0-1 0 0,0 0 0 0 0,0 0 0 0 0,0 0 0 0 0,0 1 0 0 0,-1 2 8 0 0,0 1-1 0 0,1 0 0 0 0,-1-1 0 0 0,1 1 0 0 0,-1 0 0 0 0,1 0 0 0 0,0-1 1 0 0,1 7-1 0 0,-1 13-8 0 0,-7 142 1 0 0,7-122 0 0 0,12 80 0 0 0,-10-117 0 0 0,-1 0 0 0 0,1 0 0 0 0,0 0 0 0 0,0 0 0 0 0,1 0 0 0 0,-1 0 0 0 0,2-1 0 0 0,-1 1 0 0 0,0-1 0 0 0,7 7 0 0 0,-9-11 0 0 0,-1 0 0 0 0,1-1 0 0 0,0 1 0 0 0,-1 0 0 0 0,1-1 0 0 0,0 1 0 0 0,0-1 0 0 0,0 1 0 0 0,0-1 0 0 0,0 0 0 0 0,0 1 0 0 0,-1-1 0 0 0,1 0 0 0 0,0 0 0 0 0,0 0 0 0 0,0 1 0 0 0,0-1 0 0 0,0 0 0 0 0,0 0 0 0 0,2-1 0 0 0,-1 1 0 0 0,0-1 0 0 0,0 1 0 0 0,0-1 0 0 0,0 0 0 0 0,0 0 0 0 0,-1 0 0 0 0,1 0 0 0 0,0 0 0 0 0,2-2 0 0 0,2-3 0 0 0,0 0 0 0 0,-1 0 0 0 0,10-13 0 0 0,36-59 27 0 0,-24 35 50 0 0,35-42 1 0 0,-52 73-60 0 0,80-102 92 0 0,-78 96-108 0 0,0-1 0 0 0,-1-1 0 0 0,-1 1 0 0 0,11-33 0 0 0,-15 38-15 0 0,-2-1 0 0 0,0-1-1 0 0,0 1 1 0 0,-1-1 0 0 0,1-22-1 0 0,-6 35-106 0 0,1 3 60 0 0,-2-2-88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3.8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1 166 24 0 0,'5'-1'18'0'0,"0"1"0"0"0,1-1 1 0 0,-1 0-1 0 0,0-1 0 0 0,0 1 1 0 0,8-4-1 0 0,34-18 3 0 0,-14 7 33 0 0,46-24 60 0 0,-45 23-25 0 0,66-26 0 0 0,-80 38-84 0 0,0 1 0 0 0,0 1 0 0 0,0 1 0 0 0,0 1 0 0 0,0 0 0 0 0,0 2 0 0 0,0 0 0 0 0,0 1 0 0 0,23 6 0 0 0,-40-7-35 0 0,-1-1 17 0 0,-1 0 0 0 0,0 0 0 0 0,1 1 0 0 0,-1-1 0 0 0,1 1 0 0 0,-1-1 0 0 0,0 1 0 0 0,1 0 0 0 0,-1-1 0 0 0,0 1 0 0 0,0 0 0 0 0,1 0 0 0 0,1 2 0 0 0,-7-3-73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1:24.1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158 1 55 0 0,'-2'1'4'0'0,"1"-1"0"0"0,-1 1-1 0 0,1 0 1 0 0,-1 0 0 0 0,1 0-1 0 0,0 0 1 0 0,-1 0 0 0 0,1 0-1 0 0,0 0 1 0 0,0 1 0 0 0,0-1-1 0 0,0 0 1 0 0,0 1 0 0 0,-1 1-1 0 0,-11 25 89 0 0,8-15-68 0 0,-9 23-6 0 0,2 0 0 0 0,1 1 0 0 0,2 1 0 0 0,-5 42 0 0 0,-6 156 58 0 0,20-226-71 0 0,7 502 5 0 0,-5-477-13 0 0,8 167-101 0 0,-10-158 76 0 0,-2-1 0 0 0,-13 73-1 0 0,10-97 29 0 0,-9 24 0 0 0,7-24 0 0 0,-5 26 0 0 0,11-39 0 0 0,0 0 0 0 0,0 0 0 0 0,1 1 0 0 0,-1-1 0 0 0,1 0 0 0 0,1 0 0 0 0,-1 1 0 0 0,3 7 0 0 0,-1-8 0 0 0,2-2 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5:26.2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0 655 55 0 0,'22'-19'6'0'0,"2"2"0"0"0,46-28 0 0 0,59-20 27 0 0,-118 60-30 0 0,64-30 3 0 0,101-33-1 0 0,-138 57-5 0 0,0 1 0 0 0,1 2 0 0 0,0 2 0 0 0,77-3-1 0 0,-88 10 1 0 0,43 8 0 0 0,6 0 0 0 0,152-11 33 0 0,-144-1-2 0 0,255-20-31 0 0,-171 3 0 0 0,34-3 0 0 0,-179 21 3 0 0,464-49 48 0 0,-86 8-40 0 0,-328 37-12 0 0,182-25 1 0 0,7 0 0 0 0,-128 22-1 0 0,147-16 13 0 0,-224 17 8 0 0,142-13 13 0 0,-8 14-33 0 0,20-1 0 0 0,-87-1 1 0 0,174-6 9 0 0,-222 15 7 0 0,161-3 19 0 0,-157-1-36 0 0,325-12 0 0 0,-45 8 25 0 0,134 1 14 0 0,-407 8-39 0 0,157 2 0 0 0,-232-3 0 0 0,276 4 0 0 0,123 11 0 0 0,-50-4 0 0 0,93 10 0 0 0,-54-1 0 0 0,-47 8 0 0 0,-338-28 0 0 0,39 1 0 0 0,73 11 0 0 0,-111-9 0 0 0,0 1 0 0 0,0 0 0 0 0,0 1 0 0 0,-1 1 0 0 0,1 1 0 0 0,-2 0 0 0 0,1 1 0 0 0,21 14 0 0 0,-34-19 0 0 0,1 0 0 0 0,-1 0 0 0 0,0 0-1 0 0,0 0 1 0 0,0 0 0 0 0,0 1-1 0 0,-1-1 1 0 0,0 1 0 0 0,1 0-1 0 0,2 8 1 0 0,-4-10-12 0 0,0 1 1 0 0,0 0-1 0 0,0-1 1 0 0,-1 1-1 0 0,1 0 0 0 0,-1-1 1 0 0,0 1-1 0 0,0 0 1 0 0,0 0-1 0 0,0-1 0 0 0,0 1 1 0 0,0 0-1 0 0,-1 0 1 0 0,1-1-1 0 0,-1 1 0 0 0,0 0 1 0 0,0-1-1 0 0,-1 4 0 0 0,-4 1-60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5:26.3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97 132 255 0 0,'-18'-26'0'0'0,"5"8"0"0"0,2 3 0 0 0,5 6 0 0 0,4 7 0 0 0,0 0 0 0 0,2-2 0 0 0,-3-1 0 0 0,-1-3 0 0 0,-3-1 0 0 0,-1-2 0 0 0,1 3 0 0 0,1 1 0 0 0,-3 0 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0.1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16 129 143 0 0,'-11'-13'142'0'0,"6"6"127"0"0,22 8-20 0 0,21-5-213 0 0,353-45 28 0 0,-219 32-64 0 0,-65-2 64 0 0,-94 15-64 0 0,-1 1 0 0 0,21-10 0 0 0,-45 14-185 0 0,-19 9-100 0 0,19-6 203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0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79 0 0,'4'27'11'0'0,"-1"7"45"0"0,-3 66 0 0 0,-1-41-40 0 0,18 249 165 0 0,-13-279-181 0 0,2 1 0 0 0,17 49 0 0 0,-20-67-53 0 0,-4-13 42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0.9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23 223 0 0,'15'-7'15'0'0,"-7"3"9"0"0,1 1-1 0 0,0 1 1 0 0,-1 0 0 0 0,1 0-1 0 0,0 1 1 0 0,0 0 0 0 0,11 0-1 0 0,7 2-7 0 0,29 5-1 0 0,13 1 36 0 0,15-3-40 0 0,-32-1-11 0 0,87-4-1 0 0,-120-1 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1.5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27 79 0 0,'-11'56'64'0'0,"8"-33"-48"0"0,2 1 0 0 0,1-1 0 0 0,0 0 0 0 0,2 0 0 0 0,0 0 0 0 0,2 0 0 0 0,12 45 0 0 0,-14-64-15 0 0,-1-1 0 0 0,1 1 0 0 0,0 0 0 0 0,0-1 0 0 0,0 1 0 0 0,0-1 0 0 0,0 1 0 0 0,1-1 0 0 0,0 0 0 0 0,0 0 0 0 0,0 0 0 0 0,0-1 0 0 0,0 1 0 0 0,0-1 0 0 0,1 1 0 0 0,-1-1 0 0 0,8 3-1 0 0,-6-3 4 0 0,1 0 0 0 0,-1-1-1 0 0,1 0 1 0 0,-1 0 0 0 0,1 0-1 0 0,0-1 1 0 0,-1 0-1 0 0,1 0 1 0 0,0 0 0 0 0,0-1-1 0 0,-1 0 1 0 0,9-2-1 0 0,122-38 8 0 0,-119 36-2 0 0,0-2 0 0 0,0 0 0 0 0,-1-1 0 0 0,0 0 0 0 0,22-16-1 0 0,-18 8 3 0 0,-1 0 0 0 0,30-34-1 0 0,-39 38-4 0 0,-1-1-1 0 0,0 0 0 0 0,0 0 1 0 0,-2-1-1 0 0,10-23 0 0 0,-12 25-5 0 0,0-1 0 0 0,-1 1 0 0 0,0-1 0 0 0,1-14 0 0 0,-5 26 2 0 0,0 1-1 0 0,0-1 0 0 0,0 1 0 0 0,1-1 0 0 0,-1 1 0 0 0,0-1 0 0 0,0 0 0 0 0,0 1 0 0 0,0-1 0 0 0,0 1 0 0 0,-1-1 1 0 0,1 1-1 0 0,0-1 0 0 0,0 1 0 0 0,0-1 0 0 0,0 1 0 0 0,0-1 0 0 0,-1 1 0 0 0,1-1 0 0 0,0 1 0 0 0,-1 0 0 0 0,1-1 0 0 0,-1 0 1 0 0,1 1-1 0 0,-1 0 0 0 0,1 0 1 0 0,-1 0-1 0 0,1 0 1 0 0,0 0-1 0 0,-1 0 1 0 0,1 0-1 0 0,-1 0 1 0 0,1 1-1 0 0,-1-1 1 0 0,1 0-1 0 0,0 0 1 0 0,-1 0-1 0 0,1 1 0 0 0,-1-1 1 0 0,1 0-1 0 0,0 0 1 0 0,-1 1-1 0 0,1-1 1 0 0,0 0-1 0 0,-1 1 1 0 0,1-1-1 0 0,0 0 1 0 0,0 1-1 0 0,-1 0 0 0 0,-2 3-1 0 0,1 1 0 0 0,-1-1 0 0 0,1 1 0 0 0,0-1 0 0 0,0 1 0 0 0,-1 8 0 0 0,-4 6 0 0 0,-1 4 0 0 0,0 0 0 0 0,2 0 0 0 0,-5 26 0 0 0,10-35 0 0 0,-1-1 0 0 0,1 1 0 0 0,1-1 0 0 0,0 1 0 0 0,1 0 0 0 0,1-1 0 0 0,3 15 0 0 0,-3-23-1 0 0,0 1 0 0 0,0 0-1 0 0,0-1 1 0 0,1 0 0 0 0,0 1-1 0 0,0-1 1 0 0,0 0 0 0 0,1-1-1 0 0,0 1 1 0 0,0 0 0 0 0,0-1-1 0 0,0 0 1 0 0,1 0 0 0 0,-1 0-1 0 0,9 4 1 0 0,0 2-106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3.7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37 24 0 0,'-2'237'215'0'0,"2"-228"-213"0"0,1 0-1 0 0,-1 0 0 0 0,1 0 1 0 0,1 0-1 0 0,0-1 0 0 0,0 1 1 0 0,6 14-1 0 0,-8-22 1 0 0,0-1-1 0 0,1 0 1 0 0,-1 1 0 0 0,0-1-1 0 0,0 1 1 0 0,1-1-1 0 0,-1 0 1 0 0,0 1 0 0 0,0-1-1 0 0,1 0 1 0 0,-1 0-1 0 0,0 1 1 0 0,1-1-1 0 0,-1 0 1 0 0,0 1 0 0 0,1-1-1 0 0,-1 0 1 0 0,1 0-1 0 0,-1 0 1 0 0,0 0 0 0 0,1 1-1 0 0,-1-1 1 0 0,1 0-1 0 0,-1 0 1 0 0,0 0 0 0 0,1 0-1 0 0,-1 0 1 0 0,1 0-1 0 0,-1 0 1 0 0,1 0 0 0 0,-1 0-1 0 0,1 0 1 0 0,-1 0-1 0 0,0 0 1 0 0,1-1 0 0 0,-1 1-1 0 0,1 0 1 0 0,-1 0-1 0 0,0 0 1 0 0,1-1 0 0 0,-1 1-1 0 0,0 0 1 0 0,1 0-1 0 0,-1-1 1 0 0,0 1-1 0 0,1 0 1 0 0,-1 0 0 0 0,0-1-1 0 0,1 1 1 0 0,-1-1-1 0 0,0 1 1 0 0,18-25 90 0 0,-15 20-86 0 0,57-101 47 0 0,-3 2 42 0 0,-49 91-84 0 0,1 1 0 0 0,1-1-1 0 0,0 2 1 0 0,0-1 0 0 0,20-14-1 0 0,-23 20 15 0 0,1 1 0 0 0,14-8-1 0 0,-19 11-19 0 0,0 1-1 0 0,0-1 1 0 0,0 1-1 0 0,0 0 1 0 0,0 0-1 0 0,0 1 1 0 0,0-1-1 0 0,0 1 1 0 0,0-1-1 0 0,0 1 1 0 0,1 0-1 0 0,3 1 0 0 0,-5-1-4 0 0,0 1 0 0 0,-1 0 0 0 0,1 0 0 0 0,0 0 0 0 0,0 0 0 0 0,-1 0 0 0 0,1 1 0 0 0,-1-1 0 0 0,1 0 0 0 0,-1 1 0 0 0,0-1 0 0 0,1 1-1 0 0,-1 0 1 0 0,1 2 0 0 0,14 27 55 0 0,-11-15-53 0 0,-1 1-1 0 0,0 0 1 0 0,-2 0 0 0 0,0 0 0 0 0,-1 28-1 0 0,3 16-1 0 0,-3-48 0 0 0,3 23 0 0 0,-4-34 0 0 0,1 0 0 0 0,-1 1 0 0 0,1-1 0 0 0,0 1 0 0 0,0-1 0 0 0,0 0 0 0 0,0 0 0 0 0,0 1 0 0 0,1-1 0 0 0,2 4 0 0 0,-3-6 0 0 0,0 1-1 0 0,0-1 1 0 0,0 1-1 0 0,-1-1 0 0 0,1 1 1 0 0,0-1-1 0 0,1 1 0 0 0,-1-1 1 0 0,0 0-1 0 0,0 1 1 0 0,0-1-1 0 0,0 0 0 0 0,0 0 1 0 0,0 0-1 0 0,0 0 0 0 0,0 0 1 0 0,0 0-1 0 0,0 0 0 0 0,0 0 1 0 0,0-1-1 0 0,1 1 1 0 0,-1 0-1 0 0,0 0 0 0 0,0-1 1 0 0,0 1-1 0 0,1-1 0 0 0,25-16-162 0 0,-14 8 81 0 0,3-1 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4.2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37 123 287 0 0,'-4'5'11'0'0,"0"0"0"0"0,0 0 0 0 0,1 0-1 0 0,0 0 1 0 0,0 1 0 0 0,0 0 0 0 0,1 0-1 0 0,0-1 1 0 0,0 1 0 0 0,0 1 0 0 0,1-1-1 0 0,0 0 1 0 0,0 0 0 0 0,0 0 0 0 0,1 10-1 0 0,0-2 0 0 0,1 0 0 0 0,1 0 0 0 0,0 0 0 0 0,0 0 0 0 0,10 26 0 0 0,-11-36-7 0 0,1-1-1 0 0,0 1 0 0 0,0-1 1 0 0,0 0-1 0 0,0 0 0 0 0,1 0 0 0 0,-1 0 1 0 0,1 0-1 0 0,0-1 0 0 0,0 1 1 0 0,0-1-1 0 0,0 0 0 0 0,6 4 0 0 0,-8-5-1 0 0,0-1 0 0 0,1 1 0 0 0,-1 0 0 0 0,1-1 0 0 0,-1 1 0 0 0,1-1 0 0 0,-1 1 0 0 0,1-1-1 0 0,-1 0 1 0 0,1 1 0 0 0,-1-1 0 0 0,1 0 0 0 0,0 0 0 0 0,-1 0 0 0 0,1 0 0 0 0,-1-1 0 0 0,1 1-1 0 0,-1 0 1 0 0,1-1 0 0 0,-1 1 0 0 0,1-1 0 0 0,-1 1 0 0 0,1-1 0 0 0,-1 0 0 0 0,1 1 0 0 0,-1-1-1 0 0,0 0 1 0 0,0 0 0 0 0,1 0 0 0 0,-1 0 0 0 0,0 0 0 0 0,0-1 0 0 0,0 1 0 0 0,0 0 0 0 0,1-3-1 0 0,5-9 11 0 0,-1 0-1 0 0,0 0 1 0 0,-1-1-1 0 0,0 0 0 0 0,2-15 1 0 0,5-15 6 0 0,-8 31-11 0 0,-1-1-1 0 0,0 1 0 0 0,-1-1 1 0 0,-1 1-1 0 0,0-15 0 0 0,-1 19-1 0 0,0 0 0 0 0,-1-1-1 0 0,0 1 1 0 0,-1 0-1 0 0,0 0 1 0 0,-1 0-1 0 0,1 0 1 0 0,-6-10-1 0 0,6 14 0 0 0,0 1 7 0 0,0 1-1 0 0,0 0 1 0 0,0-1 0 0 0,0 1 0 0 0,0 0 0 0 0,-4-4 0 0 0,6 7-8 0 0,-1-1-1 0 0,0 0 1 0 0,0 1 0 0 0,1-1-1 0 0,-1 1 1 0 0,0-1 0 0 0,0 1-1 0 0,0 0 1 0 0,1-1 0 0 0,-1 1-1 0 0,0 0 1 0 0,0 0 0 0 0,0 0-1 0 0,0-1 1 0 0,0 1 0 0 0,0 0-1 0 0,0 0 1 0 0,0 0 0 0 0,0 0-1 0 0,1 1 1 0 0,-1-1 0 0 0,0 0-1 0 0,0 0 1 0 0,0 0 0 0 0,0 1-1 0 0,0-1 1 0 0,1 1 0 0 0,-1-1-1 0 0,0 0 1 0 0,0 1-1 0 0,0-1 1 0 0,1 1 0 0 0,-2 0-1 0 0,-6 6 19 0 0,1-1 0 0 0,-1 1 0 0 0,1 1 0 0 0,1-1 0 0 0,-1 1 0 0 0,1 0 0 0 0,-9 18-1 0 0,8-13-30 0 0,1 0 0 0 0,0 0-1 0 0,1 0 1 0 0,1 1 0 0 0,-3 15-1 0 0,6-24 7 0 0,1-1 0 0 0,0 0 0 0 0,0 1 1 0 0,0-1-1 0 0,0 0 0 0 0,1 0 0 0 0,0 1 0 0 0,1 3 0 0 0,-2-6-5 0 0,1-1-1 0 0,-1 1 0 0 0,1-1 1 0 0,0 0-1 0 0,-1 1 1 0 0,1-1-1 0 0,0 0 1 0 0,0 0-1 0 0,0 0 0 0 0,0 0 1 0 0,2 2-1 0 0,-3-2-1 0 0,1-1 0 0 0,0 0-1 0 0,-1 1 1 0 0,1-1 0 0 0,0 0-1 0 0,0 1 1 0 0,-1-1 0 0 0,1 0-1 0 0,0 0 1 0 0,0 0 0 0 0,-1 0-1 0 0,1 0 1 0 0,0 0 0 0 0,0 0-1 0 0,0 0 1 0 0,-1 0 0 0 0,1 0-1 0 0,0 0 1 0 0,0 0 0 0 0,-1 0-1 0 0,1-1 1 0 0,0 1 0 0 0,0-1-1 0 0,5-2-67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4.5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1 367 0 0,'-2'2'2'0'0,"0"1"-1"0"0,0 0 1 0 0,0 0-1 0 0,1 0 1 0 0,-1 0-1 0 0,1 0 1 0 0,0 0-1 0 0,0 0 1 0 0,-1 4-1 0 0,-3 9 38 0 0,-3 6-1 0 0,1 0 0 0 0,1 0 0 0 0,-3 27 0 0 0,-5 70 122 0 0,12-104-158 0 0,0 25 32 0 0,2 0 0 0 0,2 0 0 0 0,7 48 0 0 0,-1-43-12 0 0,2 1-1 0 0,23 65 0 0 0,-28-98-69 0 0,0-1-1 0 0,1 1 0 0 0,0-1 0 0 0,1-1 0 0 0,1 1 0 0 0,0-1 0 0 0,0 0 0 0 0,20 18 0 0 0,-11-16-95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45.3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0 241 24 0 0,'1'0'199'0'0,"28"4"142"0"0,1-2-290 0 0,-8-2-21 0 0,37 3 0 0 0,-6 1-26 0 0,53-1-4 0 0,173 1 0 0 0,-118-11 45 0 0,-68 1-26 0 0,239-2 58 0 0,-165 5-36 0 0,93-21 0 0 0,-109 6 6 0 0,129-11 69 0 0,0-21-86 0 0,190-34-30 0 0,-431 80 0 0 0,159-24 0 0 0,-198 28 0 0 0,0 0-1 0 0,0 1 0 0 0,0-1 0 0 0,0 0 0 0 0,0 0 0 0 0,0 0 1 0 0,-1 0-1 0 0,1 0 0 0 0,0 0 0 0 0,0 0 0 0 0,0 0 0 0 0,0 0 1 0 0,0 1-1 0 0,0-1 0 0 0,0 0 0 0 0,0 0 0 0 0,0 0 0 0 0,1 0 1 0 0,-1 0-1 0 0,0 0 0 0 0,0 0 0 0 0,0 0 0 0 0,0 1 0 0 0,0-1 0 0 0,0 0 1 0 0,0 0-1 0 0,0 0 0 0 0,0 0 0 0 0,0 0 0 0 0,0 0 0 0 0,0 0 1 0 0,0 0-1 0 0,0 0 0 0 0,0 0 0 0 0,1 0 0 0 0,-1 0 0 0 0,0 1 1 0 0,0-1-1 0 0,0 0 0 0 0,0 0 0 0 0,0 0 0 0 0,0 0 0 0 0,0 0 1 0 0,0 0-1 0 0,0 0 0 0 0,1 0 0 0 0,-1 0 0 0 0,0 0 0 0 0,0 0 1 0 0,0 0-1 0 0,0 0 0 0 0,0 0 0 0 0,0 0 0 0 0,0 0 0 0 0,0 0 0 0 0,1 0 1 0 0,-14 12-129 0 0,-22 13-135 0 0,26-20 176 0 0,0 0 0 0 0,-17 5 0 0 0,1 0-48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0.4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57 34 24 0 0,'2'-1'-1'0'0,"0"0"0"0"0,-1-1 0 0 0,1 1 0 0 0,0-1 1 0 0,-1 0-1 0 0,0 1 0 0 0,1-1 0 0 0,0-2 1 0 0,6-5 97 0 0,-5 7-80 0 0,-1 1-1 0 0,1 0 1 0 0,0 0 0 0 0,0 0-1 0 0,0 0 1 0 0,0 1 0 0 0,5-1-1 0 0,-2 1-10 0 0,1 0-1 0 0,0 1 0 0 0,0-1 1 0 0,-1 1-1 0 0,1 1 0 0 0,0 0 1 0 0,-1-1-1 0 0,1 2 0 0 0,-1-1 1 0 0,0 1-1 0 0,0 0 0 0 0,0 0 1 0 0,0 1-1 0 0,-1 0 0 0 0,1 0 1 0 0,-1 0-1 0 0,6 6 0 0 0,-1 0 7 0 0,-1 0 0 0 0,0 0 0 0 0,0 1 0 0 0,-1 0 0 0 0,-1 1 0 0 0,0 0 0 0 0,9 20 0 0 0,-15-28-12 0 0,1-1 0 0 0,-1 1 0 0 0,0-1-1 0 0,0 1 1 0 0,0-1 0 0 0,-1 1-1 0 0,1 0 1 0 0,-1-1 0 0 0,0 1-1 0 0,0 0 1 0 0,0 0 0 0 0,0-1-1 0 0,-1 1 1 0 0,-1 6 0 0 0,0-5 5 0 0,0-1-1 0 0,0 0 1 0 0,-1 0 0 0 0,1 0 0 0 0,-1 0 0 0 0,0 0 0 0 0,0-1-1 0 0,0 1 1 0 0,-1-1 0 0 0,1 0 0 0 0,-6 4 0 0 0,-10 7-2 0 0,-1-2 1 0 0,-38 19 0 0 0,4-3-5 0 0,31-14 28 0 0,-28 22 0 0 0,51-35-25 0 0,0-1 1 0 0,-1 0-1 0 0,1 0 1 0 0,0 1-1 0 0,-1-1 0 0 0,1 0 1 0 0,0 1-1 0 0,0-1 1 0 0,-1 0-1 0 0,1 1 0 0 0,0-1 1 0 0,0 0-1 0 0,0 1 1 0 0,-1-1-1 0 0,1 1 1 0 0,0-1-1 0 0,0 0 0 0 0,0 1 1 0 0,0-1-1 0 0,0 1 1 0 0,0-1-1 0 0,0 0 1 0 0,0 1-1 0 0,0-1 0 0 0,0 1 1 0 0,0-1-1 0 0,0 1 1 0 0,0 0-1 0 0,10 10 9 0 0,15 3-18 0 0,23 4 7 0 0,-30-13 0 0 0,-1 2 0 0 0,26 13 0 0 0,-38-17 0 0 0,0 0 0 0 0,0 1 0 0 0,0 0 0 0 0,0 0 0 0 0,-1 0 0 0 0,1 0 0 0 0,-1 1 0 0 0,0 0 0 0 0,0 0 0 0 0,-1 0 0 0 0,5 9 0 0 0,-5-10 0 0 0,-1 0 0 0 0,0 0 0 0 0,-1 0 0 0 0,1 0 0 0 0,-1 0 0 0 0,1 0 0 0 0,-1 1 0 0 0,-1-1 0 0 0,1 0 0 0 0,-1 1 0 0 0,1-1 0 0 0,-1 0 0 0 0,0 1 0 0 0,-1-1 0 0 0,1 1 0 0 0,-1-1 0 0 0,0 0 0 0 0,0 1 0 0 0,0-1 0 0 0,-1 0 0 0 0,-3 7 0 0 0,-3 6 16 0 0,-1 0 0 0 0,-2-1 0 0 0,-20 27 0 0 0,-10 4-16 0 0,20-22 0 0 0,0 0 0 0 0,-2-1 0 0 0,-30 23 0 0 0,37-37-1 0 0,12-8 10 0 0,1 0 0 0 0,-1 0 0 0 0,1 0 0 0 0,-1 1 1 0 0,-2 3-1 0 0,7-6-31 0 0,0 0 1 0 0,0-1-1 0 0,0 1 1 0 0,0 0 0 0 0,1 0-1 0 0,-1-1 1 0 0,0 1-1 0 0,0-1 1 0 0,0 1-1 0 0,2-2 1 0 0,2-5-85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2.4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 24 0 0,'1'0'1'0'0,"-1"1"0"0"0,1-1 1 0 0,0 1-1 0 0,-1 0 1 0 0,1-1-1 0 0,-1 1 1 0 0,1 0-1 0 0,-1-1 1 0 0,1 1-1 0 0,-1 0 1 0 0,1 0-1 0 0,-1-1 1 0 0,0 1-1 0 0,1 0 0 0 0,-1 0 1 0 0,0 0-1 0 0,0-1 1 0 0,0 1-1 0 0,1 0 1 0 0,-1 0-1 0 0,0 0 1 0 0,-1 1-1 0 0,-1 24 88 0 0,0-14-52 0 0,-7 117 43 0 0,7-107-70 0 0,0-10 5 0 0,1 0-1 0 0,0 1 1 0 0,1-1 0 0 0,0 1 0 0 0,1-1 0 0 0,0 1 0 0 0,4 13-1 0 0,-4-25-12 0 0,-1-1-1 0 0,0 1 1 0 0,0 0-1 0 0,1-1 0 0 0,-1 1 1 0 0,0 0-1 0 0,1-1 0 0 0,-1 1 1 0 0,0-1-1 0 0,1 1 1 0 0,-1-1-1 0 0,1 1 0 0 0,-1-1 1 0 0,1 1-1 0 0,-1-1 0 0 0,1 1 1 0 0,-1-1-1 0 0,1 1 1 0 0,0-1-1 0 0,-1 0 0 0 0,1 1 1 0 0,0-1-1 0 0,0 0 0 0 0,1 0 5 0 0,-1 1 0 0 0,0-1 0 0 0,1-1 0 0 0,-1 1 0 0 0,0 0-1 0 0,1 0 1 0 0,-1 0 0 0 0,0-1 0 0 0,0 1 0 0 0,0-1 0 0 0,1 1 0 0 0,0-1-1 0 0,5-3 31 0 0,-1 0 0 0 0,0-1 0 0 0,10-7 0 0 0,-14 10-30 0 0,37-30 85 0 0,-24 21-61 0 0,0-1-1 0 0,-1-1 0 0 0,0 0 0 0 0,0-1 1 0 0,-2 0-1 0 0,14-20 0 0 0,-10 7-10 0 0,-5 7 6 0 0,1 0-1 0 0,1 1 1 0 0,29-34-1 0 0,-40 52-27 0 0,-1-1-1 0 0,1 1 0 0 0,-1 0 0 0 0,1 0 0 0 0,0 1 0 0 0,-1-1 0 0 0,1 0 1 0 0,0 0-1 0 0,0 1 0 0 0,-1-1 0 0 0,1 1 0 0 0,0-1 0 0 0,0 1 0 0 0,0 0 1 0 0,0 0-1 0 0,2 0 0 0 0,14-2-60 0 0,-10-1-103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2.9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51 115 24 0 0,'-12'32'17'0'0,"3"-10"96"0"0,1 0-96 0 0,2-4 30 0 0,-6 19-1 0 0,11-32-42 0 0,1-1-1 0 0,-1 0 1 0 0,0 1-1 0 0,1-1 1 0 0,0 1 0 0 0,0-1-1 0 0,0 1 1 0 0,1-1-1 0 0,-1 0 1 0 0,2 6-1 0 0,-1-8-2 0 0,0 0 0 0 0,-1-1-1 0 0,1 1 1 0 0,0 0-1 0 0,0-1 1 0 0,0 1-1 0 0,0 0 1 0 0,0-1 0 0 0,0 0-1 0 0,0 1 1 0 0,1-1-1 0 0,-1 1 1 0 0,0-1-1 0 0,1 0 1 0 0,-1 0 0 0 0,1 0-1 0 0,-1 0 1 0 0,1 0-1 0 0,2 1 1 0 0,-2-2 2 0 0,1 1 0 0 0,0 0 0 0 0,0-1 0 0 0,0 1 0 0 0,0-1 0 0 0,0 0 0 0 0,0 0 0 0 0,0 0 0 0 0,0-1 0 0 0,0 1 0 0 0,2-1 0 0 0,7-3 0 0 0,0 0 0 0 0,-1 0 1 0 0,1-1-1 0 0,15-10 0 0 0,-10 6 3 0 0,-1 0-1 0 0,-1-2 0 0 0,0 0 1 0 0,0 0-1 0 0,16-18 0 0 0,-27 25-2 0 0,0-1-1 0 0,-1 0 1 0 0,1 0-1 0 0,-1 0 1 0 0,0 0-1 0 0,0 0 1 0 0,-1-1-1 0 0,4-10 0 0 0,-5 12-1 0 0,0 0 0 0 0,-1-1 0 0 0,1 1-1 0 0,-1-1 1 0 0,0 1 0 0 0,0 0-1 0 0,0-1 1 0 0,-1 1 0 0 0,0-1 0 0 0,0 1-1 0 0,0 0 1 0 0,0-1 0 0 0,-2-4-1 0 0,-1 2 8 0 0,1 1-1 0 0,-1-1 0 0 0,0 1 0 0 0,0-1 0 0 0,0 1 0 0 0,-1 1 0 0 0,0-1 1 0 0,0 1-1 0 0,-1 0 0 0 0,1 0 0 0 0,-1 0 0 0 0,0 1 0 0 0,-8-5 0 0 0,11 7-3 0 0,-1 1 0 0 0,1-1 0 0 0,-1 0-1 0 0,0 1 1 0 0,1 0 0 0 0,-1 0-1 0 0,0 0 1 0 0,0 0 0 0 0,0 1 0 0 0,0-1-1 0 0,1 1 1 0 0,-1 0 0 0 0,0 0-1 0 0,0 1 1 0 0,0-1 0 0 0,0 1-1 0 0,0 0 1 0 0,0 0 0 0 0,1 0 0 0 0,-1 0-1 0 0,0 1 1 0 0,1-1 0 0 0,-1 1-1 0 0,1 0 1 0 0,-1 0 0 0 0,-3 4-1 0 0,-1 1-3 0 0,0 0 0 0 0,1 1 0 0 0,0 1 0 0 0,0-1 0 0 0,1 1 0 0 0,0 0 0 0 0,1 1 0 0 0,0-1 0 0 0,0 1 0 0 0,1 0 0 0 0,0 0 0 0 0,1 0 0 0 0,0 1 0 0 0,0-1 0 0 0,1 1 0 0 0,1 0 0 0 0,-1 18 0 0 0,2-27 1 0 0,0 0-1 0 0,0 0 0 0 0,1 0 0 0 0,-1 0 1 0 0,0 0-1 0 0,1 0 0 0 0,-1-1 0 0 0,1 1 0 0 0,0 0 1 0 0,0 0-1 0 0,-1-1 0 0 0,1 1 0 0 0,0 0 1 0 0,0-1-1 0 0,1 1 0 0 0,-1-1 0 0 0,0 0 0 0 0,0 1 1 0 0,1-1-1 0 0,-1 0 0 0 0,1 1 0 0 0,-1-1 1 0 0,1 0-1 0 0,0 0 0 0 0,-1-1 0 0 0,3 2 0 0 0,0-1-9 0 0,-1 0-1 0 0,0 0 1 0 0,0 0-1 0 0,0 0 0 0 0,1-1 1 0 0,-1 0-1 0 0,0 1 0 0 0,0-1 1 0 0,1-1-1 0 0,-1 1 0 0 0,0 0 1 0 0,0-1-1 0 0,1 0 0 0 0,4-1 1 0 0,2-2-5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3.2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116 0 24 0 0,'0'1'8'0'0,"0"0"1"0"0,0 0-1 0 0,-1 0 1 0 0,1 0-1 0 0,0 0 1 0 0,0 0-1 0 0,-1 1 1 0 0,1-1-1 0 0,-1-1 1 0 0,1 1-1 0 0,-1 0 1 0 0,0 2-1 0 0,-2 2 31 0 0,-27 74 111 0 0,-17 48-44 0 0,39-102-91 0 0,1 2-1 0 0,2-1 1 0 0,-3 28-1 0 0,7-37-14 0 0,0 1 0 0 0,1-1 0 0 0,1 0 0 0 0,0 1 0 0 0,2-1 0 0 0,0 0 0 0 0,1 0 0 0 0,0-1 0 0 0,10 23 0 0 0,-12-34 0 0 0,1 0 0 0 0,-1-1 0 0 0,1 1 0 0 0,0-1 0 0 0,0 0 0 0 0,1 1 0 0 0,0-1 0 0 0,5 4 0 0 0,0 0 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0 24 0 0,'2'2'0'0'0,"-1"-1"12"0"0,-1 0 0 0 0,1 0 0 0 0,-1 0 0 0 0,1 0 0 0 0,-1 0 1 0 0,0 0-1 0 0,1 1 0 0 0,-1-1 0 0 0,0 0 0 0 0,0 0 0 0 0,0 0 1 0 0,0 0-1 0 0,0 0 0 0 0,0 3 0 0 0,0-3 3 0 0,-10 163 167 0 0,5-105-140 0 0,3 113 0 0 0,3-162-42 0 0,-1-4 0 0 0,0 1 0 0 0,1 0 0 0 0,0-1 0 0 0,0 0 0 0 0,4 12 0 0 0,-4-17 0 0 0,-1-1 0 0 0,1 1 0 0 0,-1 0 0 0 0,1 0 0 0 0,-1 0 0 0 0,1 0 0 0 0,0 0 0 0 0,0 0 0 0 0,-1-1 0 0 0,1 1 0 0 0,0 0 0 0 0,0-1 0 0 0,0 1 0 0 0,-1 0 0 0 0,1-1 0 0 0,0 1 0 0 0,1-1 0 0 0,0 1 0 0 0,-1-1 0 0 0,1 0 0 0 0,-1 0 0 0 0,0 0 0 0 0,1 0 0 0 0,-1 0 0 0 0,1 0 0 0 0,-1 0 0 0 0,1 0 0 0 0,-1-1 0 0 0,0 1 0 0 0,1-1 0 0 0,-1 1 0 0 0,0-1 0 0 0,1 1 0 0 0,0-2 0 0 0,3 0 5 0 0,-1-1-1 0 0,1 0 1 0 0,-1-1-1 0 0,0 1 1 0 0,-1-1-1 0 0,1 1 0 0 0,0-1 1 0 0,-1 0-1 0 0,4-6 1 0 0,4-7 23 0 0,9-20-1 0 0,-15 27-9 0 0,47-108 56 0 0,-45 101-58 0 0,15-29 0 0 0,-18 40-12 0 0,0 0 0 0 0,0 1 0 0 0,1-1 0 0 0,-1 1 0 0 0,1 0 0 0 0,0 0 0 0 0,10-7 0 0 0,-15 11-3 0 0,1 1 0 0 0,0-1-1 0 0,-1 1 1 0 0,1-1 0 0 0,0 1-1 0 0,0-1 1 0 0,-1 1-1 0 0,1-1 1 0 0,0 1 0 0 0,0 0-1 0 0,0-1 1 0 0,0 1 0 0 0,0 0-1 0 0,-1 0 1 0 0,1 0-1 0 0,0 0 1 0 0,0 0 0 0 0,0 0-1 0 0,0 0 1 0 0,0 0-1 0 0,0 0 1 0 0,0 0 0 0 0,0 0-1 0 0,-1 1 1 0 0,1-1 0 0 0,0 0-1 0 0,0 1 1 0 0,0-1-1 0 0,0 0 1 0 0,-1 1 0 0 0,1-1-1 0 0,0 1 1 0 0,-1 0 0 0 0,1-1-1 0 0,0 1 1 0 0,-1-1-1 0 0,1 1 1 0 0,0 0 0 0 0,-1-1-1 0 0,1 1 1 0 0,-1 0 0 0 0,1 0-1 0 0,-1 0 1 0 0,1 0-1 0 0,1 6 7 0 0,1-1 0 0 0,-1 0 0 0 0,0 1 0 0 0,2 11 0 0 0,-3-11-6 0 0,6 34 18 0 0,1 77-1 0 0,2 13 9 0 0,-10-126-27 0 0,1 0 0 0 0,0-1 0 0 0,1 1 0 0 0,-1 0 0 0 0,1-1 0 0 0,0 0 0 0 0,3 6 0 0 0,-5-8 0 0 0,1-1 0 0 0,0 1 0 0 0,1-1 0 0 0,-1 0 0 0 0,0 1 0 0 0,0-1 0 0 0,0 0 0 0 0,1 0 0 0 0,-1 0 0 0 0,1 0 0 0 0,-1 0 0 0 0,1 0 0 0 0,-1-1 0 0 0,1 1 0 0 0,-1 0 0 0 0,1-1 0 0 0,0 1 0 0 0,-1-1 0 0 0,1 1 0 0 0,0-1 0 0 0,0 0 0 0 0,2 0 0 0 0,-1 0-19 0 0,1-1-1 0 0,-1 0 0 0 0,0 0 0 0 0,1 0 0 0 0,-1 0 0 0 0,0-1 0 0 0,0 1 0 0 0,0-1 0 0 0,0 0 0 0 0,0 0 0 0 0,0 0 0 0 0,5-5 0 0 0,-3 3-1 0 0,8-7-43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5.6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135 85 287 0 0,'-4'1'5'0'0,"0"0"0"0"0,0 0-1 0 0,0 0 1 0 0,0 0-1 0 0,0 0 1 0 0,1 1-1 0 0,-1 0 1 0 0,1 0-1 0 0,-1 0 1 0 0,1 0-1 0 0,-1 0 1 0 0,1 1-1 0 0,0-1 1 0 0,-4 6-1 0 0,-5 4 19 0 0,1 1 0 0 0,-12 17-1 0 0,19-25-19 0 0,0 1 0 0 0,1 0 0 0 0,0 0 0 0 0,0 1-1 0 0,0-1 1 0 0,1 1 0 0 0,0-1 0 0 0,0 1 0 0 0,0 0-1 0 0,1 0 1 0 0,0 0 0 0 0,1 0 0 0 0,-1 0-1 0 0,1 0 1 0 0,1-1 0 0 0,-1 1 0 0 0,1 0 0 0 0,0 0-1 0 0,1 0 1 0 0,0 0 0 0 0,0-1 0 0 0,5 12-1 0 0,-5-16-2 0 0,0 0 0 0 0,0 1 0 0 0,0-1 0 0 0,0 0 0 0 0,1 0 0 0 0,-1 0 0 0 0,1 0 0 0 0,0 0 0 0 0,-1-1 0 0 0,1 1 0 0 0,0-1 0 0 0,0 1 0 0 0,0-1 0 0 0,0 0 0 0 0,0-1 0 0 0,0 1 0 0 0,0 0 0 0 0,0-1 0 0 0,0 1 0 0 0,6-1 0 0 0,-2 0 0 0 0,-1 0 0 0 0,1 0 0 0 0,-1-1 0 0 0,1 0 0 0 0,-1 0 0 0 0,0-1 0 0 0,1 1 0 0 0,-1-1 0 0 0,7-4 0 0 0,-3 1 0 0 0,-1-1 0 0 0,0-1 0 0 0,-1 1 0 0 0,0-1 0 0 0,0-1 0 0 0,0 1 0 0 0,7-12 0 0 0,2-3 0 0 0,21-39 0 0 0,-32 52 7 0 0,-2 0-1 0 0,1-1 1 0 0,-1 0-1 0 0,5-19 0 0 0,-8 25-3 0 0,0-1-1 0 0,0 0 1 0 0,-1 0-1 0 0,0 1 1 0 0,1-1-1 0 0,-2 0 1 0 0,1 0-1 0 0,0 1 1 0 0,-1-1-1 0 0,0 0 1 0 0,0 0-1 0 0,-4-8 0 0 0,2 6-2 0 0,-1-1 0 0 0,0 1 0 0 0,-5-8 0 0 0,7 13 0 0 0,1 0 0 0 0,-1 0 0 0 0,0 0 0 0 0,0 0 0 0 0,0 1 0 0 0,0-1 0 0 0,0 1 0 0 0,0-1 0 0 0,0 1 0 0 0,0 0 0 0 0,-1 0 0 0 0,1 0 0 0 0,0 0 0 0 0,-4-1 0 0 0,-1 1 4 0 0,-1-1-1 0 0,1 2 0 0 0,0-1 0 0 0,0 1 0 0 0,-1 0 0 0 0,1 0 0 0 0,0 1 0 0 0,0 0 0 0 0,0 0 0 0 0,0 1 0 0 0,0 0 0 0 0,0 0 0 0 0,0 1 0 0 0,0-1 0 0 0,1 1 0 0 0,-1 1 0 0 0,1 0 0 0 0,0-1 0 0 0,0 2 0 0 0,-10 8 0 0 0,7-4 3 0 0,0 1 0 0 0,1 0 0 0 0,-1 0 0 0 0,2 1 0 0 0,0 0-1 0 0,0 0 1 0 0,1 1 0 0 0,0 0 0 0 0,1 0 0 0 0,-6 22-1 0 0,10-29-5 0 0,-1 1 0 0 0,1 0 0 0 0,0-1 0 0 0,1 1 0 0 0,0 0 0 0 0,-1 0 0 0 0,2 0 0 0 0,-1 0 0 0 0,2 7 0 0 0,-2-11 0 0 0,1 0 0 0 0,-1 0 0 0 0,1-1 0 0 0,0 1 0 0 0,0 0 0 0 0,-1-1 0 0 0,1 1 0 0 0,0 0 0 0 0,0-1 0 0 0,1 1 0 0 0,-1-1 0 0 0,0 1 0 0 0,0-1 0 0 0,1 0 0 0 0,-1 1 0 0 0,1-1 0 0 0,-1 0 0 0 0,1 0 0 0 0,-1 0 0 0 0,1 0 0 0 0,0 0 0 0 0,0-1 0 0 0,-1 1 0 0 0,1 0 0 0 0,0-1 0 0 0,0 1 0 0 0,0-1 0 0 0,0 0 0 0 0,-1 0 0 0 0,1 0 0 0 0,3 0 0 0 0,2 0-25 0 0,-1-1 0 0 0,1 0-1 0 0,-1 0 1 0 0,1-1 0 0 0,11-4-1 0 0,2-1 10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5.9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0,'1'3'15'0'0,"0"0"1"0"0,0 0 0 0 0,0 0-1 0 0,0 0 1 0 0,-1 1 0 0 0,1-1 0 0 0,-1 0-1 0 0,0 1 1 0 0,0-1 0 0 0,-1 6 0 0 0,2 9 26 0 0,-1-7-40 0 0,2 18 30 0 0,0-1-1 0 0,2 0 1 0 0,10 39-1 0 0,-11-57-31 0 0,-1-2 0 0 0,0 0 0 0 0,1-1 0 0 0,0 1 0 0 0,0 0 0 0 0,1-1 0 0 0,6 9 0 0 0,-7-14 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6.5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 0 24 0 0,'-1'2'17'0'0,"-1"1"1"0"0,1-1 0 0 0,0 1-1 0 0,0-1 1 0 0,0 1 0 0 0,0-1 0 0 0,0 1-1 0 0,0-1 1 0 0,0 6 0 0 0,-1 4-8 0 0,-12 47 32 0 0,4 1-1 0 0,-5 70 0 0 0,15-127-37 0 0,0 0 0 0 0,0-1-1 0 0,0 1 1 0 0,1 0-1 0 0,-1 0 1 0 0,1-1-1 0 0,-1 1 1 0 0,3 4-1 0 0,-3-6-2 0 0,0-1 0 0 0,0 1-1 0 0,1-1 1 0 0,-1 1 0 0 0,0-1-1 0 0,1 0 1 0 0,-1 1 0 0 0,0-1-1 0 0,0 1 1 0 0,1-1 0 0 0,-1 0-1 0 0,1 1 1 0 0,-1-1-1 0 0,0 0 1 0 0,1 1 0 0 0,-1-1-1 0 0,1 0 1 0 0,-1 0 0 0 0,1 1-1 0 0,-1-1 1 0 0,1 0 0 0 0,-1 0-1 0 0,1 0 1 0 0,-1 0-1 0 0,1 0 1 0 0,-1 0 0 0 0,1 0-1 0 0,-1 0 1 0 0,1 0 0 0 0,-1 0-1 0 0,1 0 1 0 0,-1 0 0 0 0,1 0-1 0 0,-1 0 1 0 0,1 0 0 0 0,-1 0-1 0 0,1 0 1 0 0,-1-1-1 0 0,1 1 1 0 0,-1 0 0 0 0,1 0-1 0 0,-1-1 1 0 0,1 1 0 0 0,-1 0-1 0 0,0-1 1 0 0,1 1 0 0 0,-1 0-1 0 0,0-1 1 0 0,1 0-1 0 0,53-37 75 0 0,87-76 42 0 0,-124 100-127 0 0,-9 7 26 0 0,-1 0-1 0 0,1 1 1 0 0,1 0-1 0 0,-1 0 1 0 0,16-7-1 0 0,-23 13-13 0 0,0-1 0 0 0,-1 1 0 0 0,1 0-1 0 0,0-1 1 0 0,0 1 0 0 0,0 0 0 0 0,0 0-1 0 0,-1 0 1 0 0,1 0 0 0 0,0 0 0 0 0,0 0 0 0 0,0 0-1 0 0,0 0 1 0 0,0 0 0 0 0,-1 0 0 0 0,1 0 0 0 0,0 0-1 0 0,0 1 1 0 0,0-1 0 0 0,0 0 0 0 0,-1 1 0 0 0,1-1-1 0 0,0 0 1 0 0,0 1 0 0 0,-1-1 0 0 0,2 2-1 0 0,-1-1 0 0 0,0 1 0 0 0,0-1 0 0 0,0 1 0 0 0,-1-1 0 0 0,1 1 0 0 0,0-1 0 0 0,-1 1 0 0 0,0 0 0 0 0,1-1-1 0 0,-1 1 1 0 0,0-1 0 0 0,0 1 0 0 0,1 1 0 0 0,-2 5 8 0 0,1-1 1 0 0,0 0-1 0 0,-1 0 1 0 0,-1 0-1 0 0,-2 11 0 0 0,1-11-9 0 0,0 1 0 0 0,0 1 0 0 0,1-1 0 0 0,1 0 0 0 0,-1 0 0 0 0,2 1 0 0 0,-1-1 0 0 0,1 15 0 0 0,0-22 0 0 0,1 0 0 0 0,-1 0 0 0 0,0 0 0 0 0,1-1 0 0 0,-1 1 0 0 0,1 0 0 0 0,-1 0 0 0 0,1 0 0 0 0,0-1 0 0 0,-1 1 0 0 0,1 0 0 0 0,0 0 0 0 0,-1-1 0 0 0,1 1 0 0 0,0-1 0 0 0,0 1 0 0 0,-1-1 0 0 0,1 1 0 0 0,0-1 0 0 0,0 1 0 0 0,0-1 0 0 0,0 0 0 0 0,0 1 0 0 0,0-1 0 0 0,0 0 0 0 0,0 0 0 0 0,-1 0 0 0 0,1 0 0 0 0,0 0 0 0 0,0 0 0 0 0,0 0 0 0 0,0 0 0 0 0,2 0 0 0 0,4-1 0 0 0,1 0 0 0 0,0 0 0 0 0,8-2 0 0 0,-8 1 0 0 0,32-8-3 0 0,-31 7 12 0 0,1 0-1 0 0,0 1 0 0 0,0 0 1 0 0,0 0-1 0 0,0 1 1 0 0,0 1-1 0 0,18 0 0 0 0,-26 1-8 0 0,-1-1 0 0 0,1 1 0 0 0,0-1 0 0 0,-1 1 0 0 0,1-1 0 0 0,-1 1 0 0 0,1 0 0 0 0,-1 0 0 0 0,1-1 0 0 0,-1 1 0 0 0,2 2 0 0 0,5 6 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7.6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0 155 311 0 0,'6'-1'4'0'0,"0"-1"-1"0"0,0 0 0 0 0,11-5 1 0 0,-8 4 21 0 0,0 0 0 0 0,0 0 0 0 0,0 1 0 0 0,1 0 0 0 0,-1 0 0 0 0,1 1 0 0 0,-1 1 0 0 0,15 0 0 0 0,8 3 20 0 0,37 7 0 0 0,-34-4-27 0 0,57 9 24 0 0,134 19 32 0 0,5-18-54 0 0,-27-20 7 0 0,389-59-1 0 0,64-15 38 0 0,-484 58-29 0 0,-23 3-6 0 0,103 8-29 0 0,31-3 0 0 0,-272 12 0 0 0,-8 0-1 0 0,0-1-1 0 0,0 1 1 0 0,0-1-1 0 0,0 1 1 0 0,0-1-1 0 0,3-1 1 0 0,-6 0-96 0 0,-6 2-108 0 0,-2 0 77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17:57.7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23 287 0 0,'0'-4'0'0'0,"2"-2"0"0"0,0 1 0 0 0,2 1 0 0 0,-3 2 0 0 0,1 0 0 0 0,0 4 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0:57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1 176 79 0 0,'72'-2'0'0'0,"-30"-2"54"0"0,143 1-15 0 0,53-1-4 0 0,192-22 83 0 0,-97 3-66 0 0,-86 9-30 0 0,-65-10 47 0 0,-18 2-10 0 0,-67 13-8 0 0,176-21-38 0 0,-240 24-26 0 0,0 1 0 0 0,1 2-1 0 0,54 3 1 0 0,-85 0-2 0 0,0 0-1 0 0,-1 1 1 0 0,1 0 0 0 0,-1-1-1 0 0,1 1 1 0 0,-1 0 0 0 0,5 3-1 0 0,-3-2-64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0:58.6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414 8 55 0 0,'29'-8'144'0'0,"-46"14"-68"0"0,0 1 0 0 0,-25 14-1 0 0,21-10-60 0 0,1-1-1 0 0,-2-1 1 0 0,-24 7 0 0 0,-70 15-25 0 0,76-21 14 0 0,9-3-4 0 0,-33 10 0 0 0,58-12 0 0 0,7-3 0 0 0,3-3 0 0 0,0 0 0 0 0,0 1 0 0 0,0-1 0 0 0,-1 1 0 0 0,1 0 0 0 0,0 1 0 0 0,0-1 0 0 0,0 1 0 0 0,6 1 0 0 0,1 0 0 0 0,19 4 0 0 0,0 1 0 0 0,31 12 0 0 0,5 2 0 0 0,63 10 0 0 0,-102-24 0 0 0,-18-5 0 0 0,0 0 0 0 0,0 0 0 0 0,16 0 0 0 0,-25-1 2 0 0,1-1-1 0 0,-1 0 1 0 0,1 0-1 0 0,-1 0 0 0 0,1-1 1 0 0,-1 1-1 0 0,1 0 0 0 0,-1 0 1 0 0,0 0-1 0 0,1 0 0 0 0,-1 0 1 0 0,1 0-1 0 0,-1-1 1 0 0,1 1-1 0 0,-1 0 0 0 0,0 0 1 0 0,1-1-1 0 0,-1 1 0 0 0,0 0 1 0 0,1-1-1 0 0,-1 1 0 0 0,0 0 1 0 0,1-1-1 0 0,-1 1 1 0 0,0 0-1 0 0,0-1 0 0 0,1 1 1 0 0,-1-1-1 0 0,0 1 0 0 0,0-1 1 0 0,0 1-1 0 0,0 0 0 0 0,0-1 1 0 0,1 1-1 0 0,-1-1 1 0 0,0 1-1 0 0,0-1 0 0 0,0 1 1 0 0,0-1-1 0 0,0 1 0 0 0,0-1 1 0 0,0 1-1 0 0,-1 0 0 0 0,1-1 1 0 0,0 1-1 0 0,0-1 0 0 0,-1-7-1 0 0,-1 1 0 0 0,1 0 0 0 0,-1 0 0 0 0,-1 0 0 0 0,1 0 0 0 0,-1 0 0 0 0,-1 1 0 0 0,-5-11 0 0 0,2 7-13 0 0,1-1-1 0 0,-7-17 1 0 0,8 16-12 0 0,-12-20 0 0 0,14 24-63 0 0,3 8 86 0 0,1-1-1 0 0,-1 1 1 0 0,0 0 0 0 0,0 0-1 0 0,-1 0 1 0 0,1-1 0 0 0,0 1-1 0 0,0 0 1 0 0,0 0 0 0 0,0-1-1 0 0,0 1 1 0 0,0 0 0 0 0,0 0-1 0 0,0 0 1 0 0,0-1 0 0 0,0 1-1 0 0,0 0 1 0 0,-1 0 0 0 0,1 0-1 0 0,0 0 1 0 0,0-1 0 0 0,0 1-1 0 0,0 0 1 0 0,-1 0 0 0 0,1 0-1 0 0,0 0 1 0 0,0 0 0 0 0,0 0-1 0 0,-1-1 1 0 0,1 1 0 0 0,0 0-1 0 0,0 0 1 0 0,0 0 0 0 0,-1 0-1 0 0,1 0 1 0 0,0 0 0 0 0,0 0-1 0 0,-1 0 1 0 0,1 0-1 0 0,-5 16-61 0 0,-6 9 115 0 0,0 0 0 0 0,1 0-1 0 0,2 1 1 0 0,1 0 0 0 0,1 1-1 0 0,-3 29 1 0 0,3-11-18 0 0,-1 5 41 0 0,1 51 0 0 0,3-40-74 0 0,2-35 0 0 0,0-1 0 0 0,5 45 0 0 0,16 8 64 0 0,-19-71-64 0 0,5 16 0 0 0,-6-22 0 0 0,0 0 0 0 0,0-1 0 0 0,0 1 0 0 0,1 0 0 0 0,-1 0 0 0 0,1 0 0 0 0,-1 0 0 0 0,1-1 0 0 0,-1 1 0 0 0,1 0 0 0 0,-1 0 0 0 0,1-1 0 0 0,-1 1 0 0 0,1 0 0 0 0,0-1 0 0 0,-1 1 0 0 0,1-1 0 0 0,1 2 0 0 0,-1-2-8 0 0,0 0 0 0 0,0 0-1 0 0,0 0 1 0 0,0 0-1 0 0,0 0 1 0 0,0 0-1 0 0,0 0 1 0 0,0-1-1 0 0,0 1 1 0 0,0 0 0 0 0,0 0-1 0 0,-1-1 1 0 0,1 1-1 0 0,0 0 1 0 0,0-1-1 0 0,0 1 1 0 0,0-1-1 0 0,1-1 1 0 0,0 1-8 0 0,6-5-21 0 0,1-2-70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0:59.5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486 34 199 0 0,'0'-1'1'0'0,"0"1"-1"0"0,0 0 0 0 0,0 0 0 0 0,0-1 0 0 0,0 1 0 0 0,0 0 0 0 0,0 0 0 0 0,0-1 0 0 0,0 1 0 0 0,0 0 0 0 0,0-1 0 0 0,-1 1 0 0 0,1 0 0 0 0,0 0 0 0 0,0 0 0 0 0,0-1 0 0 0,0 1 0 0 0,-1 0 0 0 0,1 0 0 0 0,0 0 0 0 0,0-1 0 0 0,-1 1 0 0 0,1 0 0 0 0,0 0 0 0 0,0 0 0 0 0,-1 0 0 0 0,1 0 0 0 0,0 0 0 0 0,0 0 0 0 0,-1-1 0 0 0,1 1 0 0 0,0 0 0 0 0,-1 0 0 0 0,1 0 0 0 0,0 0 0 0 0,0 0 0 0 0,-1 0 0 0 0,1 0 0 0 0,0 0 0 0 0,-1 1 0 0 0,-18 4-1 0 0,-18 13 55 0 0,20-8-52 0 0,-1 0 0 0 0,-1-1 0 0 0,0-1 0 0 0,-27 8 0 0 0,-71 25-2 0 0,27-9 0 0 0,74-28 5 0 0,8-2 2 0 0,0 0-1 0 0,1 1 1 0 0,-1 0 0 0 0,0 0-1 0 0,1 1 1 0 0,0 0-1 0 0,0 0 1 0 0,-10 8-1 0 0,17-12-6 0 0,-1 0 0 0 0,1 0 0 0 0,0 0 0 0 0,0 0 0 0 0,0 0 0 0 0,0 1 0 0 0,0-1 0 0 0,-1 0 0 0 0,1 0 0 0 0,0 0 0 0 0,0 0 0 0 0,0 1 0 0 0,0-1 0 0 0,0 0 0 0 0,0 0 0 0 0,0 0 0 0 0,0 1 0 0 0,0-1 0 0 0,0 0 0 0 0,0 0 0 0 0,0 0 0 0 0,0 0 0 0 0,0 1 0 0 0,0-1 0 0 0,0 0 0 0 0,0 0 0 0 0,0 0 0 0 0,0 1 0 0 0,0-1 0 0 0,0 0 0 0 0,0 0 0 0 0,0 0 0 0 0,0 1 0 0 0,0-1 0 0 0,0 0 0 0 0,0 0 0 0 0,1 0 0 0 0,7 5 0 0 0,13 0 0 0 0,-20-5 0 0 0,222 26 163 0 0,-186-24-142 0 0,87 2 42 0 0,-102-5-55 0 0,1 0 1 0 0,-1-2-1 0 0,33-7 0 0 0,-40 7-8 0 0,-12 3 0 0 0,0 0 0 0 0,0 0 0 0 0,-1 0 0 0 0,1-1 0 0 0,0 0 0 0 0,-1 1 0 0 0,1-1 0 0 0,-1 0 0 0 0,1 0 0 0 0,3-3 0 0 0,-6 4 0 0 0,0 0 0 0 0,0 0 1 0 0,0 0-1 0 0,0 0 0 0 0,0 0 0 0 0,0 0 0 0 0,0 0 0 0 0,0 0 0 0 0,0 0 0 0 0,0 0 0 0 0,0 0 0 0 0,0 0 0 0 0,0 0 0 0 0,0 0 0 0 0,0 0 0 0 0,0 0 0 0 0,0 0 0 0 0,0 0 0 0 0,0 0 0 0 0,-1 0 0 0 0,1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 0 0 0 0,0 0 0 0 0,1 0 0 0 0,-1 0 0 0 0,0 0 0 0 0,0-1 0 0 0,0 1 0 0 0,0 0 0 0 0,0 0 0 0 0,0 0 0 0 0,0 0 0 0 0,0 0 0 0 0,0 0 0 0 0,0 0 0 0 0,0 0 0 0 0,0 0 0 0 0,0 0 0 0 0,0 0 0 0 0,0 0 0 0 0,0 0 0 0 0,-7-5 53 0 0,-1-7-51 0 0,0 0 0 0 0,1 0 0 0 0,0-1 0 0 0,-5-14 0 0 0,-14-47-146 0 0,24 66 144 0 0,0-1 0 0 0,-2-16 0 0 0,3 17 0 0 0,0-1 0 0 0,-4-14 0 0 0,5 28 0 0 0,-1 1 0 0 0,0-1 0 0 0,0 1 0 0 0,-2 8 0 0 0,1-8 0 0 0,0 2-1 0 0,-47 167 66 0 0,-24 76 63 0 0,68-226-128 0 0,2 0 0 0 0,-1 38 0 0 0,-1 1 0 0 0,5-54 0 0 0,0-1 0 0 0,0 1 0 0 0,1 0 0 0 0,0-1 0 0 0,4 17 0 0 0,1-4 0 0 0,11 26 0 0 0,-16-45-9 0 0,1 0 0 0 0,0 0 0 0 0,-1-1 0 0 0,1 1 0 0 0,0 0 0 0 0,1-1 0 0 0,-1 0 0 0 0,0 1-1 0 0,0-1 1 0 0,1 0 0 0 0,3 2 0 0 0,1 0-98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0.2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 0 0,'7'11'22'0'0,"0"0"1"0"0,-1 1 0 0 0,0 0 0 0 0,-1 0 0 0 0,4 15 0 0 0,14 65 108 0 0,-17-64-109 0 0,21 115 89 0 0,-6 2 0 0 0,3 147 0 0 0,-20-206-105 0 0,-1 306 52 0 0,-3-358-58 0 0,1 1 0 0 0,7 43 0 0 0,-8-73 0 0 0,1 18-18 0 0,-2-20 12 0 0,1 0 0 0 0,0 1 0 0 0,0-1 0 0 0,0 0 0 0 0,0 1-1 0 0,1-1 1 0 0,0 0 0 0 0,-1 1 0 0 0,1-1 0 0 0,0 0 0 0 0,3 6-1 0 0,-1-7-136 0 0,-3-4 114 0 0,-1-2-51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0.9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1 506 143 0 0,'13'-3'0'0'0,"1"0"0"0"0,0 1 0 0 0,0 1 0 0 0,18 0 0 0 0,-4 0 0 0 0,58-2 23 0 0,47-3 18 0 0,13-11-41 0 0,64-6 0 0 0,-92 14 32 0 0,168-36 0 0 0,284-82-32 0 0,-270 52 0 0 0,120-24 0 0 0,-84 25 0 0 0,-321 69 0 0 0,0 1 0 0 0,0 1 0 0 0,0 1 0 0 0,0 0 0 0 0,0 1 0 0 0,25 1 0 0 0,-39 0 0 0 0,0 0 0 0 0,0 0 0 0 0,1 1 0 0 0,-1-1 0 0 0,0 0 0 0 0,0 0 0 0 0,0 1 0 0 0,0-1 0 0 0,0 1 0 0 0,0-1 0 0 0,0 1 0 0 0,0-1 0 0 0,0 1 0 0 0,0-1 0 0 0,0 1 0 0 0,0 0 0 0 0,0 0 0 0 0,0 0 0 0 0,1 1 0 0 0,-2-1 0 0 0,0 0 0 0 0,1 0 0 0 0,-1 0 0 0 0,0 0 0 0 0,0 0 0 0 0,0 0 0 0 0,0 0 0 0 0,0-1 0 0 0,0 1 0 0 0,0 0 0 0 0,0 0 0 0 0,0 0 0 0 0,0 0 0 0 0,0 0 0 0 0,-1 0 0 0 0,1 0 0 0 0,0 0 0 0 0,-1 1 0 0 0,-3 4 0 0 0,1-1 0 0 0,-1 1 0 0 0,0-1 0 0 0,0 0 0 0 0,-8 8 0 0 0,-8 7 11 0 0,-4 4-44 0 0,-38 46 0 0 0,56-61 24 0 0,0 0 0 0 0,0 0 1 0 0,1 0-1 0 0,0 1 0 0 0,1 0 0 0 0,0 0 0 0 0,1 0 0 0 0,0 0 0 0 0,-3 20 0 0 0,0 58 11 0 0,8 145-1 0 0,2-119 50 0 0,-32 582 87 0 0,19-578-116 0 0,5 1-1 0 0,13 119 0 0 0,-7-211-27 0 0,11 42-1 0 0,-11-57-60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1.4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0 225 167 0 0,'5'0'0'0'0,"0"-1"0"0"0,0 0 0 0 0,1 0 0 0 0,6-3 0 0 0,13-2 0 0 0,37-4 15 0 0,75-9 34 0 0,102 11-19 0 0,27-1 4 0 0,92-11 11 0 0,29-3-26 0 0,226-32-19 0 0,-392 28 0 0 0,-89 9 0 0 0,-24 3 0 0 0,-75 8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2.7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525 7 79 0 0,'0'0'0'0'0,"0"0"0"0"0,0 0 0 0 0,0 0 0 0 0,0 0 0 0 0,0 0 0 0 0,0 0 0 0 0,0 1 0 0 0,0-1 0 0 0,0 0 0 0 0,0 0 0 0 0,-1 0 0 0 0,1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0,0-1 0 0 0,0 1 0 0 0,-1 0 0 0 0,1 0 0 0 0,0 0 0 0 0,0 0 0 0 0,0 0 0 0 0,0 0 0 0 0,0 0 0 0 0,0 0 0 0 0,0 0 0 0 0,0 0 0 0 0,0-1 0 0 0,0 1 0 0 0,0 0 0 0 0,0 0 0 0 0,0 0 0 0 0,0 0 0 0 0,0 0 0 0 0,0 0 0 0 0,0 0 0 0 0,0 0 0 0 0,0-1 0 0 0,0 1 0 0 0,0 0 0 0 0,-1-1 9 0 0,0 1 0 0 0,0-1-1 0 0,0 1 1 0 0,0-1-1 0 0,0 1 1 0 0,0 0 0 0 0,0-1-1 0 0,0 1 1 0 0,0 0-1 0 0,-1 0 1 0 0,1-1 0 0 0,0 1-1 0 0,0 0 1 0 0,0 0-1 0 0,0 0 1 0 0,0 1 0 0 0,0-1-1 0 0,-1 0 1 0 0,0 1-1 0 0,-32 4 164 0 0,-2 5-159 0 0,2 1 0 0 0,-1 1 0 0 0,2 3 0 0 0,-61 34-1 0 0,64-31-12 0 0,2-1 0 0 0,1 1 0 0 0,1 1 0 0 0,-29 27 0 0 0,34-27 0 0 0,16-15 0 0 0,0 0 0 0 0,0 0 0 0 0,1 0 0 0 0,0 1 0 0 0,0-1 0 0 0,0 1 0 0 0,1 0 0 0 0,-1 0 0 0 0,-3 8 0 0 0,7-12 0 0 0,0-1 0 0 0,0 1 0 0 0,0-1 0 0 0,0 1 0 0 0,0-1 0 0 0,0 1 0 0 0,0 0 0 0 0,0-1 0 0 0,1 1 0 0 0,-1-1 0 0 0,0 1 0 0 0,0-1 0 0 0,0 1 0 0 0,1-1 0 0 0,-1 1 0 0 0,0-1 0 0 0,1 1 0 0 0,-1-1 0 0 0,0 1 0 0 0,1-1 0 0 0,-1 1 0 0 0,0-1 0 0 0,1 0 0 0 0,-1 1 0 0 0,1-1 0 0 0,-1 0 0 0 0,1 1 0 0 0,-1-1 0 0 0,1 0 0 0 0,-1 0 0 0 0,1 1 0 0 0,-1-1 0 0 0,2 0 0 0 0,20 8 36 0 0,-19-7-18 0 0,8 1-16 0 0,1 0 1 0 0,-1-1 0 0 0,0 0-1 0 0,17-2 1 0 0,12 2-6 0 0,18 3 3 0 0,63 5 0 0 0,24 2 0 0 0,-124-9 0 0 0,1-1 0 0 0,0-1 0 0 0,0 0 0 0 0,0-2 0 0 0,30-6 0 0 0,-51 8 2 0 0,-1 0 0 0 0,1 0-1 0 0,-1 0 1 0 0,1-1 0 0 0,-1 1-1 0 0,1 0 1 0 0,0 0 0 0 0,-1 0-1 0 0,1-1 1 0 0,-1 1 0 0 0,1 0-1 0 0,-1 0 1 0 0,1-1-1 0 0,-1 1 1 0 0,0 0 0 0 0,1-1-1 0 0,-1 1 1 0 0,1-1 0 0 0,-1 1-1 0 0,0-1 1 0 0,1 1 0 0 0,-1 0-1 0 0,0-1 1 0 0,1 0-1 0 0,-5-11 67 0 0,0 2-49 0 0,-9-11-19 0 0,2 5 0 0 0,-7-16-32 0 0,-6-12-181 0 0,23 43 212 0 0,-4-12-74 0 0,-12-19-1 0 0,10 22 65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3.0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 1 167 0 0,'1'1'0'0'0,"0"1"0"0"0,-1-1 0 0 0,1 0 0 0 0,0 1 0 0 0,0-1 0 0 0,-1 1 0 0 0,1-1 0 0 0,0 1 0 0 0,-1 0 0 0 0,0-1 0 0 0,1 1 0 0 0,-1-1 0 0 0,0 1 0 0 0,0 3 0 0 0,-2 24 27 0 0,1-21 0 0 0,-7 111 42 0 0,-10 77 94 0 0,16-184-135 0 0,-2 11 29 0 0,-8 30-1 0 0,3-19 1 0 0,-6 62 0 0 0,13-80-54 0 0,-6 45-3 0 0,8-44 0 0 0,0-32-184 0 0,2 11 88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4.2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428 69 55 0 0,'-10'4'7'0'0,"-1"-1"-1"0"0,1 0 0 0 0,-1 0 0 0 0,1-1 0 0 0,-1-1 0 0 0,-20 1 0 0 0,4 0 11 0 0,-108 18 72 0 0,114-15-67 0 0,0 1 1 0 0,0 1 0 0 0,0 0-1 0 0,-23 13 1 0 0,19-4-12 0 0,23-14-11 0 0,0-1 0 0 0,1 0 0 0 0,-1 1 0 0 0,1-1 0 0 0,0 1 0 0 0,-1-1 0 0 0,1 1 0 0 0,0 0 0 0 0,0-1 0 0 0,0 1 0 0 0,0 0 0 0 0,-1 3-1 0 0,2-4 1 0 0,0 0 0 0 0,0 0 0 0 0,0 0 0 0 0,1 1 0 0 0,-1-1 0 0 0,0 0 0 0 0,1 0 0 0 0,-1 0 0 0 0,1 0 0 0 0,-1 0 0 0 0,1 0 0 0 0,0 0 0 0 0,-1 0 0 0 0,1 0 0 0 0,0 0 0 0 0,0-1 0 0 0,0 1 0 0 0,-1 0 0 0 0,2 0 0 0 0,1 2 0 0 0,0-1 0 0 0,0 1 0 0 0,0-1 0 0 0,0 0 0 0 0,5 2 0 0 0,5 1 14 0 0,1-1-1 0 0,-1-1 1 0 0,0 0-1 0 0,25 2 0 0 0,56-3 8 0 0,-75-2 9 0 0,32-1-15 0 0,62 3 44 0 0,101 17 69 0 0,-206-18-121 0 0,-1-2-1 0 0,1 1 1 0 0,0-1-1 0 0,0 0 0 0 0,-1 0 1 0 0,1-1-1 0 0,-1 0 1 0 0,1-1-1 0 0,12-5 0 0 0,-20 8-5 0 0,0 0 0 0 0,1-1-1 0 0,-1 1 1 0 0,0 0 0 0 0,1 0-1 0 0,-1 0 1 0 0,0 0-1 0 0,1-1 1 0 0,-1 1 0 0 0,0 0-1 0 0,0 0 1 0 0,1 0-1 0 0,-1-1 1 0 0,0 1 0 0 0,0 0-1 0 0,1-1 1 0 0,-1 1-1 0 0,0 0 1 0 0,0-1 0 0 0,0 1-1 0 0,0 0 1 0 0,1-1-1 0 0,-1 1 1 0 0,0 0 0 0 0,0-1-1 0 0,0 1 1 0 0,0 0-1 0 0,0-1 1 0 0,0 1 0 0 0,0 0-1 0 0,0-1 1 0 0,0 0-1 0 0,-7-12 44 0 0,-16-7 20 0 0,7 9-63 0 0,1-1 0 0 0,0 0-1 0 0,-15-17 1 0 0,-4-4-64 0 0,14 14-13 0 0,0 0-1 0 0,-19-25 0 0 0,18 12-41 0 0,1 70 182 0 0,12-24-30 0 0,2 0-1 0 0,0 1 0 0 0,1 0 1 0 0,0 0-1 0 0,1 1 0 0 0,-2 15 0 0 0,-4 99 87 0 0,3-32-46 0 0,0-34-20 0 0,-30 188 97 0 0,2-45-151 0 0,32-184 0 0 0,-7 43 5 0 0,-25 182 44 0 0,22-176-38 0 0,4-30-12 0 0,6-28 1 0 0,-1 15 0 0 0,4-29 0 0 0,0 0-1 0 0,0 0 0 0 0,0 0 0 0 0,0 0 1 0 0,0 0-1 0 0,0 0 0 0 0,0 0 0 0 0,0 0 1 0 0,0 0-1 0 0,0 0 0 0 0,0 0 0 0 0,0 0 1 0 0,0 1-1 0 0,0-1 0 0 0,0 0 0 0 0,0 0 1 0 0,0 0-1 0 0,0 0 0 0 0,0 0 0 0 0,0 0 0 0 0,0 0 1 0 0,0 0-1 0 0,0 0 0 0 0,0 0 0 0 0,1 0 1 0 0,-1 0-1 0 0,0 0 0 0 0,0 0 0 0 0,0 0 1 0 0,0 0-1 0 0,0 0 0 0 0,0 0 0 0 0,0 0 1 0 0,0 0-1 0 0,0 0 0 0 0,0 0 0 0 0,0 0 0 0 0,0 0 1 0 0,1 0-1 0 0,-1 0 0 0 0,0 0 0 0 0,0 0 1 0 0,0 0-1 0 0,0 0 0 0 0,0 0 0 0 0,0 0 1 0 0,0 0-1 0 0,0 0 0 0 0,0 0 0 0 0,0 0 1 0 0,0 0-1 0 0,0 0 0 0 0,0 0 0 0 0,1 0 1 0 0,-1 0-1 0 0,0 0 0 0 0,0 0 0 0 0,0 0 0 0 0,0-1 1 0 0,0 1-1 0 0,0 0 0 0 0,0 0 0 0 0,0 0 1 0 0,0 0-1 0 0,0 0 0 0 0,0 0 0 0 0,8-8-118 0 0,9-15-127 0 0,-8 11 126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5.2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524 154 79 0 0,'1'0'6'0'0,"0"-1"-1"0"0,-1 1 1 0 0,1-1-1 0 0,0 0 1 0 0,-1 1-1 0 0,1-1 1 0 0,-1 0-1 0 0,1 1 1 0 0,-1-1-1 0 0,0 0 1 0 0,1 0-1 0 0,-1 0 1 0 0,0 1-1 0 0,0-1 1 0 0,1 0-1 0 0,-1 0 1 0 0,0 0-1 0 0,0-1 0 0 0,0 1 5 0 0,0 0-1 0 0,-1 0 1 0 0,1 0-1 0 0,-1 0 1 0 0,1 0-1 0 0,-1 0 1 0 0,1 0-1 0 0,-1 0 1 0 0,0 0-1 0 0,1 1 1 0 0,-1-1-1 0 0,0 0 1 0 0,0 0-1 0 0,1 1 1 0 0,-1-1-1 0 0,0 0 1 0 0,0 1-1 0 0,-1-1 1 0 0,-1 0 2 0 0,1 0 0 0 0,-1 0 0 0 0,0 0 1 0 0,1 0-1 0 0,-1 1 0 0 0,-6-1 0 0 0,-2 1 2 0 0,-1 0-1 0 0,-18 3 1 0 0,24-2-9 0 0,-87 10-5 0 0,-49 7 0 0 0,104-12 0 0 0,-63 20 0 0 0,94-24 0 0 0,0 0 0 0 0,1 1 0 0 0,-1-1 0 0 0,1 1 0 0 0,-1 0 0 0 0,-8 6 0 0 0,14-9 1 0 0,1 0-1 0 0,0 0 1 0 0,-1 0-1 0 0,1 1 1 0 0,0-1-1 0 0,0 0 1 0 0,-1 0-1 0 0,1 0 1 0 0,0 1-1 0 0,0-1 1 0 0,-1 0-1 0 0,1 0 1 0 0,0 1-1 0 0,0-1 0 0 0,0 0 1 0 0,-1 0-1 0 0,1 1 1 0 0,0-1-1 0 0,0 0 1 0 0,0 1-1 0 0,0-1 1 0 0,0 0-1 0 0,-1 1 1 0 0,1-1-1 0 0,0 0 1 0 0,0 1-1 0 0,0-1 1 0 0,0 0-1 0 0,0 1 0 0 0,0-1 1 0 0,0 0-1 0 0,0 1 1 0 0,0-1-1 0 0,1 0 1 0 0,-1 1-1 0 0,0-1 1 0 0,0 0-1 0 0,0 1 1 0 0,0-1-1 0 0,0 0 1 0 0,0 0-1 0 0,1 1 1 0 0,-1-1-1 0 0,0 0 0 0 0,0 0 1 0 0,0 1-1 0 0,1-1 1 0 0,-1 0-1 0 0,0 0 1 0 0,1 1-1 0 0,-1-1 1 0 0,0 0-1 0 0,0 0 1 0 0,1 0-1 0 0,-1 0 1 0 0,1 1-1 0 0,22 5 35 0 0,-18-5-33 0 0,7 2-2 0 0,244 48 0 0 0,-202-43 0 0 0,1-3 0 0 0,97-3 0 0 0,153-36 118 0 0,-240 25-108 0 0,-62 9-9 0 0,18-5 19 0 0,-21 5-20 0 0,0 0 1 0 0,1 0-1 0 0,-1 0 1 0 0,0 0-1 0 0,0 0 1 0 0,0 0-1 0 0,0-1 1 0 0,0 1-1 0 0,1 0 1 0 0,-1 0-1 0 0,0 0 1 0 0,0 0-1 0 0,0 0 1 0 0,0-1-1 0 0,0 1 0 0 0,0 0 1 0 0,0 0-1 0 0,0 0 1 0 0,0 0-1 0 0,0 0 1 0 0,0-1-1 0 0,0 1 1 0 0,0 0-1 0 0,0 0 1 0 0,0 0-1 0 0,0-1 1 0 0,0 1-1 0 0,0 0 1 0 0,0 0-1 0 0,0 0 1 0 0,0 0-1 0 0,0-1 1 0 0,0 1-1 0 0,-8-8 17 0 0,-27-11 51 0 0,7 4-62 0 0,-34-24-9 0 0,-121-72-282 0 0,157 97 264 0 0,-1 2 0 0 0,-33-12-1 0 0,58 24 22 0 0,2-1 0 0 0,1 1 2 0 0,-1 0-1 0 0,0 0 0 0 0,0 0 0 0 0,0 0 0 0 0,0 0 0 0 0,0 0 0 0 0,1 0 0 0 0,-1 0 0 0 0,0 0 0 0 0,0 0 0 0 0,0 0 0 0 0,0 0 1 0 0,0 0-1 0 0,1 0 0 0 0,-1 0 0 0 0,0 0 0 0 0,0 0 0 0 0,0 0 0 0 0,0 0 0 0 0,0 0 0 0 0,0 1 0 0 0,1-1 0 0 0,-1 0 0 0 0,0 0 0 0 0,0 0 1 0 0,0 0-1 0 0,0 0 0 0 0,0 0 0 0 0,0 1 0 0 0,0-1 0 0 0,0 0 0 0 0,0 0 0 0 0,0 0 0 0 0,0 0 0 0 0,0 0 0 0 0,0 1 0 0 0,0-1 1 0 0,0 0-1 0 0,0 0 0 0 0,0 0 0 0 0,0 0 0 0 0,0 0 0 0 0,0 1 0 0 0,0-1 0 0 0,0 0 0 0 0,0 0 0 0 0,0 0 0 0 0,0 0 0 0 0,0 0 0 0 0,0 0 1 0 0,0 1-1 0 0,0-1 0 0 0,0 0 0 0 0,0 11 6 0 0,0-11-9 0 0,-5 81 131 0 0,-1 0-12 0 0,8 33-78 0 0,-6 151 60 0 0,-8-124-86 0 0,2-40 13 0 0,4 155-1 0 0,7-198 3 0 0,-8 69-1 0 0,2-67-18 0 0,4-44-4 0 0,-2 24 57 0 0,3 51-1 0 0,0-87-54 0 0,0 1-1 0 0,0-1 0 0 0,-1 0 0 0 0,0 1 0 0 0,-1 4 0 0 0,-1 15 21 0 0,3-24-28 0 0,0 0-1 0 0,0 0 1 0 0,0 0-1 0 0,0 1 1 0 0,0-1-1 0 0,0 0 1 0 0,0 0-1 0 0,0 0 1 0 0,0 0-1 0 0,0 0 1 0 0,0 0-1 0 0,0 0 1 0 0,0 1-1 0 0,0-1 1 0 0,0 0-1 0 0,0 0 1 0 0,0 0-1 0 0,0 0 1 0 0,0 0-1 0 0,0 0 1 0 0,0 0-1 0 0,0 1 1 0 0,0-1-1 0 0,0 0 1 0 0,0 0-1 0 0,0 0 1 0 0,0 0-1 0 0,1 0 1 0 0,-1 0-1 0 0,0 0 0 0 0,0 0 1 0 0,0 0-1 0 0,0 0 1 0 0,0 0-1 0 0,0 0 1 0 0,0 0-1 0 0,0 0 1 0 0,1 1-1 0 0,-1-1 1 0 0,0 0-1 0 0,0 0 1 0 0,0 0-1 0 0,0 0 1 0 0,0 0-1 0 0,1 0 1 0 0,5-4-158 0 0,4-7-117 0 0,-7 5 180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6.5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227 30 79 0 0,'11'-2'64'0'0,"-21"3"-14"0"0,0 1-1 0 0,0 0 0 0 0,1 0 0 0 0,0 1 0 0 0,-1 1 0 0 0,-8 4 0 0 0,-27 8 5 0 0,-40 11-44 0 0,53-12-10 0 0,33-15 0 0 0,-1 0 0 0 0,0 0 0 0 0,0 0 0 0 0,0 0 0 0 0,0 0 0 0 0,0 0 0 0 0,0 0 0 0 0,1 0 0 0 0,-1 0 0 0 0,0 0 0 0 0,0 0 0 0 0,0 1 0 0 0,0-1 0 0 0,0 0 0 0 0,0 0 0 0 0,0 0 0 0 0,0 0 0 0 0,0 0 0 0 0,0 0 0 0 0,0 0 0 0 0,1 1 0 0 0,-1-1 0 0 0,0 0 0 0 0,0 0 0 0 0,0 0 0 0 0,0 0 0 0 0,0 0 0 0 0,0 1 0 0 0,0-1 0 0 0,0 0 0 0 0,0 0 0 0 0,0 0 0 0 0,0 0 0 0 0,0 0 0 0 0,0 0 0 0 0,0 1 0 0 0,-1-1 0 0 0,1 0 0 0 0,0 0 0 0 0,0 0 0 0 0,0 0 0 0 0,0 0 0 0 0,0 0 0 0 0,0 1 0 0 0,0-1 0 0 0,0 0 0 0 0,0 0 0 0 0,0 0 0 0 0,0 0 0 0 0,-1 0 0 0 0,1 0 0 0 0,0 0 0 0 0,0 0 0 0 0,0 0 0 0 0,0 1 0 0 0,3-1 5 0 0,0 1 0 0 0,0 0 0 0 0,0 0 0 0 0,0 0 0 0 0,0 0 0 0 0,0 1 0 0 0,0-1 0 0 0,4 4 0 0 0,10 4 14 0 0,9-1 0 0 0,1 0 0 0 0,0-2-1 0 0,43 5 1 0 0,-63-10-10 0 0,1-1 1 0 0,-1 1-1 0 0,0-2 0 0 0,0 1 1 0 0,1-1-1 0 0,12-3 0 0 0,-1-1 30 0 0,21-11 0 0 0,-28 11-11 0 0,-11 5-27 0 0,-1 0 1 0 0,1 0-1 0 0,-1 0 0 0 0,1-1 1 0 0,-1 1-1 0 0,1 0 1 0 0,-1-1-1 0 0,1 1 0 0 0,-1 0 1 0 0,0-1-1 0 0,1 1 0 0 0,-1-1 1 0 0,1 1-1 0 0,-1-1 1 0 0,0 1-1 0 0,1-1 0 0 0,-1 1 1 0 0,0-1-1 0 0,0 1 1 0 0,1-1-1 0 0,-1 1 0 0 0,0-1 1 0 0,0 1-1 0 0,0-2 0 0 0,0 1 5 0 0,0-1-1 0 0,0 1 1 0 0,0 0-1 0 0,0-1 1 0 0,0 1-1 0 0,-1 0 1 0 0,1-1-1 0 0,-1 1 0 0 0,1 0 1 0 0,-2-2-1 0 0,-2-5 30 0 0,0 1-1 0 0,-11-12 0 0 0,11 13-29 0 0,-57-66 6 0 0,58 79 10 0 0,1 0 0 0 0,0 1 0 0 0,1-1-1 0 0,-2 13 1 0 0,-6 183 118 0 0,6-100-97 0 0,-3 62 12 0 0,5-137-49 0 0,1-8 21 0 0,0 1 1 0 0,4 23 0 0 0,-5-37 21 0 0,1-6-44 0 0,0 0 0 0 0,0 0 0 0 0,-1 0 0 0 0,1-1-1 0 0,0 1 1 0 0,0 0 0 0 0,0 0 0 0 0,0 0 0 0 0,0-1-1 0 0,1 1 1 0 0,-1 0 0 0 0,0 0 0 0 0,0 0 0 0 0,0-1 0 0 0,1 1-1 0 0,-1 0 1 0 0,0 0 0 0 0,1-1 0 0 0,-1 1 0 0 0,1 0 0 0 0,-1-1-1 0 0,1 1 1 0 0,0 0 39 0 0,-1-1-41 0 0,0-1 1 0 0,0 1-1 0 0,0 0 0 0 0,0-1 1 0 0,0 1-1 0 0,0 0 1 0 0,0 0-1 0 0,0-1 0 0 0,0 1 1 0 0,0 0-1 0 0,0-1 1 0 0,0 1-1 0 0,0 0 0 0 0,0 0 1 0 0,-1-1-1 0 0,1 1 1 0 0,0 0-1 0 0,0 0 0 0 0,0-1 1 0 0,0 1-1 0 0,-1 0 1 0 0,1 0-1 0 0,0 0 0 0 0,0-1 1 0 0,0 1-1 0 0,-1 0 1 0 0,1 0-1 0 0,0 0 0 0 0,0 0 3 0 0,0 0-5 0 0,-7-28-1176 0 0,4 22 992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9.3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1 480 167 0 0,'6'-6'60'0'0,"-1"-2"0"0"0,1 1 0 0 0,-1-1-1 0 0,6-11 1 0 0,9-20 22 0 0,2 1 0 0 0,38-50 0 0 0,-41 65-68 0 0,0 0 1 0 0,2 2-1 0 0,0 0 0 0 0,36-26 0 0 0,-42 36 10 0 0,67-46 20 0 0,-66 47-48 0 0,1 1 1 0 0,0 1-1 0 0,24-9 1 0 0,3 1-275 0 0,-36 12 214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09.8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41 55 0 0,'0'-1'2'0'0,"1"1"-1"0"0,-1-1 0 0 0,0 0 0 0 0,0 0 0 0 0,0 0 0 0 0,1 1 0 0 0,-1-1 0 0 0,0 0 0 0 0,1 0 0 0 0,-1 1 0 0 0,1-1 0 0 0,-1 0 0 0 0,1 1 0 0 0,-1-1 0 0 0,1 1 0 0 0,-1-1 0 0 0,1 0 1 0 0,-1 1-1 0 0,2-1 0 0 0,19-10 47 0 0,-10 8-20 0 0,-1 1 1 0 0,18-3-1 0 0,-5 3 1 0 0,0 2-1 0 0,24 2 1 0 0,25 0 2 0 0,150 3 33 0 0,-209-4-64 0 0,-4-1 0 0 0,0 1 0 0 0,0-1 0 0 0,1-1 0 0 0,-1 0 0 0 0,0 0 0 0 0,18-5 0 0 0,-28 6 0 0 0,1 0 0 0 0,0 0 0 0 0,0 0 0 0 0,0 0 0 0 0,0 0 0 0 0,0 0 0 0 0,0 0 0 0 0,0-1 0 0 0,0 1 0 0 0,0 0 0 0 0,0 0 0 0 0,-1 0 0 0 0,1 0 0 0 0,0 0 0 0 0,0 0 0 0 0,0 0 0 0 0,0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0,1 0 0 0 0,-1 0 0 0 0,0 0 0 0 0,-11-1 0 0 0,6 2 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0.1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1 143 0 0,'-8'195'59'0'0,"5"-153"-54"0"0,-15 167 59 0 0,15-163-67 0 0,3 21 6 0 0,1-24-83 0 0,-1-37 70 0 0,2-2-44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0.4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26 199 0 0,'10'-1'31'0'0,"0"0"-1"0"0,0 0 0 0 0,17-6 0 0 0,-1 0 52 0 0,-12 4-40 0 0,28-2 1 0 0,-37 4-37 0 0,0 1 1 0 0,0 1-1 0 0,0-1 1 0 0,0 1-1 0 0,-1-1 1 0 0,1 1-1 0 0,0 1 1 0 0,-1-1-1 0 0,8 4 0 0 0,-1-1-3 0 0,-9-4-4 0 0,-1 1 0 0 0,0-1 0 0 0,1 0 0 0 0,-1 1-1 0 0,0-1 1 0 0,0 1 0 0 0,1 0 0 0 0,-1-1 0 0 0,0 1 0 0 0,0 0-1 0 0,0 0 1 0 0,0 0 0 0 0,0 0 0 0 0,1 1 0 0 0,0 0-73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0.6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18 223 0 0,'2'-2'0'0'0,"0"0"0"0"0,-1 2 0 0 0,1-2 0 0 0,0 2 0 0 0,-2-2 0 0 0,2 0 0 0 0,0 0 0 0 0,2 1 0 0 0,-1-1 0 0 0,1 0 0 0 0,0 2 0 0 0,-2 0 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2.6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0 298 199 0 0,'42'-43'515'0'0,"10"1"-460"0"0,-23 17 12 0 0,58-36 0 0 0,-57 43-67 0 0,-10 5 0 0 0,0 2 0 0 0,24-11 0 0 0,15-3 0 0 0,-50 21-32 0 0,-6 3 8 0 0,-1 0 0 0 0,1 1 0 0 0,-1-1 0 0 0,0 0 0 0 0,1-1 0 0 0,-1 1 0 0 0,0 0 0 0 0,0-1 0 0 0,0 1 0 0 0,0-1-1 0 0,0 0 1 0 0,0 0 0 0 0,0 1 0 0 0,-1-1 0 0 0,1 0 0 0 0,1-4 0 0 0,1 1-63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3.2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4 199 0 0,'33'-1'28'0'0,"-23"0"-4"0"0,1 0 0 0 0,-1 1 0 0 0,0 0 0 0 0,0 1 0 0 0,1 0-1 0 0,-1 1 1 0 0,19 5 0 0 0,-28-7-23 0 0,-1 0 1 0 0,1 1-1 0 0,0-1 0 0 0,0 0 1 0 0,-1 1-1 0 0,1-1 0 0 0,0 1 1 0 0,-1-1-1 0 0,1 1 0 0 0,0-1 1 0 0,-1 1-1 0 0,1-1 0 0 0,-1 1 1 0 0,1 0-1 0 0,-1-1 0 0 0,1 1 1 0 0,0 1-1 0 0,-1-2 1 0 0,0 1-1 0 0,0-1 1 0 0,0 1 0 0 0,0-1 0 0 0,0 1-1 0 0,0 0 1 0 0,0-1 0 0 0,0 1 0 0 0,0-1-1 0 0,0 1 1 0 0,-1-1 0 0 0,1 1 0 0 0,0-1-1 0 0,0 1 1 0 0,0-1 0 0 0,-1 1-1 0 0,1-1 1 0 0,0 1 0 0 0,-1 0 0 0 0,-2 2 7 0 0,0 0 0 0 0,0 0 1 0 0,0 0-1 0 0,-1 0 0 0 0,-4 3 1 0 0,3-3-8 0 0,-5 3-2 0 0,1-1 0 0 0,-1 0 0 0 0,0 0 0 0 0,-1-1 0 0 0,-13 4 0 0 0,-15 6 0 0 0,28-8 0 0 0,16-1 0 0 0,6 5 0 0 0,2 8 0 0 0,-1 0 0 0 0,-1 1 0 0 0,-1 0 0 0 0,0 1 0 0 0,8 28 0 0 0,-12-35 0 0 0,2 8 0 0 0,7 29 0 0 0,-13-41 0 0 0,0 0 0 0 0,-1 0 0 0 0,0 0 0 0 0,0 0 0 0 0,-1 0 0 0 0,-1 11 0 0 0,-1-12 7 0 0,-1 0-1 0 0,0 0 1 0 0,0 0-1 0 0,-1-1 0 0 0,0 1 1 0 0,0-1-1 0 0,0 0 1 0 0,-1 0-1 0 0,-6 7 0 0 0,9-13-6 0 0,0 2 5 0 0,0 0-1 0 0,-1 0 0 0 0,0-1 0 0 0,1 1 0 0 0,-1-1 0 0 0,0 0 0 0 0,0 0 1 0 0,-1 0-1 0 0,-5 2 0 0 0,8-3-4 0 0,0-1 1 0 0,0 1-1 0 0,0-1 1 0 0,1 0-1 0 0,-1 0 1 0 0,0 1 0 0 0,0-1-1 0 0,0 0 1 0 0,0 0-1 0 0,0 0 1 0 0,0 0-1 0 0,0 0 1 0 0,0 0-1 0 0,0 0 1 0 0,0 0-1 0 0,0 0 1 0 0,1-1 0 0 0,-1 1-1 0 0,0 0 1 0 0,0-1-1 0 0,0 1 1 0 0,0 0-1 0 0,0-1 1 0 0,1 1-1 0 0,-1-1 1 0 0,0 1-1 0 0,0-1 1 0 0,1 0-1 0 0,-1 1 1 0 0,0-1 0 0 0,1 0-1 0 0,-1 1 1 0 0,1-1-1 0 0,-1 0 1 0 0,1 0-1 0 0,-1 0 1 0 0,1 0-1 0 0,-1 1 1 0 0,1-1-1 0 0,0 0 1 0 0,-1-2-1 0 0,-3-12-76 0 0,3 6-16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7T11:21:14.7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50 255 0 0,'1'1'0'0'0,"0"-1"0"0"0,-1 0 0 0 0,1 1 0 0 0,0-1 0 0 0,0 0 0 0 0,0 0 0 0 0,0 1 0 0 0,-1-1 0 0 0,1 0 0 0 0,0 0 0 0 0,0 0 0 0 0,0 0 0 0 0,0 0 0 0 0,0 0 0 0 0,-1 0 0 0 0,1 0 0 0 0,0 0 0 0 0,0-1 0 0 0,1 1 0 0 0,-1 0 0 0 0,4-2 30 0 0,1 1-1 0 0,0-1 0 0 0,-1 0 0 0 0,0 0 0 0 0,11-6 0 0 0,-4 1 8 0 0,-11 7-34 0 0,46-21 140 0 0,-44 20-139 0 0,1-1 1 0 0,-1 1-1 0 0,0 1 1 0 0,1-1-1 0 0,-1 0 1 0 0,1 1-1 0 0,-1-1 0 0 0,1 1 1 0 0,-1 0-1 0 0,1 0 1 0 0,6 2-1 0 0,-9-2-2 0 0,0 1-1 0 0,0-1 0 0 0,0 1 1 0 0,0 0-1 0 0,-1-1 0 0 0,1 1 1 0 0,0 0-1 0 0,0-1 0 0 0,-1 1 1 0 0,1 0-1 0 0,0 0 0 0 0,-1 0 1 0 0,1-1-1 0 0,-1 1 0 0 0,1 0 1 0 0,-1 0-1 0 0,0 0 1 0 0,1 0-1 0 0,-1 0 0 0 0,0 0 1 0 0,1 1-1 0 0,2 25 21 0 0,-3-20-21 0 0,0 25 25 0 0,-1-25-19 0 0,1 0 1 0 0,0 0 0 0 0,0 0 0 0 0,2 7-1 0 0,-2-14-7 0 0,0 1 0 0 0,1 0 0 0 0,-1-1 0 0 0,0 1 0 0 0,1 0 0 0 0,-1-1 0 0 0,1 1 0 0 0,-1-1 0 0 0,1 1 0 0 0,-1 0 0 0 0,1-1 0 0 0,-1 0 0 0 0,1 1 0 0 0,0-1 0 0 0,-1 1 0 0 0,1-1 0 0 0,0 0 0 0 0,-1 1 0 0 0,1-1 0 0 0,0 0 0 0 0,-1 0 0 0 0,1 1 0 0 0,0-1 0 0 0,0 0 0 0 0,1 0 0 0 0,18 0 0 0 0,83-24 0 0 0,-13 2 0 0 0,-76 18 0 0 0,-10 3-15 0 0,-1 0 1 0 0,1 0-1 0 0,-1 0 0 0 0,0 1 1 0 0,1-1-1 0 0,-1 1 1 0 0,1 0-1 0 0,0 0 0 0 0,-1 0 1 0 0,7 2-1 0 0,-9-2 12 0 0,-1 0 1 0 0,0 0-1 0 0,0 0 0 0 0,0 0 0 0 0,0 0 0 0 0,0 0 1 0 0,1 0-1 0 0,-1 1 0 0 0,0-1 0 0 0,0 0 1 0 0,0 0-1 0 0,0 0 0 0 0,0 0 0 0 0,0 0 0 0 0,0 0 1 0 0,0 1-1 0 0,0-1 0 0 0,0 0 0 0 0,1 0 0 0 0,-1 0 1 0 0,0 0-1 0 0,0 1 0 0 0,0-1 0 0 0,0 0 1 0 0,0 0-1 0 0,0 0 0 0 0,0 0 0 0 0,0 1 0 0 0,0-1 1 0 0,0 0-1 0 0,0 0 0 0 0,-1 0 0 0 0,1 1 0 0 0,-1 1-13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2.7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55 0 0,'35'45'0'0'0,"6"7"14"0"0,-4-7 17 0 0,103 136 100 0 0,31 99 13 0 0,-146-237-144 0 0,11 12 0 0 0,-3-8 0 0 0,-6-9-12 0 0,-22-30-49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3.1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5 483 24 0 0,'-2'11'0'0'0,"0"1"0"0"0,5 10 0 0 0,8 38 17 0 0,2-1 1 0 0,33 87 0 0 0,-27-106-8 0 0,-12-30-10 0 0,-1 1 0 0 0,15 15 0 0 0,-18-22 0 0 0,0-1 0 0 0,0 0 0 0 0,1 0 0 0 0,-1-1 0 0 0,1 1 0 0 0,0-1 0 0 0,0 1 0 0 0,-1-1 0 0 0,2 0 0 0 0,5 2 0 0 0,-5-3 2 0 0,1 0-1 0 0,-1 0 0 0 0,1 0 1 0 0,0-1-1 0 0,-1 1 0 0 0,1-1 1 0 0,0-1-1 0 0,10-1 0 0 0,-10 1 4 0 0,-1-1 0 0 0,0 1 0 0 0,0-1 0 0 0,0-1-1 0 0,0 1 1 0 0,0-1 0 0 0,-1 1 0 0 0,1-1 0 0 0,5-5-1 0 0,4-5 9 0 0,-1-1-1 0 0,0 1 1 0 0,-1-2-1 0 0,-1 0 1 0 0,0-1-1 0 0,14-27 1 0 0,48-112 144 0 0,-64 132-131 0 0,-4 12-8 0 0,22-50 95 0 0,32-113 0 0 0,-54 154-111 0 0,-1 0-1 0 0,-1-1 1 0 0,-1 1-1 0 0,0-1 1 0 0,-2 1 0 0 0,0-1-1 0 0,-1 1 1 0 0,-1-1-1 0 0,-1 1 1 0 0,-6-22-1 0 0,5 25-3 0 0,1 9-9 0 0,1-1-1 0 0,-1 1 1 0 0,0-1-1 0 0,-7-11 0 0 0,3 7-17 0 0,6 11-52 0 0,2 7-61 0 0,3 21 78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3.8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79 0 0,'13'2'60'0'0,"42"8"-34"0"0,-29-3 38 0 0,37 15 8 0 0,5 8 13 0 0,-40-16-26 0 0,-14-6-52 0 0,14 8 1 0 0,43 33-1 0 0,-31-16 41 0 0,1 3-36 0 0,12 16-12 0 0,10 11-64 0 0,-15-18-64 0 0,-17-16 64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4.0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0 15 0 0,'-2'2'0'0'0,"1"-1"0"0"0,0 1 0 0 0,0 0 0 0 0,0 0 0 0 0,1 0 0 0 0,-1-1 1 0 0,0 1-1 0 0,1 0 0 0 0,-1 0 0 0 0,1 0 0 0 0,-1 0 0 0 0,1 0 0 0 0,0 4 0 0 0,0 5 0 0 0,-5 28 23 0 0,3 1 0 0 0,2 42 0 0 0,12 81 69 0 0,-9-128-98 0 0,29 187 66 0 0,-26-190-60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4.6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0,'23'43'0'0'0,"39"102"44"0"0,-27-59-25 0 0,23 56 20 0 0,88 187 120 0 0,-93-227-150 0 0,117 241-8 0 0,-61-107-1 0 0,-91-200 0 0 0,7 15 0 0 0,-1-2-12 0 0,-6-9-36 0 0,-7-12 26 0 0,-9-23-32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5.4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275 1 24 0 0,'-14'15'0'0'0,"1"2"0"0"0,-169 310 53 0 0,166-295-50 0 0,2-1 1 0 0,-16 53-1 0 0,27-66-3 0 0,1 3 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5.6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 0 0,'8'4'0'0'0,"0"0"0"0"0,0 1 0 0 0,11 8 0 0 0,-14-8 0 0 0,0 0 0 0 0,-1 0 0 0 0,0 0 0 0 0,0 0 0 0 0,5 10 0 0 0,17 36 0 0 0,5 9 53 0 0,-11-25-43 0 0,9 5-10 0 0,9 0 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5.7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31 0 0,'0'0'0'0'0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5.8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36 55 0 0,'11'1'54'0'0,"3"-1"-49"0"0,23-1 0 0 0,-23-1-5 0 0,0-1 0 0 0,20-6 0 0 0,29-13 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6.0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55 0 0,'2'7'67'0'0,"-1"3"-57"0"0,9 28 47 0 0,69 187 81 0 0,-64-188-138 0 0,8 17 0 0 0,1 10-80 0 0,-9-26 64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6.2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24 0 0,'-3'14'10'0'0,"3"-6"33"0"0,7 24 38 0 0,1-2-10 0 0,2-1 15 0 0,-3-18-22 0 0,14 12-41 0 0,-20-22-20 0 0,0 0-1 0 0,-1-1 1 0 0,1 1 0 0 0,0 0-1 0 0,0-1 1 0 0,0 1 0 0 0,-1 0-1 0 0,1-1 1 0 0,0 1 0 0 0,0-1-1 0 0,0 1 1 0 0,0-1 0 0 0,0 0-1 0 0,0 1 1 0 0,2-1 0 0 0,4 3-1 0 0,0-1-1 0 0,1 0 1 0 0,-1-1 0 0 0,0 1 0 0 0,10-1-1 0 0,-8-1-3 0 0,0-1-1 0 0,-1 0 0 0 0,1-1 0 0 0,12-3 0 0 0,-21 5 3 0 0,2-1-8 0 0,0 1 1 0 0,0-1-1 0 0,-1 1 1 0 0,1-1-1 0 0,0 0 1 0 0,-1 0 0 0 0,1 0-1 0 0,0 0 1 0 0,2-2-1 0 0,37-28-87 0 0,-5-7-1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6.8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75 55 0 0,'13'-10'7'0'0,"26"-14"0"0"0,-25 18 14 0 0,-1 0 0 0 0,24-5 1 0 0,11 0 44 0 0,-38 9-49 0 0,-1 1-1 0 0,0 0 1 0 0,19 0-1 0 0,-13 1-7 0 0,-14-1-7 0 0,0 1 0 0 0,0 0 1 0 0,0 0-1 0 0,0 0 0 0 0,0 0 0 0 0,0 0 0 0 0,0 0 0 0 0,0 0 0 0 0,0 0 0 0 0,0 0 1 0 0,0 1-1 0 0,0-1 0 0 0,0 0 0 0 0,0 0 0 0 0,0 1 0 0 0,-1-1 0 0 0,1 1 1 0 0,0-1-1 0 0,1 2 0 0 0,30 17 19 0 0,-32-19-19 0 0,1 1-1 0 0,-1-1 0 0 0,1 0 1 0 0,-1 0-1 0 0,1 0 1 0 0,-1 0-1 0 0,0 1 1 0 0,1-1-1 0 0,-1 0 0 0 0,0 1 1 0 0,1-1-1 0 0,-1 0 1 0 0,0 0-1 0 0,1 1 0 0 0,-1-1 1 0 0,0 1-1 0 0,1-1 1 0 0,-1 0-1 0 0,0 1 1 0 0,0-1-1 0 0,1 1 0 0 0,-1-1 1 0 0,0 0-1 0 0,0 1 1 0 0,0-1-1 0 0,0 1 1 0 0,0-1-1 0 0,0 1 0 0 0,0 0 1 0 0,1 29 8 0 0,-1-18-10 0 0,-2-1 0 0 0,0 0 0 0 0,0 0 0 0 0,-1 0 0 0 0,-1-1 0 0 0,-6 16 0 0 0,-36 62 0 0 0,1-4 0 0 0,38-65 0 0 0,7-18 0 0 0,-1-1 0 0 0,1 1 0 0 0,0 0 0 0 0,-1-1 0 0 0,1 1 0 0 0,0-1 0 0 0,0 1 0 0 0,0 0 0 0 0,-1-1 0 0 0,1 1 0 0 0,0 0 0 0 0,0-1 0 0 0,0 1 0 0 0,0 0 0 0 0,0-1 0 0 0,0 1 0 0 0,0 0 0 0 0,1-1 0 0 0,-1 1 0 0 0,0 0 0 0 0,0-1 0 0 0,0 1 0 0 0,1 0 0 0 0,-1-1 0 0 0,0 1 0 0 0,1-1 0 0 0,-1 1 0 0 0,0-1 0 0 0,1 1 0 0 0,-1-1 0 0 0,1 1 0 0 0,2 0 0 0 0,-1 0 0 0 0,1 0 0 0 0,0 0 0 0 0,-1-1 0 0 0,1 1 0 0 0,0-1 0 0 0,-1 0 0 0 0,1 0 0 0 0,0 0 0 0 0,-1 0 0 0 0,1 0 0 0 0,0 0 0 0 0,3-2 0 0 0,-1 1 1 0 0,12-5 20 0 0,8-15 11 0 0,5-8-22 0 0,1 1-28 0 0,-24 22-76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7.7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272 196 24 0 0,'-2'0'-1'0'0,"1"0"1"0"0,-1 0 0 0 0,0 0 0 0 0,0 0 0 0 0,0 0 0 0 0,1 1 0 0 0,-1-1 0 0 0,0 0 0 0 0,0 1 0 0 0,1-1 0 0 0,-1 1 0 0 0,0 0 0 0 0,-2 1 0 0 0,-2 1 1 0 0,-8 5 2 0 0,1 0 1 0 0,0 0 0 0 0,0 1 0 0 0,0 1 0 0 0,1 0 0 0 0,-18 21 0 0 0,4-1 46 0 0,-33 49 0 0 0,51-67-31 0 0,0 2 0 0 0,0-1 0 0 0,-7 18 0 0 0,10-14 29 0 0,4 4-24 0 0,3-10 24 0 0,9 14-25 0 0,-11-24-21 0 0,1 0 0 0 0,-1 0 1 0 0,0 0-1 0 0,1-1 0 0 0,-1 1 0 0 0,1 0 0 0 0,0 0 0 0 0,-1-1 0 0 0,1 1 0 0 0,-1-1 1 0 0,1 1-1 0 0,0 0 0 0 0,0-1 0 0 0,-1 1 0 0 0,1-1 0 0 0,0 0 0 0 0,0 1 1 0 0,0-1-1 0 0,1 1 0 0 0,14 8 3 0 0,26 11 0 0 0,-26-15-1 0 0,1 0 0 0 0,31 6-1 0 0,-30-9 11 0 0,0 0 1 0 0,20-2-1 0 0,-18-1-9 0 0,36-5 0 0 0,12-11 6 0 0,-43 9 32 0 0,32-14-33 0 0,12-14-10 0 0,3-12 0 0 0,-9-4-10 0 0,-50 40-18 0 0,20-26 0 0 0,-27 30 12 0 0,0-1 0 0 0,-1 0 0 0 0,6-11 0 0 0,-9 16 12 0 0,0-1 1 0 0,0 1 0 0 0,-1-1-1 0 0,1 0 1 0 0,-1 0-1 0 0,0 0 1 0 0,0 0 0 0 0,-1 0-1 0 0,1 0 1 0 0,-1 0-1 0 0,0 0 1 0 0,-1 0-1 0 0,1 0 1 0 0,-1 1 0 0 0,0-1-1 0 0,0 0 1 0 0,0 0-1 0 0,-1 0 1 0 0,0 1 0 0 0,0-1-1 0 0,0 0 1 0 0,0 1-1 0 0,-1 0 1 0 0,-4-7-1 0 0,-3 0-4 0 0,0-1 0 0 0,-1 1 0 0 0,0 1 0 0 0,-1 0 0 0 0,0 1 0 0 0,0 0 0 0 0,-16-8 0 0 0,-8-2-19 0 0,-54-22 1 0 0,64 31 5 0 0,-2 0-1 0 0,1 2 1 0 0,-56-9 0 0 0,73 15 16 0 0,-1 1 0 0 0,1 1 0 0 0,-1-1 0 0 0,0 2 0 0 0,1 0 0 0 0,-1 0 0 0 0,0 1 0 0 0,1 0 0 0 0,0 1 0 0 0,-1 0 0 0 0,1 0 0 0 0,0 1 0 0 0,-17 10 0 0 0,19-9 5 0 0,7-2 0 0 0,7-2 0 0 0,30-7 12 0 0,-35 6-10 0 0,-1 0-1 0 0,1 0 1 0 0,-1 0-1 0 0,1 0 0 0 0,-1-1 1 0 0,1 1-1 0 0,0 0 0 0 0,-1 0 1 0 0,1 0-1 0 0,-1 0 1 0 0,1 0-1 0 0,-1 1 0 0 0,1-1 1 0 0,-1 0-1 0 0,1 0 0 0 0,-1 0 1 0 0,1 0-1 0 0,-1 0 1 0 0,1 1-1 0 0,-1-1 0 0 0,1 0 1 0 0,-1 1-1 0 0,1-1 0 0 0,-1 0 1 0 0,1 1-1 0 0,-1-1 1 0 0,0 0-1 0 0,1 1 0 0 0,-1-1 1 0 0,1 1-1 0 0,-1-1 0 0 0,0 0 1 0 0,0 1-1 0 0,1 0 0 0 0,28 32 25 0 0,-17-17 27 0 0,14 35 27 0 0,62 155 51 0 0,54 143-57 0 0,-124-306-92 0 0,-12-27-2 0 0,26 67-124 0 0,-22-49 78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8.3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 1 24 0 0,'0'0'0'0'0,"0"0"0"0"0,0 0 0 0 0,0 0 0 0 0,0 0 0 0 0,0 0 0 0 0,0 0 1 0 0,0 1-1 0 0,0-1 0 0 0,0 0 0 0 0,0 0 0 0 0,0 0 0 0 0,0 0 1 0 0,0 0-1 0 0,0 0 0 0 0,0 0 0 0 0,0 1 0 0 0,0-1 0 0 0,-1 0 1 0 0,1 0-1 0 0,0 0 0 0 0,0 0 0 0 0,0 0 0 0 0,0 0 0 0 0,0 0 1 0 0,0 0-1 0 0,0 1 0 0 0,0-1 0 0 0,0 0 0 0 0,0 0 0 0 0,-1 0 1 0 0,1 0-1 0 0,0 0 0 0 0,0 0 0 0 0,0 0 0 0 0,0 0 0 0 0,0 0 1 0 0,0 0-1 0 0,-1 0 0 0 0,1 0 0 0 0,0 0 0 0 0,0 0 0 0 0,0 0 1 0 0,0 0-1 0 0,0 0 0 0 0,0 0 0 0 0,-1 0 0 0 0,1 0 0 0 0,0 0 1 0 0,0 0-1 0 0,0 0 0 0 0,0 0 0 0 0,0 0 0 0 0,0 0 0 0 0,0 0 1 0 0,-1 0-1 0 0,1 0 0 0 0,0 0 0 0 0,0-1 0 0 0,0 1 0 0 0,0 0 1 0 0,0 0-1 0 0,0 0 0 0 0,0 0 0 0 0,0 0 0 0 0,15 32 43 0 0,10 6-22 0 0,-11-20 22 0 0,128 156 58 0 0,-100-117-57 0 0,46 84-1 0 0,21 70-11 0 0,-98-190-34 0 0,12 24-71 0 0,-16-33 61 0 0,-2-4-8 0 0,0 1-1 0 0,-1 0 0 0 0,5 13 0 0 0,10 26 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29:48.6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1 24 0 0,'-8'14'0'0'0,"1"3"0"0"0,5-5 2 0 0,0 0 1 0 0,1 0 0 0 0,0 0 0 0 0,0 0 0 0 0,2 1 0 0 0,-1-1 0 0 0,2 0 0 0 0,-1 0 0 0 0,2 0 0 0 0,3 12-1 0 0,3 5 9 0 0,2-1 0 0 0,26 53-1 0 0,-16-46-10 0 0,2 0 0 0 0,0-1 0 0 0,3-2 0 0 0,1 0 0 0 0,1-2 0 0 0,36 30 0 0 0,-50-47 0 0 0,1-1 0 0 0,0-1 0 0 0,1-1 0 0 0,17 9 0 0 0,-24-14 0 0 0,1-1 0 0 0,-1-1 0 0 0,15 4 0 0 0,-10-4 0 0 0,0-1 0 0 0,0 0 0 0 0,18-1 0 0 0,-23-1 0 0 0,1-1 0 0 0,0 0 0 0 0,-1 0 0 0 0,1-1 0 0 0,16-6 0 0 0,-13 3 0 0 0,0-1 0 0 0,-1 0 0 0 0,21-15 0 0 0,106-94 0 0 0,-88 70 0 0 0,-8 8 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6.3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130 1 24 0 0,'-29'1'3'0'0,"0"1"1"0"0,-41 10-1 0 0,70-12-2 0 0,0 0 0 0 0,0 0-1 0 0,0 0 1 0 0,0 0 0 0 0,0 0 0 0 0,0 0 0 0 0,0 0-1 0 0,0 0 1 0 0,0 0 0 0 0,0 0 0 0 0,-1 0-1 0 0,1 0 1 0 0,0 0 0 0 0,0 0 0 0 0,0 0 0 0 0,0 0-1 0 0,0 0 1 0 0,0 0 0 0 0,0 0 0 0 0,0 0-1 0 0,0 0 1 0 0,0 0 0 0 0,0 0 0 0 0,0 0-1 0 0,0 0 1 0 0,0 0 0 0 0,0 0 0 0 0,-1 0 0 0 0,1 0-1 0 0,0 0 1 0 0,0 1 0 0 0,0-1 0 0 0,0 0-1 0 0,0 0 1 0 0,0 0 0 0 0,0 0 0 0 0,0 0 0 0 0,0 0-1 0 0,0 0 1 0 0,0 0 0 0 0,0 0 0 0 0,0 0-1 0 0,0 0 1 0 0,0 0 0 0 0,0 1 0 0 0,0-1-1 0 0,0 0 1 0 0,0 0 0 0 0,0 0 0 0 0,0 0 0 0 0,0 0-1 0 0,0 0 1 0 0,0 0 0 0 0,0 0 0 0 0,0 0-1 0 0,0 0 1 0 0,1 0 0 0 0,-1 0 0 0 0,0 0 0 0 0,0 0-1 0 0,0 1 1 0 0,6 3 15 0 0,9 3 27 0 0,6-1-29 0 0,0-1 0 0 0,0-1 0 0 0,0-1 0 0 0,0-1 0 0 0,22-1 0 0 0,-4 1-13 0 0,538 5 170 0 0,210-9-161 0 0,-291 19-10 0 0,-381-8 0 0 0,217 47 0 0 0,-290-46 0 0 0,16 5 0 0 0,-13 0-14 0 0,-36-12-60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7.2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15 24 0 0,'30'-9'0'0'0,"-10"6"0"0"0,30 1 0 0 0,20 2 0 0 0,-4 3 0 0 0,6 2 0 0 0,-8 0 10 0 0,-35-3 33 0 0,50 3-33 0 0,79 5-10 0 0,-94-6 0 0 0,33 2 0 0 0,5-3 0 0 0,-11-2 0 0 0,-27-2 0 0 0,21 0 0 0 0,4 0 0 0 0,-9 2 0 0 0,-13 4 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7.5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35 24 0 0,'-1'-2'-1'0'0,"0"0"1"0"0,0 0 0 0 0,0-1 0 0 0,0 1 0 0 0,1 0 0 0 0,-1 0 0 0 0,1-3 0 0 0,0-6 1 0 0,1 11-1 0 0,-1 0 0 0 0,0 0 0 0 0,0-1 0 0 0,0 1 0 0 0,0 0 0 0 0,0 0 0 0 0,0 0 0 0 0,1 0 0 0 0,-1-1 0 0 0,0 1 0 0 0,0 0 0 0 0,0 0 0 0 0,0 0 0 0 0,1 0 0 0 0,-1 0 0 0 0,0-1 0 0 0,0 1 0 0 0,0 0 0 0 0,1 0 0 0 0,-1 0 0 0 0,0 0 0 0 0,0 0 0 0 0,1 0 0 0 0,-1 0 0 0 0,0 0 0 0 0,0 0 0 0 0,1 0 0 0 0,-1 0 0 0 0,0 0 0 0 0,0 0 0 0 0,0 0 0 0 0,1 0 0 0 0,6 12 0 0 0,10 38 0 0 0,-3 22 0 0 0,4 232 0 0 0,-16 295 63 0 0,-2-549-63 0 0,4 3 0 0 0,4 16 0 0 0,-6-56 0 0 0,1-1 0 0 0,0 0 0 0 0,6 15 0 0 0,-1-9 0 0 0,15 22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8.3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98 79 0 0,'-2'0'0'0'0,"17"3"0"0"0,40 4 0 0 0,-34-7 0 0 0,23-1 0 0 0,22-6 0 0 0,68-16 0 0 0,232-43 0 0 0,-312 61 0 0 0,19 0 0 0 0,-8 4 0 0 0,-10 2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8.5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22 79 0 0,'-3'3'0'0'0,"1"-1"0"0"0,2-1 0 0 0,66 12 0 0 0,16-8 0 0 0,-32-6 0 0 0,6-1 0 0 0,0-3 0 0 0,3-2 0 0 0,0-2 0 0 0,3-1 0 0 0,-1-2 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8.9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96 4 79 0 0,'-6'-2'0'0'0,"-11"1"0"0"0,16 3 0 0 0,2 8 0 0 0,9 51 0 0 0,1 23 0 0 0,5 239 64 0 0,-25-104-64 0 0,-52 316 0 0 0,54-492 0 0 0,-6 10 0 0 0,1-15 0 0 0,4-20 0 0 0,10-20 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8:09.3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1 442 55 0 0,'2'-13'0'0'0,"0"-3"0"0"0,0 1 0 0 0,1 1 0 0 0,1-1 0 0 0,0 0 0 0 0,12-23 0 0 0,-11 28 0 0 0,2 1 0 0 0,-1 0 0 0 0,13-12 0 0 0,-2 3 0 0 0,0-2 0 0 0,2 1 0 0 0,1 0-1 0 0,0 2 1 0 0,1 0-1 0 0,40-24 1 0 0,-32 25 2 0 0,1 1 1 0 0,0 2 0 0 0,1 1-1 0 0,44-11 1 0 0,-27 12 5 0 0,1 1 0 0 0,1 3 0 0 0,-1 2-1 0 0,1 2 1 0 0,0 2 0 0 0,0 2 0 0 0,0 3 0 0 0,-1 2 0 0 0,1 2-1 0 0,-1 2 1 0 0,-1 2 0 0 0,0 2 0 0 0,-1 2 0 0 0,69 35-1 0 0,-53-14-7 0 0,-48-26 0 0 0,-1 0 0 0 0,20 20 0 0 0,-11-7 0 0 0,33 45 0 0 0,-43-49 0 0 0,0 1 0 0 0,19 42 0 0 0,-25-45 0 0 0,0 0 0 0 0,-1 1 0 0 0,4 24 0 0 0,-7-26 0 0 0,-1-1 0 0 0,0 1 0 0 0,-1-1 0 0 0,-1 1 0 0 0,-1-1 0 0 0,-4 30 0 0 0,2-32 0 0 0,0-1 0 0 0,0 0 0 0 0,-1 0 0 0 0,-1 0 0 0 0,0 0 0 0 0,-1-1 0 0 0,0 0 0 0 0,-1 0 0 0 0,0-1 0 0 0,-1 0 0 0 0,-1 0 0 0 0,1 0 0 0 0,-2-1 0 0 0,1-1 0 0 0,-1 0 0 0 0,-1 0 0 0 0,1-1 0 0 0,-2 0 0 0 0,1-1 0 0 0,-18 9 0 0 0,1-4 0 0 0,0-1 0 0 0,-1-1 0 0 0,0-1 0 0 0,-38 6 0 0 0,-123 8 0 0 0,132-19 0 0 0,1-3 0 0 0,-102-11 0 0 0,91 1 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9:13.9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180 13 24 0 0,'-17'0'0'0'0,"-103"4"0"0"0,96 2 31 0 0,23-6-29 0 0,0 0 0 0 0,-1 1 0 0 0,1-1 0 0 0,0 1 0 0 0,0 0 0 0 0,0-1 0 0 0,0 1 0 0 0,0 0-1 0 0,0-1 1 0 0,0 1 0 0 0,0 0 0 0 0,0 0 0 0 0,1 0 0 0 0,-1 0 0 0 0,0 0 0 0 0,0 2-1 0 0,0-3-1 0 0,1 0 0 0 0,0 1 0 0 0,0-1 0 0 0,0 0 0 0 0,0 1 0 0 0,0-1 0 0 0,0 0 0 0 0,0 1 0 0 0,0-1 0 0 0,0 0 0 0 0,0 1 0 0 0,0-1-1 0 0,0 0 1 0 0,0 1 0 0 0,0-1 0 0 0,0 0 0 0 0,0 1 0 0 0,0-1 0 0 0,0 0 0 0 0,0 1 0 0 0,1-1 0 0 0,-1 0 0 0 0,0 1 0 0 0,0-1-1 0 0,0 0 1 0 0,1 0 0 0 0,-1 1 0 0 0,0-1 0 0 0,0 0 0 0 0,1 0 0 0 0,-1 1 0 0 0,14 4 8 0 0,-10-5-3 0 0,6 3 38 0 0,41 10-22 0 0,16-1 22 0 0,-47-9-35 0 0,36 2 48 0 0,159 4-46 0 0,350-31 103 0 0,-412 13-98 0 0,45-2-10 0 0,812-36 54 0 0,-60 40-59 0 0,-451 34 6 0 0,19 0-78 0 0,269-21-166 0 0,-734-6 238 0 0,-9-2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9:14.3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55 0 0,'3'-1'0'0'0,"7"-3"0"0"0,15 3 0 0 0,17 0 11 0 0,507 17 197 0 0,-455-3-165 0 0,0 5-1 0 0,95 30 1 0 0,-164-40 0 0 0,47 19-22 0 0,-56-20-3 0 0,0 1 1 0 0,28 18-1 0 0,-38-22-12 0 0,0 1 1 0 0,-1-1-1 0 0,1 1 1 0 0,-1 1-1 0 0,0-1 1 0 0,0 1-1 0 0,0-1 1 0 0,4 9-1 0 0,-7-11-5 0 0,-1 0-1 0 0,0-1 1 0 0,0 1-1 0 0,0 0 1 0 0,0-1-1 0 0,0 1 1 0 0,0 0-1 0 0,-1 0 0 0 0,0 0 1 0 0,1 0-1 0 0,-1 0 1 0 0,0 0-1 0 0,0 0 1 0 0,-1 0-1 0 0,1-1 1 0 0,-1 1-1 0 0,1 0 0 0 0,-1 0 1 0 0,0 0-1 0 0,0 0 1 0 0,0-1-1 0 0,-1 1 1 0 0,1-1-1 0 0,0 1 1 0 0,-1-1-1 0 0,-3 5 0 0 0,-7 5 0 0 0,0-1 0 0 0,0 0 0 0 0,-1 0 0 0 0,-1-2 0 0 0,-20 13 0 0 0,-80 33 0 0 0,75-37 0 0 0,-85 38-143 0 0,-183 55 0 0 0,236-91 69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9:16.3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 1 24 0 0,'2'62'10'0'0,"-4"-42"33"0"0,-60 273 31 0 0,55-253-74 0 0,-2 13 11 0 0,5-4 32 0 0,4-4-45 0 0,0-36-56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9:17.0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0 182 24 0 0,'25'-13'0'0'0,"45"-20"0"0"0,-62 29 6 0 0,-1 1 0 0 0,1 1 1 0 0,0-1-1 0 0,16-1 0 0 0,-9 3 2 0 0,0 1 0 0 0,0 1 0 0 0,20 3 0 0 0,12 1 3 0 0,20 0 32 0 0,3-3-33 0 0,485-21-10 0 0,-414 12 0 0 0,131-10 0 0 0,80-4 0 0 0,-22-3 0 0 0,-29 1 0 0 0,-287 22 0 0 0,727-19 0 0 0,-342 16-72 0 0,-351 4 72 0 0,24 2 0 0 0,2-1 0 0 0,-1 0 0 0 0,-8-1 0 0 0,-10 0 0 0 0,-6 1 0 0 0,-34 0 0 0 0,24 6 0 0 0,-35-7 0 0 0,1 1 0 0 0,-1 1 0 0 0,0-1 0 0 0,0 1 0 0 0,0-1 0 0 0,0 1 0 0 0,0 0 0 0 0,0 1 0 0 0,-1-1 0 0 0,1 1 0 0 0,4 4 0 0 0,-5-4 0 0 0,0 1 0 0 0,-1 0 0 0 0,1 0 0 0 0,-1 0 0 0 0,0 0 0 0 0,0 0 0 0 0,-1 0 0 0 0,1 0 0 0 0,-1 1 0 0 0,0-1 0 0 0,1 9 0 0 0,-2-6 0 0 0,0-1 0 0 0,0 1 0 0 0,0 0 0 0 0,-1 0 0 0 0,-3 12 0 0 0,-6 31 0 0 0,2 14 0 0 0,5 19 0 0 0,-3 0 0 0 0,-2-10 0 0 0,0-7 0 0 0,2-4 0 0 0,2-8 0 0 0,-1-9 0 0 0,-1-12 0 0 0,6-32 0 0 0,-1-1 0 0 0,1 0 0 0 0,0 1 0 0 0,0-1 0 0 0,0 1 0 0 0,0-1 0 0 0,-1 0 0 0 0,1 1 0 0 0,0-1 0 0 0,0 0 0 0 0,-1 0 0 0 0,1 1 0 0 0,0-1 0 0 0,-1 0 0 0 0,1 0 0 0 0,0 1 0 0 0,-1-1 0 0 0,1 0 0 0 0,0 0 0 0 0,-1 0 0 0 0,1 1 0 0 0,-1-1 0 0 0,1 0 0 0 0,0 0 0 0 0,-1 0 0 0 0,1 0 0 0 0,-1 0 0 0 0,1 0 0 0 0,0 0 0 0 0,-1 0 0 0 0,1 0 0 0 0,-1 0 0 0 0,1 0 0 0 0,0 0 0 0 0,-1 0 0 0 0,1 0 0 0 0,-1 0 0 0 0,1-1 0 0 0,0 1 0 0 0,-1 0 0 0 0,1 0 0 0 0,-1-1 0 0 0,-2 0 0 0 0,-19-3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09:49:17.8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122 2 24 0 0,'0'0'0'0'0,"0"0"0"0"0,0 0 0 0 0,0 0 0 0 0,0 0 0 0 0,0 0 0 0 0,-1 0 0 0 0,1 0 0 0 0,0 0 0 0 0,0-1 0 0 0,0 1 0 0 0,0 0 0 0 0,0 0 0 0 0,0 0 0 0 0,0 0 0 0 0,0 0 0 0 0,0 0 0 0 0,0 0 0 0 0,0 0 0 0 0,0 0 0 0 0,-1 0 0 0 0,1 0 0 0 0,0 0 0 0 0,0 0 0 0 0,0 0 0 0 0,0 0 0 0 0,0 0 0 0 0,0 0 0 0 0,0 0 0 0 0,0-1 0 0 0,-1 1 0 0 0,1 0 0 0 0,0 0 0 0 0,0 1 0 0 0,0-1 0 0 0,0 0 0 0 0,0 0 0 0 0,0 0 0 0 0,0 0 0 0 0,0 0 0 0 0,-1 0 0 0 0,1 0 0 0 0,0 0 0 0 0,0 0 0 0 0,0 0 0 0 0,0 0 0 0 0,0 0 0 0 0,0 0 0 0 0,0 0 0 0 0,0 0 0 0 0,0 0 0 0 0,0 0 0 0 0,-1 0 0 0 0,1 1 0 0 0,0-1 0 0 0,0 0 0 0 0,0 0 0 0 0,0 0 0 0 0,0 0 0 0 0,0 0 0 0 0,0 0 0 0 0,0 0 0 0 0,0 0 0 0 0,0 1 0 0 0,0-1 0 0 0,0 0 0 0 0,0 0 0 0 0,0 0 0 0 0,-5 6 0 0 0,5-6 0 0 0,-17 22 8 0 0,1 1 1 0 0,2 1 0 0 0,0 0 0 0 0,2 1 0 0 0,-17 45 0 0 0,23-47 1 0 0,3 5 1 0 0,3-26-8 0 0,0-1 1 0 0,0 0-1 0 0,0 0 0 0 0,0 0 1 0 0,0 0-1 0 0,0 0 0 0 0,0 0 0 0 0,1 0 1 0 0,-1 0-1 0 0,0 0 0 0 0,1 0 1 0 0,0 2-1 0 0,13 36 18 0 0,-14-39-19 0 0,1 1-1 0 0,-1 0 1 0 0,0-1-1 0 0,0 1 1 0 0,1 0 0 0 0,-1 0-1 0 0,0-1 1 0 0,1 1-1 0 0,-1 0 1 0 0,1-1 0 0 0,-1 1-1 0 0,1-1 1 0 0,-1 1-1 0 0,1-1 1 0 0,-1 1-1 0 0,1-1 1 0 0,-1 1 0 0 0,1-1-1 0 0,0 1 1 0 0,-1-1-1 0 0,1 0 1 0 0,0 1 0 0 0,-1-1-1 0 0,1 0 1 0 0,0 0-1 0 0,1 1 1 0 0,10 4 1 0 0,0-1 1 0 0,18 5-1 0 0,-23-8 0 0 0,0-1-1 0 0,1 1 0 0 0,-1-1 0 0 0,11-1 0 0 0,-1-2 41 0 0,-1-3-41 0 0,-1 0 1 0 0,1-1 0 0 0,22-13-1 0 0,46-42-2 0 0,-73 52 0 0 0,0 0 0 0 0,0-1 0 0 0,-2 0 0 0 0,18-24 0 0 0,-25 32 0 0 0,-1 0 0 0 0,1-1 0 0 0,0 1 0 0 0,-1-1-1 0 0,0 1 1 0 0,1-1 0 0 0,-1 1 0 0 0,-1-1 0 0 0,1 0-1 0 0,-1 1 1 0 0,1-1 0 0 0,-1 0 0 0 0,0 0 0 0 0,0 1-1 0 0,-1-1 1 0 0,1 0 0 0 0,-1 0 0 0 0,0 1 0 0 0,1-1-1 0 0,-2 1 1 0 0,1-1 0 0 0,-3-6 0 0 0,1 6 3 0 0,0-1 1 0 0,0 1 0 0 0,-1 0-1 0 0,1 0 1 0 0,-1 0 0 0 0,0 0-1 0 0,0 1 1 0 0,0-1-1 0 0,0 1 1 0 0,0 0 0 0 0,-1 0-1 0 0,0 1 1 0 0,1-1 0 0 0,-1 1-1 0 0,-9-3 1 0 0,7 4-3 0 0,0-1 0 0 0,1 1 1 0 0,-1 1-1 0 0,0-1 0 0 0,0 1 1 0 0,0 1-1 0 0,1-1 0 0 0,-1 1 0 0 0,0 0 1 0 0,0 0-1 0 0,1 1 0 0 0,-11 4 1 0 0,2 0-16 0 0,0 0 1 0 0,1 2 0 0 0,0 0 0 0 0,-16 12-1 0 0,8-3 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3.1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36 112 24 0 0,'-1'-4'0'0'0,"0"-2"10"0"0,1 4 32 0 0,0 0 0 0 0,-1-1 0 0 0,0 1 0 0 0,1-1 0 0 0,-1 1 0 0 0,0 0 0 0 0,0 0 1 0 0,-2-3-1 0 0,3 5-36 0 0,0-1 1 0 0,0 1 0 0 0,0 0 0 0 0,0 0 0 0 0,0 0-1 0 0,-1 0 1 0 0,1 0 0 0 0,0 0 0 0 0,0-1-1 0 0,0 1 1 0 0,0 0 0 0 0,0 0 0 0 0,0 0 0 0 0,-1 0-1 0 0,1 0 1 0 0,0 0 0 0 0,0 0 0 0 0,0 0 0 0 0,0 0-1 0 0,-1 0 1 0 0,1 0 0 0 0,0 0 0 0 0,0 0 0 0 0,0 0-1 0 0,0 0 1 0 0,-1 0 0 0 0,1 0 0 0 0,0 0-1 0 0,0 0 1 0 0,0 0 0 0 0,0 0 0 0 0,-1 0 0 0 0,1 0-1 0 0,0 0 1 0 0,0 0 0 0 0,-6 11 95 0 0,2 7-59 0 0,0 0-1 0 0,1 0 0 0 0,1 1 0 0 0,0 29 0 0 0,11 74 17 0 0,4-49-49 0 0,-4-36-22 0 0,6 6-48 0 0,-7-27-12 0 0,9 12 0 0 0,-12-22-4 0 0,6-1 0 0 0,36 15 44 0 0,-46-19 30 0 0,0-1-1 0 0,0 1 0 0 0,0-1 0 0 0,0 0 1 0 0,0 1-1 0 0,0-1 0 0 0,0 0 0 0 0,0 0 0 0 0,0 1 1 0 0,0-1-1 0 0,0 0 0 0 0,0 0 0 0 0,0 0 1 0 0,0 0-1 0 0,0 0 0 0 0,0 0 0 0 0,0-1 0 0 0,0 1 1 0 0,0 0-1 0 0,0 0 0 0 0,0-1 0 0 0,1 0 0 0 0,-2 1 3 0 0,57-21-26 0 0,-47 15 15 0 0,1 1 0 0 0,-1-2 1 0 0,15-11-1 0 0,-5 0 10 0 0,-1 0 0 0 0,0-2-1 0 0,-1 0 1 0 0,-1-1 0 0 0,25-40 0 0 0,-20 21 60 0 0,-1 0 0 0 0,25-70 1 0 0,-32 73 54 0 0,-13 36-34 0 0,0-2 18 0 0,0 2-99 0 0,-2 7 80 0 0,-2 29-118 0 0,2 1-1 0 0,3 54 1 0 0,-1-85-51 0 0,11-2-244 0 0,-5-1 324 0 0,0-1-1 0 0,0 0 1 0 0,0 0 0 0 0,1-1 0 0 0,9 0-1 0 0,-14-1 10 0 0,1 0 0 0 0,-1 0 0 0 0,0 0 0 0 0,0-1 0 0 0,0 1 0 0 0,1-1 0 0 0,-1 0 0 0 0,-1 0 0 0 0,1 0 0 0 0,0 0 0 0 0,5-5 0 0 0,24-23 1 0 0,12-9 54 0 0,3 2 30 0 0,-38 29-72 0 0,33-22 81 0 0,10-5 40 0 0,-7 5-15 0 0,-9 6-97 0 0,-21 13 22 0 0,13-9-54 0 0,-21 15-96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3.7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22 55 0 0,'13'-2'64'0'0,"49"-6"2"0"0,5 1 3 0 0,0 3-14 0 0,10 4-45 0 0,-19 4-23 0 0,-47-3-51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3.8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 0 0,'11'1'53'0'0,"52"6"27"0"0,-10-4 6 0 0,-27 0-22 0 0,28 4-40 0 0,-30-2 24 0 0,32 7-36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4.7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21 24 0 0,'60'10'10'0'0,"12"0"33"0"0,207 6-33 0 0,372-47 105 0 0,-525 22-98 0 0,229-3-4 0 0,-208 9-74 0 0,-76 2 49 0 0,30 1 12 0 0,7 3 0 0 0,-7 6 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5.3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72 1 55 0 0,'-6'7'0'0'0,"-1"10"0"0"0,-39 186 0 0 0,40-160 0 0 0,1 1 0 0 0,3 77 0 0 0,5-89 0 0 0,8 13 0 0 0,5-3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35.8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54 24 0 0,'37'-23'79'0'0,"-21"16"-12"0"0,22-6-38 0 0,-18 9 51 0 0,26-1 11 0 0,-34 3-22 0 0,-2 4-15 0 0,33 6-32 0 0,-42-8-18 0 0,1 0 0 0 0,-1 0 0 0 0,1 1-1 0 0,-1-1 1 0 0,0 1 0 0 0,1-1-1 0 0,-1 1 1 0 0,0-1 0 0 0,1 1-1 0 0,-1 0 1 0 0,0-1 0 0 0,2 3-1 0 0,31 19 21 0 0,-33-21-20 0 0,1 0 0 0 0,-1 0 0 0 0,0 0 0 0 0,0 0 0 0 0,0 0 0 0 0,0 0 0 0 0,0 0 0 0 0,0 0 0 0 0,0 0 0 0 0,0 1 0 0 0,1 1 0 0 0,22 35-6 0 0,-14-20-57 0 0,3 21 34 0 0,-12-37 19 0 0,0 1 1 0 0,0 0-1 0 0,0 0 1 0 0,0 0-1 0 0,0 0 1 0 0,-1 0-1 0 0,1 0 0 0 0,-1 0 1 0 0,0 5-1 0 0,0 0-2 0 0,1 4-35 0 0,-4 15 20 0 0,2-21 16 0 0,-1 0 0 0 0,0 0-1 0 0,0 0 1 0 0,0-1 0 0 0,-1 1-1 0 0,0-1 1 0 0,0 0 0 0 0,0 1-1 0 0,-1-1 1 0 0,0-1 0 0 0,0 1-1 0 0,0 0 1 0 0,0-1 0 0 0,-1 0-1 0 0,1 0 1 0 0,-1 0 0 0 0,-7 3-1 0 0,0 0-17 0 0,-1-1-1 0 0,1 0 0 0 0,-24 7 1 0 0,-12 5-1 0 0,37-12 26 0 0,-3 5 0 0 0,13-10 2 0 0,0 0-1 0 0,0 0 0 0 0,-1 1 0 0 0,1-1 0 0 0,0 1 1 0 0,0-1-1 0 0,0 1 0 0 0,-1 2 0 0 0,2-2 4 0 0,-1 1 0 0 0,0-1-1 0 0,1 0 1 0 0,-1 1 0 0 0,1-1 0 0 0,0 1-1 0 0,0-1 1 0 0,0 6 0 0 0,7 20 16 0 0,-1-15 22 0 0,10 14-22 0 0,-5-13 22 0 0,23 21-33 0 0,3 2-10 0 0,3-1 0 0 0,5 3-10 0 0,2-3-49 0 0,-27-24-16 0 0,29 14 59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2.3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0,'8'27'0'0'0,"19"165"69"0"0,-14 11-11 0 0,-10-163-58 0 0,1 39 0 0 0,19 387 0 0 0,-23-442-10 0 0,0-20-44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2.7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0 142 55 0 0,'6'-21'0'0'0,"-4"14"0"0"0,0 0 0 0 0,0 0 0 0 0,1 0 0 0 0,4-7 0 0 0,-3 7 11 0 0,0 1 0 0 0,0 0-1 0 0,0 0 1 0 0,11-10 0 0 0,4 2-1 0 0,9-1 1 0 0,-26 14-7 0 0,0 0 1 0 0,-1 1-1 0 0,1-1 0 0 0,0 1 0 0 0,0-1 1 0 0,-1 1-1 0 0,1-1 0 0 0,0 1 1 0 0,2 0-1 0 0,13-2 6 0 0,32 1 1 0 0,-37 2-2 0 0,0 0-1 0 0,0 1 1 0 0,-1 1-1 0 0,20 6 1 0 0,-12-1-6 0 0,0 0 1 0 0,26 16-1 0 0,-22-10-3 0 0,36 32 0 0 0,12 24 0 0 0,-53-51 0 0 0,19 31 0 0 0,-27-35 0 0 0,-1 0 0 0 0,11 26 0 0 0,-16-30 0 0 0,1 0 0 0 0,-2-1 0 0 0,1 1 0 0 0,-1 1 0 0 0,-1-1 0 0 0,0 0 0 0 0,0 23 0 0 0,-3-16 0 0 0,0 0 0 0 0,-2 0 0 0 0,0 0 0 0 0,-1-1 0 0 0,-1 1 0 0 0,-1-1 0 0 0,0 0 0 0 0,-1 0 0 0 0,-1-1 0 0 0,-13 21 0 0 0,5-12 0 0 0,-1 0 0 0 0,-2-1 0 0 0,0-1 0 0 0,-2-1 0 0 0,-32 28 0 0 0,27-29-10 0 0,-2-1 0 0 0,0-1 0 0 0,-2-1 0 0 0,0-2-1 0 0,0-1 1 0 0,-2-1 0 0 0,0-2 0 0 0,-53 14-1 0 0,74-24-4 0 0,1 0 0 0 0,0 0 0 0 0,-17 0 0 0 0,14-3 15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3.2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24 0 0,'-1'40'0'0'0,"0"359"105"0"0,3-170-83 0 0,-4 64-34 0 0,3-280-36 0 0,2 24 36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3.6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1 298 55 0 0,'3'-11'3'0'0,"1"1"-1"0"0,0-1 1 0 0,1 1-1 0 0,1-1 0 0 0,-1 2 1 0 0,11-15-1 0 0,46-51 31 0 0,-54 66-29 0 0,8-8 13 0 0,0 1 0 0 0,1 0-1 0 0,1 1 1 0 0,0 1 0 0 0,32-18 0 0 0,-49 31-12 0 0,1 0 1 0 0,0 0-1 0 0,0 1 0 0 0,0-1 1 0 0,0 1-1 0 0,0-1 0 0 0,4 0 1 0 0,45-8 15 0 0,-49 8-17 0 0,0 1 0 0 0,1-1 0 0 0,-1 1 0 0 0,0 0 0 0 0,1 0-1 0 0,-1 0 1 0 0,0 0 0 0 0,0 0 0 0 0,1 0 0 0 0,2 2 0 0 0,54 7 17 0 0,-56-8-15 0 0,1-1 0 0 0,0 1 0 0 0,-1 0 1 0 0,1 0-1 0 0,0 1 0 0 0,3 1 0 0 0,67 31 4 0 0,-47-19-10 0 0,37 27 0 0 0,-41-25 0 0 0,-1 1 0 0 0,22 24 0 0 0,-30-27 0 0 0,1 1 0 0 0,-2 0 0 0 0,0 1 0 0 0,-1 0 0 0 0,0 1 0 0 0,16 38 0 0 0,-17-29-8 0 0,-2 1 0 0 0,-1 0 0 0 0,-1 0-1 0 0,-2 1 1 0 0,0 0 0 0 0,-2 0-1 0 0,-1 0 1 0 0,-2 0 0 0 0,-1 0-1 0 0,-1 0 1 0 0,-1 1 0 0 0,-12 46-1 0 0,6-43 0 0 0,-1-1-1 0 0,-2 0 0 0 0,-1 0 0 0 0,-2-1 0 0 0,0-1 1 0 0,-2-1-1 0 0,-2 0 0 0 0,0-1 0 0 0,-2-1 0 0 0,-39 39 0 0 0,16-26 10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4.4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80 0 55 0 0,'-2'32'0'0'0,"-42"442"64"0"0,25-232-64 0 0,7-72 0 0 0,9-134 0 0 0,4 8 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4.8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1 363 24 0 0,'0'-6'-1'0'0,"0"0"1"0"0,0 0 0 0 0,0 0 0 0 0,1 0-1 0 0,0 1 1 0 0,0-1 0 0 0,0 0 0 0 0,1 0 0 0 0,0 1-1 0 0,0-1 1 0 0,5-9 0 0 0,2-1 21 0 0,1 0 0 0 0,17-21-1 0 0,-9 16-4 0 0,0 2 0 0 0,1 0 0 0 0,1 1 0 0 0,1 0 0 0 0,27-16 0 0 0,-14 12 32 0 0,12-3-24 0 0,-26 16 24 0 0,32-9-36 0 0,-39 15-12 0 0,0 0 0 0 0,26-2 0 0 0,-27 5 0 0 0,-1 0 0 0 0,0 0 0 0 0,0 1 0 0 0,1 1 0 0 0,10 2 0 0 0,-8 0 0 0 0,0 1 0 0 0,-1 0 0 0 0,0 1 0 0 0,15 9 0 0 0,-16-8 0 0 0,0 1 0 0 0,-1 0 0 0 0,18 17 0 0 0,-18-13 0 0 0,0 0 0 0 0,16 23 0 0 0,-17-20 0 0 0,-1 1 0 0 0,9 20 0 0 0,-12-21-4 0 0,-1 0 0 0 0,0 0 0 0 0,-1 0 0 0 0,-1 1 0 0 0,0-1 0 0 0,-1 1 0 0 0,-1 0 0 0 0,-1-1 0 0 0,0 1-1 0 0,-1 0 1 0 0,0 0 0 0 0,-6 22 0 0 0,2-20 3 0 0,-1 1-1 0 0,-1-2 1 0 0,-1 1-1 0 0,0-1 1 0 0,-1 0 0 0 0,-1-1-1 0 0,-1 0 1 0 0,0 0-1 0 0,-1-1 1 0 0,0-1-1 0 0,-27 24 1 0 0,15-18 11 0 0,-1 0 0 0 0,0-2 0 0 0,-2-1 0 0 0,0-2 0 0 0,0 0 0 0 0,-45 16 0 0 0,47-22-9 0 0,-1-2-1 0 0,-1 0 0 0 0,-31 3 1 0 0,-82 0-15 0 0,121-10-46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5.5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502 0 24 0 0,'-12'2'0'0'0,"0"0"0"0"0,0 1 0 0 0,1 0 0 0 0,-1 1 0 0 0,-12 6 0 0 0,-44 21 3 0 0,-44 22-11 0 0,89-41 27 0 0,0 2 1 0 0,-34 27-1 0 0,47-33-12 0 0,0 0 0 0 0,0 0 0 0 0,1 1 0 0 0,1 0 0 0 0,0 1 0 0 0,0 0 1 0 0,0 0-1 0 0,-7 15 0 0 0,14-22-5 0 0,-1 0-1 0 0,1 0 1 0 0,0 1 0 0 0,0-1 0 0 0,0 6-1 0 0,0-4-1 0 0,1-1 0 0 0,0 0 0 0 0,1 0 0 0 0,-1 1 0 0 0,1-1 0 0 0,0 0 0 0 0,2 8 0 0 0,-1-5 0 0 0,1-1 0 0 0,0 0 0 0 0,1 0 0 0 0,-1 0 0 0 0,1 0 0 0 0,0 0 0 0 0,7 6 0 0 0,1 0 0 0 0,1 0 0 0 0,22 15 0 0 0,25 14 0 0 0,-40-29 1 0 0,-7-4 17 0 0,-1 0-1 0 0,13 12 1 0 0,23 19-8 0 0,9 13-10 0 0,-41-36 0 0 0,18 24 0 0 0,-27-30 0 0 0,0 1 0 0 0,0-1 0 0 0,7 20 0 0 0,-10-20 0 0 0,0 0 0 0 0,-1 1 0 0 0,-1-1 0 0 0,2 14 0 0 0,-2-14 0 0 0,-1 0 0 0 0,-1 0 0 0 0,0 0 0 0 0,0 0 0 0 0,-1 0 0 0 0,0 0 0 0 0,-4 18 0 0 0,0-14-5 0 0,1-1 0 0 0,-2 1 0 0 0,0-1 0 0 0,-1 0-1 0 0,0 0 1 0 0,-1 0 0 0 0,0-1 0 0 0,-1-1 0 0 0,0 1-1 0 0,-1-1 1 0 0,-1-1 0 0 0,1 0 0 0 0,-1 0-1 0 0,-16 9 1 0 0,12-9 6 0 0,0-1-1 0 0,0-1 1 0 0,-1-1-1 0 0,0 0 1 0 0,-1 0-1 0 0,0-2 1 0 0,0 0-1 0 0,0-1 1 0 0,0-1-1 0 0,0-1 1 0 0,-29 1-1 0 0,38-3-4 0 0,1 0-1 0 0,0-1 0 0 0,0 0 0 0 0,0 0 0 0 0,0 0 0 0 0,0-1 0 0 0,0 0 0 0 0,0-1 0 0 0,1 1 0 0 0,-1-1 0 0 0,1-1 0 0 0,-9-5 0 0 0,1-2 5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5.9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162 1 55 0 0,'0'34'0'0'0,"-57"437"0"0"0,16-263 0 0 0,-18 115 0 0 0,56-291 0 0 0,2 8 0 0 0,1-36 0 0 0,0-1 0 0 0,0 1 0 0 0,0-1 0 0 0,0 1 0 0 0,1-1 0 0 0,1 6 0 0 0,-2-9 0 0 0,1 0 0 0 0,-1 0 0 0 0,1 0 0 0 0,-1 0 0 0 0,1-1 0 0 0,-1 1 0 0 0,0 0 0 0 0,1 0 0 0 0,-1 0 0 0 0,1-1 0 0 0,-1 1 0 0 0,0 0 0 0 0,1-1 0 0 0,-1 1 0 0 0,0 0 0 0 0,1-1 0 0 0,-1 1 0 0 0,0 0 0 0 0,1-1 0 0 0,-1 1 0 0 0,0-1 0 0 0,0 1 0 0 0,0 0 0 0 0,1-1 0 0 0,-1 1 0 0 0,0-1 0 0 0,0 1 0 0 0,0-1 0 0 0,0 1 0 0 0,0-1 0 0 0,5-17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17:46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 43 55 0 0,'30'-18'87'0'0,"-29"17"-79"0"0,1 0-1 0 0,-1 1 1 0 0,1-1-1 0 0,0 0 1 0 0,0 1-1 0 0,-1-1 1 0 0,1 1 0 0 0,3-1-1 0 0,43-10 20 0 0,-24 7 26 0 0,25 1-26 0 0,-22 3 26 0 0,29 2-28 0 0,-27 1 23 0 0,30 7-25 0 0,-30-3 20 0 0,-29-7-43 0 0,68 26 21 0 0,-56-20-10 0 0,1 1-1 0 0,-1 0 1 0 0,22 17 0 0 0,-24-15-9 0 0,0 1 0 0 0,-1-1 0 0 0,0 1 0 0 0,9 15 0 0 0,-9-13 5 0 0,-1 1 0 0 0,0 1-1 0 0,-1-1 1 0 0,-1 1 0 0 0,0 1-1 0 0,-1-1 1 0 0,4 16 0 0 0,-3 2-5 0 0,-1 0 0 0 0,-2 0 0 0 0,-1 1 0 0 0,-1-1 0 0 0,-2 1 0 0 0,-1-1 1 0 0,-9 44-1 0 0,1-27-16 0 0,-2-1 1 0 0,-3 0 0 0 0,-1-2 0 0 0,-26 52-1 0 0,19-51-9 0 0,-3-1 0 0 0,-1-1 0 0 0,-2-2-1 0 0,-2 0 1 0 0,-3-2 0 0 0,0-2 0 0 0,-3-1-1 0 0,-1-2 1 0 0,-1-1 0 0 0,-58 38-1 0 0,-51 16-96 0 0,117-72 108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2:14.4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1 106 79 0 0,'7'-16'0'0'0,"8"-10"26"0"0,-7 16 2 0 0,3-6-18 0 0,4 1 1 0 0,4 2 32 0 0,4 5-43 0 0,-22 7-3 0 0,0 1 0 0 0,-1 0 1 0 0,1 0-1 0 0,0 0 0 0 0,0-1 1 0 0,0 1-1 0 0,-1 0 0 0 0,1 0 1 0 0,0 0-1 0 0,0 0 0 0 0,0 1 1 0 0,-1-1-1 0 0,1 0 0 0 0,0 0 1 0 0,1 1-1 0 0,44 9-8 0 0,15 6 11 0 0,-6-4 11 0 0,-35-9 32 0 0,28 1-22 0 0,545 16 106 0 0,-216-13-73 0 0,-94 4-54 0 0,489 14 0 0 0,44-4 0 0 0,-563-16 6 0 0,928 22 52 0 0,-548 8-58 0 0,98 41 0 0 0,-365-14-37 0 0,-81-12 10 0 0,-235-42 13 0 0,19 1-60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9.5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56 796 24 0 0,'4'-15'6'0'0,"0"1"1"0"0,-1-1 0 0 0,-1 1-1 0 0,0-1 1 0 0,-1 0 0 0 0,0 0 0 0 0,-3-16-1 0 0,-2-9 44 0 0,-13-49 0 0 0,9 50-23 0 0,-5-51 0 0 0,13-27 2 0 0,-2-17 6 0 0,0 123-35 0 0,0 1 0 0 0,0 0 0 0 0,-6-13 0 0 0,5 12 0 0 0,0 1 0 0 0,-3-18 0 0 0,5 26 1 0 0,2-10 9 0 0,5 13 33 0 0,20 4-33 0 0,0 1 1 0 0,-16-4 32 0 0,18 0-33 0 0,5-3-10 0 0,-3-1 0 0 0,3-2 0 0 0,0 0 0 0 0,0-1 0 0 0,-1-1 0 0 0,0 0 0 0 0,0 1 0 0 0,2 0 0 0 0,0 1 0 0 0,1 0 0 0 0,4 0 0 0 0,3 3 0 0 0,-2 1 0 0 0,-1 3 0 0 0,-3 2 0 0 0,-1 1 0 0 0,1 0 0 0 0,0-2-10 0 0,2-3-33 0 0,5-2 32 0 0,1 1 11 0 0,-2 1 0 0 0,-4 1 0 0 0,-2 0 0 0 0,-2-1 0 0 0,-2 0 0 0 0,-2 1 0 0 0,1-2 0 0 0,2 1 0 0 0,1 0 0 0 0,0 0 0 0 0,-1 2 0 0 0,-2-1 0 0 0,-3 2 0 0 0,1 1 0 0 0,0-1 0 0 0,-2-2 0 0 0,1 0 0 0 0,0-1 0 0 0,1-1 0 0 0,0-1 0 0 0,1 0 0 0 0,0-1 0 0 0,-1 0 0 0 0,-2 2 0 0 0,-3-1 0 0 0,-2 1 0 0 0,1-1 0 0 0,1 0 0 0 0,0-1 0 0 0,2 0 0 0 0,2 1 0 0 0,1-1 0 0 0,1 0 0 0 0,0 1 0 0 0,0 0 0 0 0,1 0 0 0 0,-1 0-10 0 0,-3 0-33 0 0,0 0 32 0 0,-2 1 11 0 0,-1 0 0 0 0,6-1 0 0 0,-1 0 0 0 0,-1 0 0 0 0,0 0 0 0 0,-1 0 0 0 0,-2 0 0 0 0,-1 0 0 0 0,1 1 0 0 0,-24 0 0 0 0,1 0 0 0 0,-1 1 0 0 0,1-1 0 0 0,0 0 0 0 0,-1 1 0 0 0,1-1 0 0 0,-1 0 0 0 0,1 1 0 0 0,-1 0 0 0 0,1-1 0 0 0,-1 1 0 0 0,0 0 0 0 0,2 1 0 0 0,-1-1 0 0 0,-1 1 0 0 0,0-1 0 0 0,0 1 0 0 0,0 0 0 0 0,0-1 0 0 0,0 1 0 0 0,0 0 0 0 0,0 0 0 0 0,0 0 0 0 0,-1 0 0 0 0,1 3 0 0 0,1 21 0 0 0,-2 2 0 0 0,1-1 0 0 0,2 3 0 0 0,-1 4 0 0 0,-2-3 0 0 0,-1 3 0 0 0,0-2 0 0 0,1 4 0 0 0,1 4 0 0 0,0 4 0 0 0,0 1 0 0 0,1-1 0 0 0,-1-4 0 0 0,0 0-60 0 0,-1-17 38 0 0,0-13-21 0 0,0 12 32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38.0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619 153 24 0 0,'21'-12'15'0'0,"23"-18"1"0"0,-37 25-11 0 0,0-1 0 0 0,-1 0-1 0 0,1 0 1 0 0,-2-1-1 0 0,1 1 1 0 0,8-14-1 0 0,-13 19-2 0 0,0-1-1 0 0,0 1 0 0 0,0-1 0 0 0,-1 1 1 0 0,1 0-1 0 0,-1-1 0 0 0,1 1 0 0 0,-1-1 1 0 0,1 0-1 0 0,-1 1 0 0 0,0-1 0 0 0,0 1 0 0 0,0-1 1 0 0,0 0-1 0 0,0 1 0 0 0,0-1 0 0 0,0 1 1 0 0,0-1-1 0 0,0 1 0 0 0,-1-1 0 0 0,1 0 1 0 0,-1 1-1 0 0,1-1 0 0 0,-1 1 0 0 0,-1-2 0 0 0,1 1 1 0 0,-1 1-1 0 0,1 0 1 0 0,0 0-1 0 0,-1 0 0 0 0,1 0 1 0 0,-1 0-1 0 0,0 0 1 0 0,1 0-1 0 0,-1 0 0 0 0,0 1 1 0 0,1-1-1 0 0,-1 1 1 0 0,0-1-1 0 0,0 1 0 0 0,0 0 1 0 0,1-1-1 0 0,-1 1 1 0 0,0 0-1 0 0,0 0 0 0 0,0 0 1 0 0,1 1-1 0 0,-4-1 0 0 0,-13 5 8 0 0,1 0 0 0 0,-1 0-1 0 0,1 2 1 0 0,0 0-1 0 0,0 1 1 0 0,-16 10-1 0 0,-5 2-4 0 0,-82 46 60 0 0,-113 82 0 0 0,216-136-56 0 0,1 0-1 0 0,0 2 0 0 0,1-1 0 0 0,0 2 0 0 0,1 0 0 0 0,1 0 0 0 0,1 2 0 0 0,-15 22 0 0 0,18-22-7 0 0,-1 10 0 0 0,9-24 0 0 0,0 1 0 0 0,0 0 0 0 0,1-1 0 0 0,-1 1 0 0 0,1-1 0 0 0,0 1 0 0 0,0 6 0 0 0,1-7 0 0 0,0 0 0 0 0,0 1 0 0 0,0-1 0 0 0,0 0 0 0 0,0 0 0 0 0,0 0 0 0 0,1 0 0 0 0,0-1 0 0 0,-1 1 0 0 0,3 3 0 0 0,-1-3 0 0 0,0-1 0 0 0,-1 1 0 0 0,1-1 0 0 0,0 0 0 0 0,0 1 0 0 0,0-1 0 0 0,1 0 0 0 0,3 1 0 0 0,3 1 0 0 0,1 0 0 0 0,-1-1 0 0 0,1 0 0 0 0,0-1 0 0 0,21 2 0 0 0,56-3 0 0 0,-62-2 0 0 0,42-3 0 0 0,-1-3 0 0 0,125-29 0 0 0,-144 22 0 0 0,0-1 0 0 0,-1-3 0 0 0,-1-1 0 0 0,68-41 0 0 0,-110 58 0 0 0,8-5 0 0 0,23-17 0 0 0,-33 23 0 0 0,0-1 0 0 0,1 0 0 0 0,-1 0 0 0 0,0-1 0 0 0,0 1 0 0 0,0 0 0 0 0,0-1 0 0 0,-1 1 0 0 0,1-1 0 0 0,0 1 0 0 0,-1-1 0 0 0,0 0 0 0 0,0 0 0 0 0,0 1 0 0 0,1-7 0 0 0,-2 8 0 0 0,0-1 0 0 0,0 1 0 0 0,-1-1 0 0 0,1 1 0 0 0,-1-1 0 0 0,1 1 0 0 0,-1-1 0 0 0,1 1 0 0 0,-1 0 0 0 0,0-1 0 0 0,0 1 0 0 0,0 0 0 0 0,0-1 0 0 0,0 1 0 0 0,0 0 0 0 0,0 0 0 0 0,0 0 0 0 0,0 0 0 0 0,0 0 0 0 0,-1 0 0 0 0,1 0 0 0 0,-2 0 0 0 0,-2-2 0 0 0,-1 0 0 0 0,1 0 0 0 0,-1 1 0 0 0,-7-3 0 0 0,-7 0-4 0 0,1 1-1 0 0,0 1 0 0 0,-1 1 0 0 0,-29 1 0 0 0,-81 8-30 0 0,84-3 30 0 0,-47 8 5 0 0,82-10 0 0 0,-1 1 0 0 0,1 0 0 0 0,0 1 0 0 0,0 0 0 0 0,-19 10 0 0 0,28-14 0 0 0,8 6 0 0 0,21 8 0 0 0,-22-12 0 0 0,0-1 0 0 0,0 0 0 0 0,0 0 0 0 0,5 1 0 0 0,29 1 1 0 0,-1-1-1 0 0,1-2 0 0 0,0-2 0 0 0,42-7 1 0 0,-20-2-8 0 0,109-34 0 0 0,-152 39-17 0 0,0 0-1 0 0,-1-1 0 0 0,0-1 0 0 0,17-11 0 0 0,-33 18 25 0 0,-3 2 0 0 0,-11 13 0 0 0,1 1 21 0 0,1 0 0 0 0,1 1 0 0 0,1 0 0 0 0,0 1 0 0 0,1 0 0 0 0,-8 25-1 0 0,-4 8 24 0 0,1-8-39 0 0,-25 41 0 0 0,6-22-166 0 0,30-49 90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37.9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 23 111 0 0,'-6'-3'0'0'0,"1"1"0"0"0,1 1 0 0 0,-6 1 0 0 0,1-3 0 0 0,-2 1 0 0 0,-2-2 0 0 0,0 0 0 0 0,2 0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38.5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66 24 0 0,'4'4'53'0'0,"17"13"-43"0"0,-19-16-9 0 0,0 0 3 0 0,0 0 1 0 0,0 0-1 0 0,0-1 0 0 0,0 1 1 0 0,0 0-1 0 0,0-1 1 0 0,1 1-1 0 0,-1-1 1 0 0,0 0-1 0 0,0 0 0 0 0,5 0 1 0 0,32 2 5 0 0,-20-3 44 0 0,8 1-44 0 0,7-2-10 0 0,2 0 0 0 0,2 3 0 0 0,2 0 0 0 0,8-2 54 0 0,104 3-41 0 0,89 0 102 0 0,115-21-105 0 0,111-14 19 0 0,1 17 5 0 0,-386 13-33 0 0,545-4-6 0 0,-105 2 64 0 0,-265-1-34 0 0,725-1-96 0 0,-344 42-51 0 0,-614-34 68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1.3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1644 1 143 0 0,'3'2'0'0'0,"0"-1"0"0"0,0 2 0 0 0,0-1 0 0 0,0 0 0 0 0,-1 1 0 0 0,5 4 0 0 0,-6-6 3 0 0,0 1 0 0 0,0 0 1 0 0,0 0 0 0 0,0 0-1 0 0,0 0 1 0 0,0 0 0 0 0,0 0-1 0 0,-1 0 1 0 0,1 0 0 0 0,-1 0-1 0 0,1 0 1 0 0,-1 1 0 0 0,0-1-1 0 0,0 3 1 0 0,3 21 8 0 0,-2-7-14 0 0,-1 1 62 0 0,-1 10-37 0 0,-4 61-4 0 0,-5-1 1 0 0,-38 160-1 0 0,-87 166-24 0 0,47-230 62 0 0,-15-6 47 0 0,85-150-110 0 0,-36 57 1 0 0,-4-3 1 0 0,-4-2-1 0 0,-75 77 0 0 0,98-121 5 0 0,-2-1 0 0 0,-1-3 0 0 0,-84 54 0 0 0,40-33 0 0 0,-165 94 0 0 0,103-66 0 0 0,82-44 0 0 0,52-31-5 0 0,-1-1 0 0 0,-29 10 0 0 0,38-15-6 0 0,-1 0-1 0 0,0 0 0 0 0,1-1 1 0 0,-1 0-1 0 0,0 0 0 0 0,0-1 1 0 0,0 0-1 0 0,0 0 0 0 0,-8-2 0 0 0,0-1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2.3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79 0 0,'2'31'0'0'0,"0"3"0"0"0,-1 28 13 0 0,1 21 49 0 0,17 110-1 0 0,26 106 130 0 0,-7-40-38 0 0,12-20-155 0 0,-35-185 6 0 0,3 0 1 0 0,33 66-1 0 0,-24-66 29 0 0,43 64 1 0 0,-47-85-22 0 0,1-2 1 0 0,1-1 0 0 0,31 28-1 0 0,258 216 52 0 0,-85-91-197 0 0,-164-132 108 0 0,2-4 0 0 0,109 59 0 0 0,-98-62 7 0 0,92 47-96 0 0,-115-64 76 0 0,68 22 0 0 0,-85-36 0 0 0,60 11 0 0 0,-65-19-22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4.8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638 0 24 0 0,'-7'4'0'0'0,"2"1"0"0"0,0-1 0 0 0,0 1-1 0 0,-7 10 1 0 0,2-4 1 0 0,-17 18-1 0 0,-35 35 0 0 0,-97 131 0 0 0,59-57 31 0 0,79-112-23 0 0,-2-1 0 0 0,-1-1 0 0 0,-28 22 0 0 0,29-28-8 0 0,-73 63 0 0 0,90-75 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5.1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968 0 55 0 0,'2'27'11'0'0,"-2"-26"-9"0"0,1 0 1 0 0,-1-1-1 0 0,0 1 0 0 0,0-1 0 0 0,0 1 1 0 0,0-1-1 0 0,0 1 0 0 0,-1-1 0 0 0,1 1 1 0 0,0-1-1 0 0,0 1 0 0 0,0 0 0 0 0,0-1 1 0 0,-1 1-1 0 0,1-1 0 0 0,0 1 0 0 0,0-1 1 0 0,-1 1-1 0 0,-12 20 2 0 0,-2 0 0 0 0,-21 24 0 0 0,-43 39-10 0 0,-13 15 64 0 0,25-18-47 0 0,-105 119-1 0 0,39-47 19 0 0,89-99-21 0 0,-3-1 0 0 0,-63 55 0 0 0,76-78-18 0 0,-75 57-52 0 0,100-82 52 0 0,2-2-44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5.4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743 1 55 0 0,'-9'16'0'0'0,"4"-8"0"0"0,0 0 0 0 0,-1 0 0 0 0,0 0 0 0 0,-11 10 0 0 0,3-3 0 0 0,-176 187 95 0 0,93-101-62 0 0,-73 95 24 0 0,46-51 14 0 0,96-113-77 0 0,-30 43 0 0 0,51-63-52 0 0,0 2-8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8:45.7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624 0 167 0 0,'-44'49'49'0'0,"1"1"-1"0"0,3 3 1 0 0,-40 67-1 0 0,0 1-50 0 0,-153 196 2 0 0,221-301-28 0 0,0 0 0 0 0,-2-1 0 0 0,0 0-1 0 0,-21 17 1 0 0,31-30-25 0 0,-9 5 39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33.9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946 108 143 0 0,'-5'-5'0'0'0,"-2"-5"19"0"0,0 1-1 0 0,-1 0 1 0 0,0 1-1 0 0,-1 0 1 0 0,0 1-1 0 0,0-1 1 0 0,0 2-1 0 0,-1-1 1 0 0,-11-4-1 0 0,12 7-17 0 0,1 1-1 0 0,-1 0 1 0 0,1 1 0 0 0,-1-1-1 0 0,0 2 1 0 0,0-1-1 0 0,0 2 1 0 0,0-1 0 0 0,0 1-1 0 0,0 0 1 0 0,-12 2-1 0 0,-8 3 0 0 0,1 1 0 0 0,1 2 0 0 0,-35 13 0 0 0,-78 40 0 0 0,85-35 0 0 0,7-4-3 0 0,2 2 0 0 0,-51 35 0 0 0,76-45-5 0 0,1 2 0 0 0,1 0 1 0 0,0 1-1 0 0,1 1 0 0 0,1 0 0 0 0,-23 34 0 0 0,33-41 10 0 0,1 0 0 0 0,0 1 0 0 0,1 0 0 0 0,0 0-1 0 0,-5 23 1 0 0,9-24 41 0 0,5 23-33 0 0,-3-27-10 0 0,1-1 0 0 0,0 0 0 0 0,0 0 0 0 0,4 9 0 0 0,2-2 0 0 0,0 1 0 0 0,1-1 0 0 0,0 0 0 0 0,12 12 0 0 0,50 48 0 0 0,-59-61 0 0 0,162 142-64 0 0,-148-133 54 0 0,13 8-33 0 0,-3 2 32 0 0,-10-2 11 0 0,-22-24 3 0 0,-1 0 0 0 0,0 0-1 0 0,5 9 1 0 0,-7-9 6 0 0,1-1-1 0 0,-1 0 1 0 0,0 1-1 0 0,1 8 1 0 0,-1-8-7 0 0,-1 0 0 0 0,0 0 0 0 0,-1 0 0 0 0,-1 9 0 0 0,1-8 0 0 0,-1 0 0 0 0,0 0 0 0 0,0 0 0 0 0,-1 0 0 0 0,0 0 0 0 0,0-1 0 0 0,0 1 0 0 0,0-1 0 0 0,-7 8 0 0 0,3-6 6 0 0,0 1-1 0 0,-1-2 0 0 0,0 1 1 0 0,0-1-1 0 0,-12 8 0 0 0,0-4 4 0 0,1 0 0 0 0,-1-1-1 0 0,0-2 1 0 0,-1 0 0 0 0,-21 5-1 0 0,26-9-31 0 0,1 1 0 0 0,0-2-1 0 0,-1 0 1 0 0,1-1 0 0 0,-1-1-1 0 0,0 0 1 0 0,1-1 0 0 0,-1-1-1 0 0,-15-3 1 0 0,19 1 10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34.5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0 223 0 0,'3'27'0'0'0,"2"5"0"0"0,-3-17 0 0 0,16 89 0 0 0,6 156 0 0 0,-24-226-3 0 0,-2 190-58 0 0,1-193 61 0 0,0-3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35.0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30 24 0 0,'0'0'199'0'0,"5"1"-139"0"0,20 0-36 0 0,114-15 39 0 0,-47 2-66 0 0,-53 9 0 0 0,0 1-1 0 0,-1 1 1 0 0,1 3-1 0 0,50 7 0 0 0,-73-6 0 0 0,-1 1 0 0 0,0 0 0 0 0,0 1 0 0 0,0 0 0 0 0,-1 1 0 0 0,0 1 0 0 0,0 0 0 0 0,0 1 0 0 0,-1 1 0 0 0,0 0 0 0 0,-1 0 0 0 0,0 2 0 0 0,16 16 0 0 0,-17-13-3 0 0,0 0 0 0 0,-2 1 0 0 0,0 0 0 0 0,0 0 1 0 0,-1 1-1 0 0,-1 0 0 0 0,-1 0 0 0 0,0 1 0 0 0,-2 0 1 0 0,6 30-1 0 0,-5-13-2 0 0,-2 1 1 0 0,-2 0-1 0 0,-1 0 1 0 0,-7 50-1 0 0,3-55 38 0 0,-2-1 0 0 0,-1 1 0 0 0,-2-1 0 0 0,0-1 0 0 0,-2 0-1 0 0,-1 0 1 0 0,-2-1 0 0 0,0-1 0 0 0,-2 0 0 0 0,-1-1-1 0 0,-1-1 1 0 0,0 0 0 0 0,-2-1 0 0 0,-1-2 0 0 0,-1 0 0 0 0,-27 20-1 0 0,23-22-37 0 0,0 0-1 0 0,-1-2 1 0 0,-1-2-1 0 0,0 0 0 0 0,-1-2 1 0 0,-1-1-1 0 0,0-1 0 0 0,0-1 1 0 0,-1-2-1 0 0,0-2 1 0 0,-1 0-1 0 0,1-2 0 0 0,-1-2 1 0 0,0 0-1 0 0,-35-4 0 0 0,24-3-70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49.9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4 784 55 0 0,'-3'-1'0'0'0,"4"-1"0"0"0,14-6 0 0 0,4-1 0 0 0,5-1 0 0 0,3 1 0 0 0,-2 1 0 0 0,2-1 0 0 0,4-2 0 0 0,1-1 0 0 0,3-1 0 0 0,228-81 0 0 0,-43 11 0 0 0,-37 12 0 0 0,138-44 0 0 0,15-1 0 0 0,-208 71 0 0 0,129-38 0 0 0,-170 60 0 0 0,145-33 0 0 0,-210 51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29:50.5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 33 55 0 0,'21'-7'0'0'0,"0"0"0"0"0,1 2 0 0 0,-1 0 0 0 0,1 2 0 0 0,28-2 0 0 0,-25 4 0 0 0,12 4 0 0 0,-33-2 0 0 0,0 0 0 0 0,0 0 0 0 0,0 0 0 0 0,0 0 0 0 0,0 1 0 0 0,4 2 0 0 0,-5-3 0 0 0,-1 0 0 0 0,0 0 0 0 0,0 1 0 0 0,0 0 0 0 0,0-1 0 0 0,0 1 0 0 0,-1 0 0 0 0,1 0 0 0 0,0 0 0 0 0,-1 0 0 0 0,3 3 0 0 0,-3-3 0 0 0,-1 1 0 0 0,1-1 0 0 0,0 1 0 0 0,0-1 0 0 0,-1 1 0 0 0,0-1 0 0 0,1 1 0 0 0,-1 0 0 0 0,0-1 0 0 0,0 1 0 0 0,-1 3 0 0 0,0 1 0 0 0,-1 0 0 0 0,0 0 0 0 0,0 0 0 0 0,-1 0 0 0 0,0-1 0 0 0,0 1 0 0 0,-1-1 0 0 0,0 0 0 0 0,-6 9 0 0 0,-8 7 0 0 0,-22 20 0 0 0,32-34 0 0 0,-22 22 13 0 0,-1-2 0 0 0,-2-2 0 0 0,-1 0 0 0 0,-43 24-1 0 0,49-35-12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07.7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1 310 111 0 0,'2'-2'0'0'0,"1"0"0"0"0,-1 0 0 0 0,1 0 0 0 0,0 0 0 0 0,-1 0 0 0 0,1 1 0 0 0,0-1 0 0 0,0 1 0 0 0,0 0 0 0 0,1-1 0 0 0,-1 2 0 0 0,3-2 0 0 0,3-1 0 0 0,1 0-4 0 0,-1 0-1 0 0,1 1 1 0 0,-1 0-1 0 0,1 0 1 0 0,0 1-1 0 0,10 0 0 0 0,9 3-11 0 0,36 5 0 0 0,-1-1 38 0 0,0-3-1 0 0,79-6 0 0 0,224-37 97 0 0,-287 30-108 0 0,-23 2-10 0 0,180-19 0 0 0,168 8 0 0 0,141-7 0 0 0,41-5 0 0 0,72 12 0 0 0,-235 0 0 0 0,-117 3 0 0 0,131-14 0 0 0,-389 26 0 0 0,53-4-23 0 0,173-17-82 0 0,-269 24 105 0 0,7-1 0 0 0,1 1 0 0 0,-1 0 0 0 0,1 1 0 0 0,0 1 0 0 0,18 2 0 0 0,-18-1 0 0 0,1 1 0 0 0,-14-2 0 0 0,0-1 0 0 0,0 0 0 0 0,0 1 0 0 0,0-1 0 0 0,0 1 0 0 0,0-1 0 0 0,0 1 0 0 0,0 0 0 0 0,0-1 0 0 0,0 1 0 0 0,-1 0 0 0 0,1 0 0 0 0,0-1 0 0 0,0 1 0 0 0,-1 0 0 0 0,1 0 0 0 0,0 1 0 0 0,1 2 0 0 0,-1-1 0 0 0,0 0 0 0 0,0 1 0 0 0,0-1 0 0 0,-1 1 0 0 0,1-1 0 0 0,-1 1 0 0 0,1 5 0 0 0,-2 0 0 0 0,0 0 0 0 0,-3 15 0 0 0,-7 20 0 0 0,-5 7 11 0 0,-18 41 42 0 0,-25 82 1 0 0,51-134-44 0 0,4 14-10 0 0,8-11 0 0 0,3-7 0 0 0,0 4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09.2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18 24 0 0,'3'-2'0'0'0,"0"0"0"0"0,0 0 0 0 0,0 1 0 0 0,0-1 0 0 0,0 1 0 0 0,1-1 0 0 0,-1 1 0 0 0,0 0 0 0 0,1 0 0 0 0,-1 1 0 0 0,1-1 0 0 0,4 0 0 0 0,-7 1 0 0 0,-1 1 0 0 0,2 9 0 0 0,4 19 10 0 0,-4-14 33 0 0,0 20-33 0 0,-3 2-10 0 0,0 4 0 0 0,-1 7 0 0 0,2-2 0 0 0,1-5 0 0 0,3-3 0 0 0,7 5 0 0 0,-7-33 0 0 0,0 1 0 0 0,6 10 0 0 0,14 18 0 0 0,-2-4 0 0 0,-2-1 11 0 0,-18-29-4 0 0,1-1 0 0 0,0 0 0 0 0,0 0 1 0 0,0 0-1 0 0,5 4 0 0 0,-6-7-7 0 0,-1 1 1 0 0,1-1 0 0 0,0 0-1 0 0,0 0 1 0 0,-1 0 0 0 0,1-1-1 0 0,0 1 1 0 0,0 0-1 0 0,0-1 1 0 0,0 1 0 0 0,0-1-1 0 0,0 1 1 0 0,0-1 0 0 0,0 0-1 0 0,1 0 1 0 0,-1 0 0 0 0,3-1-1 0 0,4-1 0 0 0,-1 1 0 0 0,0-2-1 0 0,10-3 1 0 0,18-6 0 0 0,8 9 0 0 0,76-10 0 0 0,-8 0 0 0 0,-111 13 0 0 0,676-41 0 0 0,-343 19 31 0 0,-74 3 10 0 0,0 19-49 0 0,-164 6 8 0 0,180 7 0 0 0,-72-16-1 0 0,152 3 66 0 0,256-3-65 0 0,-466-3 0 0 0,146-10 0 0 0,-199 6 0 0 0,179-11 0 0 0,-120 28 0 0 0,-19 0 0 0 0,178-12-10 0 0,-160-3-116 0 0,-139 8 126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09.4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79 0 0,'0'-1'0'0'0,"-2"1"0"0"0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10.1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 11 24 0 0,'2'-8'-1'0'0,"0"6"2"0"0,-1 8-1 0 0,-2 28 10 0 0,-2 5 33 0 0,-1 2-28 0 0,-8 67 47 0 0,4 126-1 0 0,10-195-61 0 0,7 14 0 0 0,4-6 0 0 0,2-8 0 0 0,4-5 0 0 0,7 0 0 0 0,-4-14-13 0 0,-17-17-54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10.5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 24 0 0,'2'-1'0'0'0,"0"0"0"0"0,0 0 0 0 0,0 0 0 0 0,0 0 0 0 0,0 1 0 0 0,1-1 0 0 0,-1 1 0 0 0,0-1 0 0 0,0 1 0 0 0,1 0 0 0 0,-1 0 0 0 0,0 0 0 0 0,0 0 0 0 0,4 1 0 0 0,7 1 0 0 0,-11-1 0 0 0,0 0 0 0 0,0 0 0 0 0,0 0 0 0 0,1 0 0 0 0,-1 0 0 0 0,0 1 0 0 0,2 1 0 0 0,0 0 1 0 0,-1 1 1 0 0,-1-1-1 0 0,1 0 1 0 0,0 1-1 0 0,-1-1 1 0 0,3 6-1 0 0,-2-3 8 0 0,0 0-1 0 0,-1 1 1 0 0,0-1-1 0 0,1 8 1 0 0,6 39 1 0 0,-7-36-2 0 0,0-4 7 0 0,-1 0 0 0 0,-1 17 1 0 0,-1 173 58 0 0,1-162-74 0 0,0 17 0 0 0,3-3 0 0 0,2-9 0 0 0,4-7-12 0 0,-5-25-36 0 0,6 13 26 0 0,-8-21-32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10.9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3 24 0 0,'2'-2'-1'0'0,"-1"2"1"0"0,-1 0 0 0 0,0 0 0 0 0,0 0 1 0 0,1 0-1 0 0,-1 1 0 0 0,0-1 0 0 0,0 0 0 0 0,0 0 0 0 0,1 0 0 0 0,-1 0 0 0 0,0 1 0 0 0,0-1 0 0 0,0 0 0 0 0,0 0 0 0 0,1 0 0 0 0,-1 1 0 0 0,0-1 0 0 0,0 0 0 0 0,0 0 0 0 0,0 1 0 0 0,0-1 0 0 0,0 0 0 0 0,0 0 0 0 0,0 1 0 0 0,0-1 0 0 0,0 0 0 0 0,0 1 0 0 0,0-1 0 0 0,0 0 0 0 0,0 0 0 0 0,0 1 0 0 0,0-1 0 0 0,0 0 0 0 0,3 33 0 0 0,-3 5 0 0 0,-1 9 0 0 0,-3 12 0 0 0,-1 1 0 0 0,1-16 0 0 0,-4 25 53 0 0,3-17-43 0 0,0 7-10 0 0,1-6 0 0 0,3-7 0 0 0,1-7 0 0 0,1 2 0 0 0,3-3 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13.4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253 884 143 0 0,'-25'-22'4'0'0,"1"-1"0"0"0,-40-49-1 0 0,41 40 9 0 0,1-1-1 0 0,-30-62 1 0 0,45 78-10 0 0,0 0 0 0 0,0-1 0 0 0,2 0 0 0 0,0 0 0 0 0,1 0 0 0 0,1 0 0 0 0,1-1 0 0 0,0-20 0 0 0,3 28-2 0 0,0 0 0 0 0,1 1 0 0 0,0-1 0 0 0,1 0 0 0 0,0 1 0 0 0,1 0 0 0 0,0-1 0 0 0,1 1 0 0 0,0 1 0 0 0,0-1 0 0 0,1 1 0 0 0,10-12 0 0 0,2-1 0 0 0,0 1 0 0 0,2 1 0 0 0,37-29 0 0 0,-34 32 7 0 0,1 1-1 0 0,0 1 1 0 0,1 1-1 0 0,46-18 0 0 0,-14 11 10 0 0,70-14 0 0 0,-103 29-8 0 0,0 1 0 0 0,1 2 0 0 0,-1 1-1 0 0,1 0 1 0 0,-1 2 0 0 0,1 1 0 0 0,-1 1-1 0 0,30 6 1 0 0,-40-6-8 0 0,-1 2-1 0 0,-1-1 1 0 0,1 2 0 0 0,-1 0-1 0 0,1 0 1 0 0,-1 1 0 0 0,-1 1-1 0 0,1 0 1 0 0,-1 0 0 0 0,-1 1-1 0 0,1 1 1 0 0,-1 0 0 0 0,-1 0-1 0 0,0 1 1 0 0,0 0 0 0 0,12 19-1 0 0,-9-11 1 0 0,-2 1 0 0 0,0 1 0 0 0,-2 0 0 0 0,0 0 0 0 0,-1 1 0 0 0,0-1 0 0 0,-2 2 0 0 0,-1-1 0 0 0,-1 0 0 0 0,0 1 0 0 0,-2 0 0 0 0,0 0 0 0 0,-2-1 0 0 0,0 1 0 0 0,-2 0 0 0 0,0-1 0 0 0,-1 1 0 0 0,-1-1 0 0 0,-1 0 0 0 0,-1-1 0 0 0,-14 30 0 0 0,8-27 0 0 0,-1-1 0 0 0,0 0 0 0 0,-2-2 0 0 0,0 1 0 0 0,-1-2 0 0 0,-1 0 0 0 0,-1-1 0 0 0,-1-1 0 0 0,0-1 0 0 0,-42 25 0 0 0,30-22 0 0 0,0-2 0 0 0,-2-2 0 0 0,0-1 0 0 0,-1-1 0 0 0,0-2 0 0 0,-1-2 0 0 0,-39 6 0 0 0,48-12-21 0 0,1-1 0 0 0,-1-1 0 0 0,-42-5 0 0 0,22-2-43 0 0,-52-13-1 0 0,58 9 54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14.3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48 24 0 0,'5'-5'0'0'0,"0"0"0"0"0,1 0 0 0 0,0 0 0 0 0,0 1 0 0 0,0 0 0 0 0,0 0 0 0 0,1 1 0 0 0,-1-1 0 0 0,1 1 0 0 0,9-2 0 0 0,-15 5 5 0 0,3 0-17 0 0,-3 1 17 0 0,-1-1-1 0 0,1 1 0 0 0,-1-1 1 0 0,0 1-1 0 0,0 0 1 0 0,1-1-1 0 0,-1 1 0 0 0,0-1 1 0 0,0 1-1 0 0,1 0 1 0 0,-1-1-1 0 0,0 1 0 0 0,0 0 1 0 0,0-1-1 0 0,0 2 0 0 0,2 32 50 0 0,-1-24-45 0 0,-2 21 46 0 0,-1 6-31 0 0,-1 15 40 0 0,-4 27 0 0 0,-6 87-62 0 0,13-128-2 0 0,2 16 0 0 0,-2-36-1 0 0,4 26-58 0 0,4 5-19 0 0,0-9 64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22.5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3 55 0 0,'0'-2'0'0'0,"-7"23"0"0"0,1 7 0 0 0,1 0 0 0 0,-3 53 0 0 0,7 60 0 0 0,2-74 0 0 0,-1-3 0 0 0,-2 0 0 0 0,-21 117 0 0 0,17-152 0 0 0,3-9 0 0 0,1-9 0 0 0,2-13 0 0 0,3-9 0 0 0,-2 0 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23.1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1 117 55 0 0,'0'-3'1'0'0,"-1"1"0"0"0,1 0-1 0 0,0-1 1 0 0,0 1 0 0 0,0 0-1 0 0,1-1 1 0 0,-1 1 0 0 0,1 0-1 0 0,-1-1 1 0 0,1 1 0 0 0,0 0-1 0 0,0 0 1 0 0,0-1 0 0 0,2-2-1 0 0,0 0 4 0 0,0 2-1 0 0,0-1 0 0 0,0 0 0 0 0,0 0 0 0 0,1 1 0 0 0,7-6 0 0 0,-2 3 3 0 0,0 0-1 0 0,1 1 0 0 0,0 0 1 0 0,-1 1-1 0 0,22-7 0 0 0,-22 9-5 0 0,1-1 0 0 0,-1 2 0 0 0,1-1 0 0 0,-1 1 0 0 0,1 0 0 0 0,0 1 0 0 0,-1 1 0 0 0,16 1 0 0 0,-7 4 0 0 0,9 8 0 0 0,1 8 0 0 0,-2 3 0 0 0,-8-5 0 0 0,1 6 0 0 0,-3 0 0 0 0,-6 0 0 0 0,-7-1 0 0 0,-5-2 0 0 0,0-16 5 0 0,0 0 0 0 0,0 0-1 0 0,-1-1 1 0 0,0 1 0 0 0,-1-1-1 0 0,1 1 1 0 0,-1-1 0 0 0,0 0-1 0 0,-1-1 1 0 0,1 1-1 0 0,-1-1 1 0 0,0 0 0 0 0,-1 0-1 0 0,-6 5 1 0 0,-5 3-6 0 0,0-2-1 0 0,-1 0 1 0 0,-32 15-1 0 0,15-12 2 0 0,1-1 0 0 0,-1-2 0 0 0,-59 12 0 0 0,90-23 0 0 0,-3 1 0 0 0,6 0 0 0 0,16 10 0 0 0,1 10 0 0 0,-3 3 11 0 0,0 6 32 0 0,1 7-31 0 0,20 43-14 0 0,-22-60 2 0 0,8 5 0 0 0,1-6 0 0 0,1-6 0 0 0,2 1-53 0 0,-7-7 42 0 0,3 1 11 0 0,0-3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24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0 24 0 0,'-81'344'0'0'0,"66"-280"0"0"0,11-45 0 0 0,1-2 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24.3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38 24 0 0,'3'-3'-1'0'0,"0"1"1"0"0,1-1 0 0 0,0 1 0 0 0,-1 0 0 0 0,1 0 0 0 0,0 0 0 0 0,0 1 0 0 0,0 0 0 0 0,1-1 0 0 0,-1 1 0 0 0,0 1 0 0 0,8-2 0 0 0,0 0 1 0 0,4-2 9 0 0,0 1 1 0 0,1 1-1 0 0,-1 0 1 0 0,0 1 0 0 0,25 1-1 0 0,-23 4-10 0 0,8 6 0 0 0,-23-8 0 0 0,0 0 0 0 0,0 0 0 0 0,0 0 0 0 0,0 0 0 0 0,-1 0 0 0 0,5 5 0 0 0,-3-1 0 0 0,0 0 0 0 0,0 1 0 0 0,0 0 0 0 0,-1-1 0 0 0,0 1 0 0 0,-1 0 0 0 0,0 0 0 0 0,0 1 0 0 0,0-1 0 0 0,-1 0 0 0 0,0 1 0 0 0,0-1 0 0 0,-1 0 0 0 0,0 1 0 0 0,-2 13 0 0 0,-1 3 0 0 0,-1 0 0 0 0,-1 0 0 0 0,-12 36 0 0 0,11-45 0 0 0,0 1 0 0 0,-1-2 0 0 0,0 1 0 0 0,-1-1 0 0 0,-1 0 0 0 0,0 0 0 0 0,-21 21 0 0 0,22-27 0 0 0,1 0 0 0 0,-2-1 0 0 0,1 0 0 0 0,-1 0 0 0 0,0-1 0 0 0,0-1 0 0 0,-1 1 0 0 0,1-2 0 0 0,-1 1 0 0 0,-1-1 0 0 0,1-1 0 0 0,-18 5 0 0 0,10-6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3:26.1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15 819 24 0 0,'-4'-23'-1'0'0,"0"0"1"0"0,1 0 0 0 0,0-39 0 0 0,3 44 1 0 0,1-60-1 0 0,3 0 0 0 0,4 1 0 0 0,26-111 0 0 0,-5 74-5 0 0,-25 99 14 0 0,1 1 1 0 0,1 0 0 0 0,1 0-1 0 0,0 0 1 0 0,14-19 0 0 0,-19 30-8 0 0,0 0-1 0 0,0 1 1 0 0,0-1 0 0 0,0 1 0 0 0,1-1-1 0 0,-1 1 1 0 0,1 0 0 0 0,0 0 0 0 0,-1 0 0 0 0,1 1-1 0 0,5-3 1 0 0,0 2 41 0 0,-7 2-42 0 0,0 0-1 0 0,0 0 1 0 0,-1 0 0 0 0,1 1 0 0 0,0-1 0 0 0,0 0 0 0 0,0 0-1 0 0,0 0 1 0 0,0 1 0 0 0,0-1 0 0 0,0 1 0 0 0,1 0-1 0 0,-1 0 0 0 0,1 0 0 0 0,0 0 0 0 0,-1 1 0 0 0,1-1 0 0 0,0 1 0 0 0,-1 0 0 0 0,0-1 0 0 0,1 1 0 0 0,0 3 0 0 0,2 2 0 0 0,-1 1 0 0 0,0 0 0 0 0,-1-1 0 0 0,1 1 0 0 0,-2 0 0 0 0,1 0 0 0 0,0 11 0 0 0,0 62 0 0 0,-2-61 0 0 0,-1 73 0 0 0,-2-45 0 0 0,3-1 0 0 0,12 90 0 0 0,-11-129-3 0 0,1 0-1 0 0,0-1 1 0 0,0 1-1 0 0,1-1 0 0 0,0 1 1 0 0,0-1-1 0 0,1 0 1 0 0,0 0-1 0 0,10 13 0 0 0,-12-18 3 0 0,1 1-1 0 0,0 0 1 0 0,0-1-1 0 0,0 1 1 0 0,0-1-1 0 0,0 0 1 0 0,0 0-1 0 0,1 0 0 0 0,-1-1 1 0 0,0 1-1 0 0,1-1 1 0 0,0 1-1 0 0,-1-1 1 0 0,1-1-1 0 0,0 1 0 0 0,0 0 1 0 0,-1-1-1 0 0,1 0 1 0 0,0 0-1 0 0,0 0 1 0 0,0 0-1 0 0,5-1 0 0 0,-3-1 13 0 0,0 1 0 0 0,0-1-1 0 0,0-1 1 0 0,0 1-1 0 0,0-1 1 0 0,-1 0-1 0 0,1 0 1 0 0,-1 0-1 0 0,8-7 1 0 0,4-6 73 0 0,21-21-1 0 0,-21 19-52 0 0,79-89 13 0 0,106-152-1 0 0,-171 216-58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06.6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 0 0,'0'17'0'0'0,"5"85"-1"0"0,2 38 2 0 0,-6-121-1 0 0,3 0 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07.1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79 24 0 0,'-1'13'0'0'0,"-4"26"0"0"0,4-31 0 0 0,0 0 0 0 0,0 0 0 0 0,1 0 0 0 0,1 15 0 0 0,2-1 0 0 0,-2-19 0 0 0,0 0 0 0 0,-1 0 0 0 0,1-1 0 0 0,1 1 0 0 0,-1-1 0 0 0,3 5 0 0 0,-3-6 0 0 0,0 1 0 0 0,1-1 0 0 0,-1 1 0 0 0,1-1 0 0 0,-1 1 0 0 0,1-1 0 0 0,0 0 0 0 0,3 3 0 0 0,-3-4 0 0 0,-1 1 0 0 0,1 0 0 0 0,0-1 0 0 0,0 1 0 0 0,-1-1 0 0 0,1 0 0 0 0,0 1 0 0 0,2-1 0 0 0,0-1 0 0 0,1 1 0 0 0,-1-1 0 0 0,-1 0 0 0 0,1 0 0 0 0,0 0 0 0 0,0-1 0 0 0,0 1 0 0 0,-1-1 0 0 0,1 0 0 0 0,0 0 0 0 0,-1 0 0 0 0,0-1 0 0 0,6-5 0 0 0,-2 2 0 0 0,-1 0 0 0 0,0 0 0 0 0,-1-1 0 0 0,1 0 0 0 0,5-10 0 0 0,-6 8 0 0 0,-1 0 0 0 0,0 0 0 0 0,-1-1 0 0 0,0 1 0 0 0,2-16-1 0 0,-3 18 1 0 0,-2 1 1 0 0,1-1-1 0 0,-1 1 0 0 0,1-1 0 0 0,-2 0 0 0 0,1 1 0 0 0,-1-1 0 0 0,0 0 0 0 0,-3-7 0 0 0,4 13 2 0 0,-1-1 0 0 0,1 0 0 0 0,-1 1 1 0 0,0-1-1 0 0,0 1 0 0 0,1-1 1 0 0,-1 1-1 0 0,0-1 0 0 0,-1 1 1 0 0,1 0-1 0 0,0 0 0 0 0,0-1 1 0 0,-1 1-1 0 0,1 0 0 0 0,0 0 1 0 0,-1 0-1 0 0,1 0 0 0 0,-1 1 1 0 0,1-1-1 0 0,-1 0 0 0 0,-1 0 1 0 0,0 0-1 0 0,0 1 1 0 0,0 0 0 0 0,0-1-1 0 0,0 1 1 0 0,0 0 0 0 0,0 1-1 0 0,1-1 1 0 0,-1 0 0 0 0,0 1-1 0 0,0 0 1 0 0,-4 1 0 0 0,0 1 1 0 0,0 0 1 0 0,0 0-1 0 0,1 1 1 0 0,-1 0-1 0 0,1 0 1 0 0,0 0-1 0 0,1 1 1 0 0,-1 0-1 0 0,-5 7 0 0 0,7-9-4 0 0,2 1 0 0 0,-1 0 0 0 0,0 1 0 0 0,1-1 0 0 0,-4 9 0 0 0,2 0 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07.5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849 0 24 0 0,'-38'34'-1'0'0,"2"1"1"0"0,-41 51 0 0 0,20-20 1 0 0,-5 2-1 0 0,-162 173-1 0 0,-15-19 2 0 0,228-212-1 0 0,-1-1-1 0 0,-14 8 1 0 0,23-15 0 0 0,0-1 0 0 0,-1 1 0 0 0,1-1 0 0 0,0 1 0 0 0,0-1 1 0 0,-1 0-1 0 0,1 0 0 0 0,-1-1 0 0 0,1 1 0 0 0,-1-1 0 0 0,1 1 0 0 0,-1-1 0 0 0,1 0 0 0 0,-7-1 0 0 0,0-2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07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 0 0,'4'5'0'0'0,"36"89"63"0"0,58 94-63 0 0,-18-38 0 0 0,-65-117 0 0 0,0 0 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09.5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4 24 0 0,'0'0'0'0'0,"0"-1"0"0"0,0 1 0 0 0,0 0 0 0 0,0 0 0 0 0,-1 0 0 0 0,1-1 0 0 0,0 1 0 0 0,0 0 0 0 0,0 0 0 0 0,0 0 0 0 0,-1 0 0 0 0,1-1 0 0 0,0 1 0 0 0,0 0 0 0 0,0 0 0 0 0,-1 0 0 0 0,1 0 0 0 0,0 0 0 0 0,0 0 0 0 0,-1 0 0 0 0,1 0 0 0 0,0 0 0 0 0,0 0 0 0 0,-1 0 0 0 0,1 0 0 0 0,0 0 0 0 0,0 0 0 0 0,-1 0 0 0 0,1 0 0 0 0,0 0 0 0 0,0 0 0 0 0,-1 0 0 0 0,1 0 0 0 0,0 0 0 0 0,0 0 0 0 0,0 0 0 0 0,-1 0 0 0 0,1 0 0 0 0,0 1 0 0 0,0-1 0 0 0,0 0 0 0 0,-1 0 0 0 0,1 0 0 0 0,0 0 0 0 0,0 1 0 0 0,0-1 0 0 0,0 0 0 0 0,-1 0 0 0 0,1 0 0 0 0,0 1 0 0 0,0-1 0 0 0,0 0 0 0 0,0 0 0 0 0,0 0 0 0 0,0 1 0 0 0,0-1 0 0 0,0 0 0 0 0,0 0 0 0 0,0 1 0 0 0,0-1 0 0 0,0 0 0 0 0,0 0 0 0 0,0 1 0 0 0,0-1 0 0 0,0 0 0 0 0,0 0 0 0 0,0 1 0 0 0,0-1 0 0 0,0 0 0 0 0,0 3 0 0 0,-1-1 0 0 0,1 0 0 0 0,0 0 0 0 0,0 0 0 0 0,1 1 0 0 0,-1-1 0 0 0,0 0-1 0 0,1 0 1 0 0,-1 0 0 0 0,1 0 0 0 0,0 3 0 0 0,2 1 1 0 0,28 114 21 0 0,12 59 19 0 0,-32-122-41 0 0,15 70 0 0 0,-22-111 0 0 0,-1 2 0 0 0,-5-23 0 0 0,1 3 0 0 0,-1-31 0 0 0,0 21 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0.0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1 147 24 0 0,'1'-8'0'0'0,"1"-1"0"0"0,0 1 0 0 0,1-1 0 0 0,0 1 0 0 0,0 0 0 0 0,1 0 0 0 0,7-14 0 0 0,-7 15 8 0 0,0 1-1 0 0,1-1 1 0 0,-1 1 0 0 0,1-1 0 0 0,1 1 0 0 0,-1 0 0 0 0,11-8 0 0 0,-8 10-8 0 0,6 0 0 0 0,-13 4 0 0 0,1 0 0 0 0,0 0 0 0 0,-1 1 0 0 0,1-1 0 0 0,0 0 0 0 0,-1 1 0 0 0,1-1 0 0 0,3 2 0 0 0,-2-1 2 0 0,0 1 0 0 0,0 0 0 0 0,0 0 0 0 0,-1 0-1 0 0,5 3 1 0 0,5 8 3 0 0,0 0-1 0 0,-1 0 0 0 0,0 1 1 0 0,-1 0-1 0 0,-1 1 1 0 0,0 1-1 0 0,-1-1 1 0 0,0 1-1 0 0,-2 0 1 0 0,0 1-1 0 0,5 19 0 0 0,-11-31-5 0 0,1-1 0 0 0,0 0 0 0 0,-1 0-1 0 0,0 0 1 0 0,0 0 0 0 0,0 1 0 0 0,-1-1-1 0 0,1 0 1 0 0,-1 0 0 0 0,0 0-1 0 0,0 0 1 0 0,-1 0 0 0 0,1 0 0 0 0,-1 0-1 0 0,0 0 1 0 0,0 0 0 0 0,0-1-1 0 0,0 1 1 0 0,0-1 0 0 0,-1 0 0 0 0,0 1-1 0 0,0-1 1 0 0,0 0 0 0 0,-6 4-1 0 0,3-2 0 0 0,-2-1-1 0 0,1 0 0 0 0,0 0 1 0 0,-1 0-1 0 0,0-1 0 0 0,0 0 1 0 0,0-1-1 0 0,0 1 0 0 0,0-2 1 0 0,-1 1-1 0 0,-12 0 0 0 0,5-2 3 0 0,12-1 0 0 0,0 1 0 0 0,0 0 0 0 0,0 0 0 0 0,0 1 0 0 0,-6 0 0 0 0,9 0 0 0 0,-1 1 0 0 0,4 7 0 0 0,10 7 0 0 0,4 2 0 0 0,2 0 0 0 0,3 3 0 0 0,5 2 0 0 0,22 16 0 0 0,-21-17 0 0 0,0 2 0 0 0,-5-4 0 0 0,-1-1 0 0 0,-3-3 0 0 0,-1-2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0.3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55 0 0,'5'15'0'0'0,"26"104"0"0"0,-25-100 0 0 0,0-2 0 0 0,0-1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0.8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45 24 0 0,'0'0'-1'0'0,"0"-1"1"0"0,0 1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0,1 0 0 0 0,-1-1 0 0 0,0 1 0 0 0,0 0 0 0 0,0 0 0 0 0,0 0 0 0 0,0 0 0 0 0,0 0 0 0 0,0 0 0 0 0,19-6 1 0 0,-5 0-1 0 0,3 0 0 0 0,0 0 0 0 0,1 0 0 0 0,-1 2 0 0 0,0 0 0 0 0,-1 1 0 0 0,-1 1 0 0 0,4 2 0 0 0,0 4 0 0 0,0 7 0 0 0,-17-9 0 0 0,-1-1 0 0 0,1 1 0 0 0,-1-1 0 0 0,1 1 0 0 0,-1 0 0 0 0,0 0 0 0 0,2 2 0 0 0,4 15 0 0 0,-4-3 0 0 0,-1 0 0 0 0,-2 1 0 0 0,-1-1 0 0 0,1-9 0 0 0,-1-1 0 0 0,0 1 0 0 0,0 0 0 0 0,0-1 0 0 0,-1 0 0 0 0,0 1 0 0 0,0-1 0 0 0,-5 9 0 0 0,6-14 0 0 0,-1 4 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1.0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38 23 0 0,'-3'-1'0'0'0,"1"1"0"0"0,0-1 0 0 0,2 1 0 0 0,12-9 0 0 0,2 1 0 0 0,4-1 0 0 0,4-1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1.5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230 1 24 0 0,'-19'20'0'0'0,"-91"93"-1"0"0,31-35 2 0 0,73-72-2 0 0,4-4 1 0 0,0 0 0 0 0,0 0 0 0 0,0 0 1 0 0,0 0-1 0 0,1 0 0 0 0,-3 4 0 0 0,4-6 0 0 0,0 0 0 0 0,0 0 0 0 0,0 1 0 0 0,-1-1 0 0 0,1 0 0 0 0,0 0 0 0 0,0 0 0 0 0,0 0 0 0 0,0 0 0 0 0,0 0 0 0 0,0 0 0 0 0,0 1 0 0 0,0-1 0 0 0,0 0 0 0 0,0 0 0 0 0,0 0 0 0 0,0 0 0 0 0,0 0 0 0 0,0 0 0 0 0,0 1 0 0 0,0-1 0 0 0,0 0 0 0 0,0 0 0 0 0,0 0 0 0 0,0 0 0 0 0,0 0 0 0 0,0 0 0 0 0,0 0 0 0 0,0 1 0 0 0,0-1 0 0 0,1 0 0 0 0,-1 0 0 0 0,0 0 0 0 0,0 0 0 0 0,0 0 0 0 0,0 0 0 0 0,0 0 0 0 0,0 0 0 0 0,0 0 0 0 0,0 1 0 0 0,0-1 0 0 0,1 0 0 0 0,-1 0 0 0 0,0 0 0 0 0,0 0 0 0 0,15 3 0 0 0,1-6 0 0 0,192-50 0 0 0,-134 35 0 0 0,-59 15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11.8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0 79 0 0,'-1'0'0'0'0,"1"0"0"0"0,0 0 0 0 0,-1 0 0 0 0,1 1 0 0 0,-1-1 0 0 0,1 0 0 0 0,-1 0 0 0 0,1 0 0 0 0,-1 0 0 0 0,1 1 0 0 0,0-1 0 0 0,-1 0 0 0 0,1 1 0 0 0,0-1 0 0 0,-1 0 0 0 0,1 0 0 0 0,0 1 0 0 0,-1-1 0 0 0,1 1 0 0 0,0-1 0 0 0,0 0 0 0 0,-1 1 0 0 0,1-1 0 0 0,0 1 0 0 0,0-1 0 0 0,0 0 0 0 0,-1 1 0 0 0,1-1 0 0 0,0 1 0 0 0,0 12 0 0 0,5 44 0 0 0,3-1 0 0 0,20 69 0 0 0,-1 2 0 0 0,-6 20 0 0 0,-16-102 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4:55.2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137 463 24 0 0,'-14'-10'0'0'0,"1"-2"0"0"0,0 1 0 0 0,0-2 0 0 0,1 1 0 0 0,0-2 0 0 0,2 1 0 0 0,-1-2 0 0 0,2 1 0 0 0,0-1 0 0 0,-11-25 0 0 0,20 40 0 0 0,0-1 0 0 0,0 1 0 0 0,0 0 0 0 0,0-1 0 0 0,-1 1 0 0 0,1-1 0 0 0,0 1 0 0 0,0-1 0 0 0,0 1 0 0 0,0 0 0 0 0,0-1 0 0 0,0 1 0 0 0,0-1 0 0 0,0 1 0 0 0,0 0 0 0 0,1-1 0 0 0,-1 1 0 0 0,0-1 0 0 0,0 1 0 0 0,0 0 0 0 0,0-1 0 0 0,1 1 0 0 0,-1-1 0 0 0,0 1 0 0 0,0 0 0 0 0,1-1 0 0 0,11-4 0 0 0,23 4 0 0 0,-25 1 0 0 0,145 4 0 0 0,56-4 0 0 0,23-7-1 0 0,66-6 2 0 0,517-73 62 0 0,-631 58-63 0 0,179-22 0 0 0,-138 10 0 0 0,-8 2 0 0 0,-175 32 0 0 0,-10 0 0 0 0,0 3 0 0 0,66 0 0 0 0,-96 3 0 0 0,-1 0 0 0 0,0 1 0 0 0,1-1 0 0 0,-1 1 0 0 0,0 0 0 0 0,1 0 0 0 0,-1 0 0 0 0,0 0 0 0 0,0 0 0 0 0,0 1 0 0 0,0 0 0 0 0,0-1 0 0 0,3 4 0 0 0,0 4 0 0 0,-2-4 0 0 0,-1 0 0 0 0,0 1 0 0 0,0-1 0 0 0,2 8 0 0 0,-4-9 0 0 0,0 1 0 0 0,0-1 0 0 0,-1 0 0 0 0,0 1 0 0 0,0-1 0 0 0,0 0 0 0 0,0 1 0 0 0,-1 4 0 0 0,-9 40 0 0 0,-84 262 34 0 0,5-22-4 0 0,-28 248-13 0 0,89-357 12 0 0,-5 186 0 0 0,30-108-2 0 0,32 282-1 0 0,49 180-90 0 0,-52-535 70 0 0,30 234-18 0 0,-24 2 82 0 0,-26-48-35 0 0,5 154-6 0 0,13-219-130 0 0,-19-274 34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9.4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1494 889 24 0 0,'2'0'0'0'0,"0"-1"0"0"0,0 0 0 0 0,-1 0 0 0 0,1 0 0 0 0,0 0 0 0 0,-1 0 0 0 0,1-1 0 0 0,0 1 0 0 0,-1 0 0 0 0,0-1 0 0 0,1 1 0 0 0,-1-1 0 0 0,0 1 0 0 0,0-1 0 0 0,0 0 0 0 0,0 1 0 0 0,0-1 0 0 0,0 0 0 0 0,0 0 0 0 0,0 0 0 0 0,-1 0 0 0 0,1 0 0 0 0,-1 1 0 0 0,0-1 0 0 0,1 0 0 0 0,-1-3 0 0 0,5-36 0 0 0,-2 1 0 0 0,-2-1 0 0 0,-5-65 0 0 0,0 72 4 0 0,0 0 1 0 0,-2 1 0 0 0,-2 0 0 0 0,-1 0 0 0 0,-2 0 0 0 0,-1 1 0 0 0,-1 1 0 0 0,-2 0 0 0 0,-1 1 0 0 0,-1 1 0 0 0,-2 0 0 0 0,-24-29-1 0 0,26 38-4 0 0,-1 1 0 0 0,-1 0 0 0 0,0 2 0 0 0,-40-28 0 0 0,46 37 0 0 0,0 0 0 0 0,0 1 0 0 0,-1 1 0 0 0,1 1 0 0 0,-1 0 0 0 0,-1 0 0 0 0,1 1 0 0 0,-1 1 0 0 0,1 1 0 0 0,-16-2 0 0 0,16 4 0 0 0,0 0 0 0 0,-1 0 0 0 0,1 1 0 0 0,0 1 0 0 0,0 1 0 0 0,1 0 0 0 0,-1 0 0 0 0,-22 10 0 0 0,26-8 0 0 0,-1 0 0 0 0,1 1 0 0 0,1 0 0 0 0,-1 1 0 0 0,1 0 0 0 0,0 0 0 0 0,1 1 0 0 0,0 0 0 0 0,0 1 0 0 0,0 0 0 0 0,-6 10 0 0 0,8-9 0 0 0,0 0 0 0 0,-9 22 0 0 0,7-10 0 0 0,1 13 0 0 0,5 4 0 0 0,5 11 0 0 0,10 8 0 0 0,1 0 0 0 0,56 256 0 0 0,-63-266 0 0 0,-1 0 0 0 0,-3 1 0 0 0,-2 0 0 0 0,-9 78 0 0 0,5-106 0 0 0,-1 1 0 0 0,-2-1 0 0 0,0 0 0 0 0,-1 0 0 0 0,-1-1 0 0 0,-1 0 0 0 0,0 0 0 0 0,-2-1 0 0 0,0-1 0 0 0,-2 1 0 0 0,0-2 0 0 0,0 0 0 0 0,-30 28 0 0 0,35-39 4 0 0,0 0 0 0 0,-1 0-1 0 0,0-1 1 0 0,0 0-1 0 0,0 0 1 0 0,-1-1-1 0 0,0 0 1 0 0,0-1-1 0 0,0 0 1 0 0,0 0 0 0 0,0-1-1 0 0,0-1 1 0 0,-1 1-1 0 0,1-2 1 0 0,0 1-1 0 0,-1-2 1 0 0,-10-1-1 0 0,7 1 2 0 0,0-2 0 0 0,1 1 0 0 0,0-2 0 0 0,-1 0 0 0 0,1-1 0 0 0,0 0 0 0 0,1-1 0 0 0,0 0 0 0 0,0-1 0 0 0,0 0 0 0 0,0-1 0 0 0,-14-13-1 0 0,-9-15-4 0 0,2-1 0 0 0,2-1 0 0 0,1-2 0 0 0,2-1 0 0 0,-30-59 0 0 0,38 60 1 0 0,2 0 0 0 0,2-1 0 0 0,2-1 0 0 0,2 0 0 0 0,1-1 0 0 0,-8-85 0 0 0,12 32-27 0 0,4-1 0 0 0,12-105-1 0 0,-6 151 27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0.2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64 286 24 0 0,'0'-7'11'0'0,"1"0"1"0"0,-1 0 0 0 0,1 0 0 0 0,0 1 0 0 0,0-1-1 0 0,1 0 1 0 0,3-9 0 0 0,-1 8-16 0 0,-1-3 47 0 0,8-17-22 0 0,4-2 22 0 0,-1 2-33 0 0,1-2 44 0 0,-5 11-33 0 0,0 0 32 0 0,-1-5 25 0 0,-7 20-12 0 0,-1 0 1 0 0,1-9-43 0 0,-1 10 93 0 0,2 8-53 0 0,10 21-10 0 0,-10-19-45 0 0,-1-4 0 0 0,-1 1 0 0 0,0-1 0 0 0,0 0 0 0 0,0 1 1 0 0,1 5-1 0 0,2 23 12 0 0,-2-1 6 0 0,-1-1-1 0 0,-2 1 1 0 0,-9 59 0 0 0,-29 93 46 0 0,13-66-64 0 0,-90 643-9 0 0,103-418 0 0 0,25 2 0 0 0,-7-213 0 0 0,11 91 32 0 0,60 302 0 0 0,-13-246-32 0 0,-4-18 0 0 0,-36-124 2 0 0,5 144-1 0 0,-14 139-19 0 0,-11-266-20 0 0,-2-77 29 0 0,10 194-33 0 0,-5-202 30 0 0,30 131 0 0 0,-12-115 5 0 0,-13-54-2 0 0,-2 2-1 0 0,-2-1 1 0 0,0 1 0 0 0,1 36 0 0 0,-6 9-68 0 0,-1-13 54 0 0,3-1 0 0 0,12 67-1 0 0,-6-82 24 0 0,-3-23 0 0 0,5 11 0 0 0,3 2 0 0 0,-1-2 0 0 0,0-3 0 0 0,1-2 0 0 0,3 3 54 0 0,-6-11-44 0 0,1 1-10 0 0,-3 0 0 0 0,-1-1 0 0 0,5 3 0 0 0,-1-1 0 0 0,-3-6-22 0 0,-8-16-86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1.6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4 221 111 0 0,'-4'-10'0'0'0,"5"-3"0"0"0,5-17 0 0 0,-1 17 0 0 0,8-4 0 0 0,4 1 0 0 0,3 4 0 0 0,8 2 0 0 0,11 2 0 0 0,7 6 0 0 0,-8 4 0 0 0,0 3 0 0 0,6 2 0 0 0,3 0 0 0 0,12 2 54 0 0,-9-3-33 0 0,253 22 96 0 0,144-29-117 0 0,-392-2 0 0 0,201-10-13 0 0,346-9-38 0 0,-176 20 51 0 0,-128-8 55 0 0,-203 5-46 0 0,221-18-9 0 0,-120 7 0 0 0,-39 5 0 0 0,406-27 0 0 0,-161 29 0 0 0,0 18 0 0 0,-316-6 0 0 0,328 0 131 0 0,-68-1-126 0 0,550-6-58 0 0,-627 4-52 0 0,-227 1 31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4.3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0 423 55 0 0,'20'-19'0'0'0,"1"-3"0"0"0,18-22 13 0 0,37-52 0 0 0,28-56 22 0 0,-69 100-32 0 0,-10 15-3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2.4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 79 0 0,'9'-4'0'0'0,"9"0"0"0"0,11 5 0 0 0,8 3 0 0 0,10 5 0 0 0,-1 1 0 0 0,0 3 0 0 0,-1 2 0 0 0,-1 1 0 0 0,0 3 0 0 0,44 26 0 0 0,243 166 0 0 0,-257-159 0 0 0,-14-9 13 0 0,-2 3 0 0 0,-2 3 0 0 0,-2 2 0 0 0,65 80-1 0 0,-61-63-12 0 0,51 64 0 0 0,-79-94 0 0 0,36 65 0 0 0,-37-48 0 0 0,-2 1 0 0 0,-2 1 0 0 0,-3 2 0 0 0,27 115 0 0 0,-32-80 0 0 0,-4 0 0 0 0,0 139 0 0 0,-28 190 0 0 0,-32 18-32 0 0,-42-6 0 0 0,16-204 32 0 0,52-175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3.0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0 203 23 0 0,'0'0'0'0'0,"9"-18"0"0"0,3-3 0 0 0,-2 6 0 0 0,1-2 0 0 0,0-2 0 0 0,3-1 0 0 0,-1-2 0 0 0,1-1 0 0 0,1 0 0 0 0,0-2 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3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152 337 24 0 0,'-6'21'0'0'0,"2"6"0"0"0,0 12 0 0 0,5 7 0 0 0,0-39 0 0 0,0 0 0 0 0,0-1 0 0 0,0 1 0 0 0,5 9 0 0 0,-5-11 0 0 0,1-1 0 0 0,1 1 0 0 0,-1-1 0 0 0,1 0 0 0 0,-1 0 0 0 0,1 0 0 0 0,5 5 0 0 0,-5-6 0 0 0,0-1 0 0 0,0 1 0 0 0,0-1 0 0 0,0 0 0 0 0,0 0 0 0 0,1-1 0 0 0,-1 1 0 0 0,0-1 0 0 0,5 2 0 0 0,-4-2 0 0 0,0 0 0 0 0,0 0 0 0 0,0-1 0 0 0,1 0 0 0 0,-1 0 0 0 0,6 0 0 0 0,29-7 0 0 0,-20 2 0 0 0,0-2 0 0 0,-1-1 0 0 0,0 0 0 0 0,0-1 0 0 0,0-1 0 0 0,28-23 0 0 0,-10 5 0 0 0,60-64 0 0 0,-90 86 0 0 0,1-1 0 0 0,-2 0 0 0 0,1-1 0 0 0,-1 1 0 0 0,0-1 0 0 0,-1 0 0 0 0,0-1 0 0 0,5-13 0 0 0,-7 15 0 0 0,-1 1 0 0 0,0 0 0 0 0,0 0 0 0 0,0-1 0 0 0,-1 1 0 0 0,0 0 0 0 0,0 0 0 0 0,-1-1 0 0 0,1 1 0 0 0,-2 0 0 0 0,1 0 0 0 0,0-1 0 0 0,-5-7 0 0 0,2 2 2 0 0,-2 0 0 0 0,0 0 0 0 0,0 1 1 0 0,-1 0-1 0 0,0 1 0 0 0,-1-1 0 0 0,-1 1 1 0 0,1 1-1 0 0,-1 0 0 0 0,-1 0 1 0 0,0 1-1 0 0,0 0 0 0 0,0 0 0 0 0,-1 1 1 0 0,0 1-1 0 0,-1 0 0 0 0,0 0 1 0 0,1 1-1 0 0,-2 1 0 0 0,1 0 0 0 0,0 0 1 0 0,-1 2-1 0 0,0-1 0 0 0,1 1 1 0 0,-1 1-1 0 0,0 1 0 0 0,-14 0 0 0 0,9 1-2 0 0,-1 1 0 0 0,1 1 0 0 0,0 0 0 0 0,0 1 0 0 0,0 1 0 0 0,-32 14 0 0 0,37-13 0 0 0,1 1 0 0 0,-1 0 0 0 0,1 1 0 0 0,0 0 0 0 0,1 1 0 0 0,0 1 0 0 0,0-1 0 0 0,1 2 0 0 0,-12 14 0 0 0,-4 13 0 0 0,16-21 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4.3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1 24 0 0,'-3'1'0'0'0,"-5"13"0"0"0,1 10 0 0 0,3 6 0 0 0,4 11 0 0 0,19 223 34 0 0,0-21-5 0 0,-10 62-29 0 0,-8-269 0 0 0,1 7 0 0 0,1-9 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4.9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74 24 0 0,'6'-7'0'0'0,"-1"-1"0"0"0,1 1 0 0 0,0 0 0 0 0,0 1 0 0 0,0 0 0 0 0,1 0 0 0 0,0 0 0 0 0,1 0 0 0 0,10-5 0 0 0,-10 7 0 0 0,-8 7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15.2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5 145 24 0 0,'0'0'0'0'0,"0"0"0"0"0,-1 0 0 0 0,1 0 1 0 0,0-1-1 0 0,-1 1 0 0 0,1 0 1 0 0,0 0-1 0 0,0-1 0 0 0,-1 1 1 0 0,1 0-1 0 0,0-1 0 0 0,0 1 1 0 0,-1 0-1 0 0,1-1 0 0 0,0 1 1 0 0,0-1-1 0 0,0 1 0 0 0,0 0 1 0 0,0-1-1 0 0,-1 1 0 0 0,1 0 1 0 0,0-1-1 0 0,0 1 0 0 0,0-1 0 0 0,0 1 1 0 0,0 0-1 0 0,0-2 0 0 0,8-9 21 0 0,18-8 19 0 0,-22 17-38 0 0,19-13 14 0 0,0 2 0 0 0,1 0-1 0 0,0 2 1 0 0,1 0 0 0 0,0 2-1 0 0,0 1 1 0 0,47-9 0 0 0,-38 13-6 0 0,19 2-10 0 0,-39 3 0 0 0,0 0 0 0 0,15 4 0 0 0,19 8-12 0 0,-29-5-36 0 0,27 22 36 0 0,-35-22 12 0 0,-1 1 0 0 0,0 0 0 0 0,12 14 0 0 0,-13-12 0 0 0,0 0 0 0 0,-1 1 0 0 0,0 0 0 0 0,-1 0 0 0 0,0 1 0 0 0,6 16 0 0 0,-7-12 2 0 0,0 1-1 0 0,-2-1 0 0 0,0 1 0 0 0,-1 0 0 0 0,0 0 0 0 0,-2 1 0 0 0,0-1 0 0 0,-3 35 0 0 0,-1-29 3 0 0,-1-1-1 0 0,-1 0 0 0 0,-2 0 0 0 0,0 0 0 0 0,-1 0 0 0 0,-15 28 0 0 0,7-22 0 0 0,0-1 0 0 0,-2-1 0 0 0,-1-1 0 0 0,-1-1 0 0 0,-2-1 0 0 0,0 0 0 0 0,-1-2 0 0 0,-1 0 0 0 0,-1-2 0 0 0,-40 25-1 0 0,54-38-2 0 0,1-1 0 0 0,-1-1 0 0 0,0 0 0 0 0,-1 0 0 0 0,1-1 0 0 0,-1-1 0 0 0,0 0 0 0 0,0 0 0 0 0,-16 0 0 0 0,1-2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5.1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 24 0 0,'1'-3'0'0'0,"-1"2"0"0"0,0 1 0 0 0,0 0 1 0 0,0 0-1 0 0,0-1 0 0 0,0 1 0 0 0,1 0 0 0 0,-1 0 0 0 0,0-1 0 0 0,0 1 0 0 0,0 0 1 0 0,1 0-1 0 0,-1 0 0 0 0,0-1 0 0 0,0 1 0 0 0,1 0 0 0 0,-1 0 0 0 0,0 0 0 0 0,0 0 0 0 0,1 0 1 0 0,-1-1-1 0 0,0 1 0 0 0,0 0 0 0 0,1 0 0 0 0,-1 0 0 0 0,0 0 0 0 0,1 0 0 0 0,-1 0 0 0 0,0 0 1 0 0,0 0-1 0 0,1 0 0 0 0,-1 0 0 0 0,1 0 0 0 0,4-1 6 0 0,14-2 37 0 0,14 2-21 0 0,9 7 26 0 0,-4 5-24 0 0,-23-4 24 0 0,23 19-36 0 0,-28-17-12 0 0,0 0 0 0 0,16 20 0 0 0,-9-6 11 0 0,-1 1 0 0 0,21 41-1 0 0,18 62 22 0 0,41 190-117 0 0,-83-266 18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06.1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47 24 0 0,'1'-3'-1'0'0,"-1"2"1"0"0,1 1 1 0 0,-1-1-1 0 0,0 0 0 0 0,1 1 0 0 0,-1-1 0 0 0,0 0 0 0 0,1 1 0 0 0,-1-1 0 0 0,1 1 0 0 0,-1-1 0 0 0,1 0 0 0 0,0 1 0 0 0,-1 0 0 0 0,1-1 0 0 0,-1 1 0 0 0,1-1 0 0 0,0 1 0 0 0,-1 0 0 0 0,2-1 0 0 0,2-1 0 0 0,-1 0 0 0 0,1 0 0 0 0,-1 0 0 0 0,1 1 0 0 0,0-1-1 0 0,0 1 1 0 0,-1 0 0 0 0,8-1 0 0 0,1 0 1 0 0,27-7-1 0 0,-16 5 0 0 0,12 2 0 0 0,2 3 0 0 0,0 2 0 0 0,3 4 0 0 0,1 5 0 0 0,1 4 0 0 0,0 4 0 0 0,-5 4 0 0 0,-4 5 0 0 0,-25-21 0 0 0,-1 0 0 0 0,10 16 0 0 0,-13-18 0 0 0,0 1 0 0 0,-1 0 0 0 0,0 0 0 0 0,4 12 0 0 0,-5-12 0 0 0,-1 0 0 0 0,1 1 0 0 0,-2-1 0 0 0,1 10 0 0 0,-1-10 0 0 0,0-1 0 0 0,-1 0 0 0 0,0 0 0 0 0,-2 8 0 0 0,-11 20 0 0 0,7-22 0 0 0,0-1 0 0 0,-1 1 0 0 0,-1-1 0 0 0,0-1 0 0 0,0 0 0 0 0,-1 0 0 0 0,0-1 0 0 0,-1 0 0 0 0,-16 10 0 0 0,-13 6 0 0 0,-61 28 0 0 0,66-36 0 0 0,6-2 0 0 0,29-15 0 0 0,-2 1 0 0 0,6 2 0 0 0,24 10 0 0 0,6-6 0 0 0,4 1 0 0 0,2 6 0 0 0,-5 1 0 0 0,-2 4 0 0 0,-23-13 0 0 0,-1 0 0 0 0,9 9 0 0 0,-14-11 0 0 0,0 0 0 0 0,-1 0 0 0 0,1 0 0 0 0,-1 0 0 0 0,0 1 0 0 0,3 5 0 0 0,-4-5 0 0 0,1 0 0 0 0,-1 0 0 0 0,-1 1 0 0 0,1-1 0 0 0,1 10 0 0 0,-3-11 0 0 0,1 0 0 0 0,-1 0 0 0 0,0-1 0 0 0,0 1 0 0 0,-1 0 0 0 0,1 0 0 0 0,-1-1 0 0 0,-1 5 0 0 0,1-4 0 0 0,-1 0 0 0 0,0 0 0 0 0,0 0 0 0 0,0 0 0 0 0,-6 6 0 0 0,0 0 0 0 0,-2-1 0 0 0,1 0 0 0 0,-1-1 0 0 0,0 0 0 0 0,-1-1 0 0 0,0 0 0 0 0,0-1 0 0 0,-13 6 0 0 0,10-6 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2.2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1 315 111 0 0,'38'0'0'0'0,"6"1"0"0"0,-1 0 0 0 0,-5 1 0 0 0,1-2 0 0 0,12-1 54 0 0,-11 0-44 0 0,9 0-10 0 0,6 0 0 0 0,73-5 0 0 0,137-24 0 0 0,328-45 0 0 0,-207 64 0 0 0,29-3 0 0 0,-48-43 0 0 0,-121 15 0 0 0,-217 38 0 0 0,5-2 0 0 0,18-2 0 0 0,0 0 0 0 0,2 1 0 0 0,2 0 0 0 0,2 0 0 0 0,-2 1 0 0 0,-7 2 0 0 0,0-2-53 0 0,-18 2 42 0 0,6-1 11 0 0,1 2 0 0 0,-4 0 0 0 0,-3 2-10 0 0,-30 1 8 0 0,-1 0 0 0 0,1 0 1 0 0,-1 0-1 0 0,1 0 0 0 0,-1 0 1 0 0,0 0-1 0 0,1 0 0 0 0,-1 0 0 0 0,1 0 1 0 0,-1 0-1 0 0,1 0 0 0 0,-1 0 1 0 0,1 0-1 0 0,-1 1 0 0 0,1-1 1 0 0,-1 0-1 0 0,0 0 0 0 0,1 1 0 0 0,-1-1 1 0 0,1 0-1 0 0,-1 0 0 0 0,0 1 1 0 0,1-1-1 0 0,-1 1 0 0 0,24 20-9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3.0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0 111 0 0,'6'3'54'0'0,"24"10"-44"0"0,-27-11-10 0 0,0 0 0 0 0,0 0 0 0 0,0 0 0 0 0,0 1 0 0 0,0-1 0 0 0,0 1 0 0 0,-1-1 0 0 0,4 6 0 0 0,-3-4 0 0 0,-1 0 0 0 0,0 0 0 0 0,0 1 0 0 0,-1-1 0 0 0,1 0 0 0 0,0 8 0 0 0,2 22 0 0 0,-4 2 0 0 0,-1 6 0 0 0,-2 3 0 0 0,2-1 0 0 0,1-2 0 0 0,3-5 0 0 0,7 1 0 0 0,3 1 0 0 0,1 3 0 0 0,-3 5 0 0 0,0 16-16 0 0,-3 1 0 0 0,-2 0-1 0 0,-5 99 1 0 0,-8-60-15 0 0,-28 149-1 0 0,9-134 32 0 0,-14 68 0 0 0,34-150 0 0 0,-1-1 0 0 0,-1-1 0 0 0,1-2 0 0 0,-2-1 0 0 0,2 0 0 0 0,1-2 0 0 0,4 0 0 0 0,1 0 0 0 0,2-1 0 0 0,2 0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7.2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24 0 0,'1'1'0'0'0,"0"-1"0"0"0,3-2 0 0 0,0 1 0 0 0,0 0 0 0 0,0 0 0 0 0,0 0 0 0 0,0 0 0 0 0,0 0 0 0 0,1 1 0 0 0,-1 0 0 0 0,0 0 0 0 0,8 1 0 0 0,2 3 0 0 0,1 3-1 0 0,-7-3 1 0 0,0-1 1 0 0,-1 0-1 0 0,12 3 0 0 0,-4-3 0 0 0,0-2 0 0 0,0-1 0 0 0,26 5 0 0 0,-40-5 0 0 0,0 1 0 0 0,0-1 0 0 0,0 1 0 0 0,0-1 0 0 0,0 1 0 0 0,0 0 0 0 0,0-1 0 0 0,0 1 0 0 0,0 0 0 0 0,0 0 0 0 0,0-1 0 0 0,0 1-1 0 0,1 2 1 0 0,-2-3 0 0 0,0 1 0 0 0,1-1 0 0 0,-1 0 1 0 0,0 1-1 0 0,0-1 0 0 0,0 1 0 0 0,1-1 0 0 0,-1 1 0 0 0,0-1 0 0 0,0 1 0 0 0,0-1 0 0 0,0 1 0 0 0,0-1 0 0 0,0 1 0 0 0,0-1 0 0 0,0 1 0 0 0,0-1 0 0 0,0 1 0 0 0,0-1 0 0 0,0 1 0 0 0,0-1 0 0 0,0 1 0 0 0,0-1 0 0 0,0 0 0 0 0,0 1 0 0 0,-1-1 0 0 0,1 1 0 0 0,0-1 0 0 0,0 1 0 0 0,-1-1 0 0 0,1 0 0 0 0,0 1 0 0 0,-1-1 0 0 0,1 1 0 0 0,-1-1 0 0 0,-3 3 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8.6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123 0 7 0 0,'-4'10'0'0'0,"1"0"0"0"0,0 1 0 0 0,0-1 0 0 0,1 1 0 0 0,1 0 0 0 0,-1 10 0 0 0,0 4 1 0 0,-7 67 30 0 0,4 119 1 0 0,16-3 0 0 0,-4-150-16 0 0,21 88 0 0 0,-16-94-16 0 0,-1 0 0 0 0,-4 0 0 0 0,-1 0 0 0 0,-3 1 0 0 0,-2 0 0 0 0,-2 0 0 0 0,-3-1 0 0 0,-16 83 0 0 0,-51 172 33 0 0,32-144-2 0 0,25-82-31 0 0,3 0 0 0 0,-1 87 0 0 0,9-71 0 0 0,12 123 0 0 0,0-142 0 0 0,-3-30 0 0 0,1 76 0 0 0,-5 71 0 0 0,-1-162 0 0 0,-9 234 0 0 0,7 277 0 0 0,24-365 0 0 0,-3-31 0 0 0,-17-106-2 0 0,24 182-60 0 0,13 19 62 0 0,-10-50 0 0 0,-9-30 0 0 0,-14-54 0 0 0,10 41 0 0 0,-2-27 0 0 0,-12-59-9 0 0,4 38-25 0 0,-5-83 29 0 0,1 0 0 0 0,1-1 0 0 0,9 25-1 0 0,-6-27 6 0 0,-9-18 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9.3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1 325 24 0 0,'2'-2'0'0'0,"0"-1"0"0"0,1 1 0 0 0,-1-1 0 0 0,0 1 0 0 0,2-6 0 0 0,3-2 0 0 0,16-18 16 0 0,1 2 1 0 0,1 0 0 0 0,1 2 0 0 0,2 0-1 0 0,0 2 1 0 0,41-24 0 0 0,-21 18-12 0 0,69-29 0 0 0,-96 50-5 0 0,11 2 0 0 0,-18 4 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29.8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1 237 55 0 0,'26'-39'0'0'0,"1"1"0"0"0,2 2 0 0 0,54-52 0 0 0,-82 87 0 0 0,28-22 0 0 0,-27 22 0 0 0,0-1 0 0 0,0 1 0 0 0,0 0 0 0 0,0 0 0 0 0,0 0 0 0 0,1 0 0 0 0,-1 0 0 0 0,0 0 0 0 0,1 1 0 0 0,-1-1 0 0 0,0 1 0 0 0,5 0 0 0 0,-1 1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0.4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0 325 55 0 0,'8'-8'0'0'0,"-2"-1"0"0"0,1 0 0 0 0,7-14 0 0 0,-1 1 0 0 0,11-15 0 0 0,47-67 0 0 0,-58 87 0 0 0,2 0 0 0 0,0 0 0 0 0,28-22 0 0 0,-40 36 0 0 0,1 0 0 0 0,1 0 0 0 0,-1 0 0 0 0,0 1 0 0 0,1 0 0 0 0,5-2 0 0 0,-9 3 0 0 0,0 1 0 0 0,0-1 0 0 0,0 1 0 0 0,0 0 0 0 0,0 0 0 0 0,0-1 0 0 0,0 1 0 0 0,0 0 0 0 0,1 0 0 0 0,-1 0 0 0 0,0 0 0 0 0,0 1 0 0 0,0-1 0 0 0,0 0 0 0 0,0 0 0 0 0,0 1 0 0 0,0-1 0 0 0,0 0 0 0 0,0 1 0 0 0,0-1 0 0 0,0 1 0 0 0,0-1 0 0 0,0 1 0 0 0,0 0 0 0 0,0-1 0 0 0,0 1 0 0 0,0 0 0 0 0,-1 0 0 0 0,1 0 0 0 0,0 0 0 0 0,-1-1 0 0 0,2 3 0 0 0,1 4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1.0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0 399 24 0 0,'98'-135'41'0'0,"-34"43"-19"0"0,13-1-22 0 0,-60 76 0 0 0,7-5 0 0 0,3 2 0 0 0,3 0 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1.5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0 274 15 0 0,'74'-113'1'0'0,"-62"97"20"0"0,1 0 0 0 0,23-21 0 0 0,-14 18-21 0 0,14-3 0 0 0,10 1 0 0 0,2 4 0 0 0,-2 5 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1.9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1 330 7 0 0,'21'-28'1'0'0,"-3"5"-1"0"0,8-9 0 0 0,10-10 53 0 0,-7 11-43 0 0,8-5-10 0 0,1-1 0 0 0,1 2 0 0 0,-3 2 0 0 0,-3 1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2.4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1 236 24 0 0,'0'-4'-1'0'0,"8"-6"2"0"0,2-1-1 0 0,7-9 0 0 0,6-4 0 0 0,2-2 0 0 0,2-1 0 0 0,-1-2 0 0 0,-2 2 0 0 0,2-1 0 0 0,2-1 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5.8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 44 24 0 0,'-4'3'0'0'0,"1"0"0"0"0,-1 0 0 0 0,1 0 0 0 0,-1 1 0 0 0,1-1 0 0 0,0 1 0 0 0,0-1 0 0 0,0 1 0 0 0,1 0 0 0 0,-1 0 0 0 0,-1 6 0 0 0,4-10 0 0 0,0 1 0 0 0,-1-1 0 0 0,1 1 0 0 0,0-1 0 0 0,0 1 0 0 0,0-1 0 0 0,0 1 0 0 0,0-1 0 0 0,0 1 0 0 0,1-1 0 0 0,-1 1 0 0 0,0-1 0 0 0,0 1 0 0 0,0-1 0 0 0,0 0 0 0 0,0 1 0 0 0,1-1 0 0 0,-1 1 0 0 0,0-1 0 0 0,1 1 0 0 0,10 3 0 0 0,9-5 0 0 0,1-1 0 0 0,-1 0 0 0 0,0-1 0 0 0,37-12 0 0 0,-4 0 0 0 0,179-44 0 0 0,-212 54 0 0 0,-2 1 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6.7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312 1 24 0 0,'-40'28'0'0'0,"23"-12"0"0"0,0 0-1 0 0,-24 32 1 0 0,-23 42 0 0 0,7-10 1 0 0,38-56-2 0 0,10-15 1 0 0,1 1 0 0 0,1 0 1 0 0,0 1-1 0 0,0 0 0 0 0,-8 18 0 0 0,14-28 0 0 0,1 0 0 0 0,-1 0 0 0 0,1 0 0 0 0,0 0 0 0 0,-1 1 0 0 0,1-1 0 0 0,0 0 0 0 0,0 0 0 0 0,0 0 0 0 0,0 1 0 0 0,0-1 0 0 0,0 0 0 0 0,0 0 0 0 0,0 0 0 0 0,0 1 0 0 0,1-1 0 0 0,-1 0 0 0 0,0 0 0 0 0,1 0 0 0 0,-1 0 0 0 0,1 0 0 0 0,-1 0 0 0 0,1 0 0 0 0,-1 0 0 0 0,1 0 0 0 0,0 0 0 0 0,0 0 0 0 0,0 0 0 0 0,-1 0 0 0 0,1 0 0 0 0,1 1 0 0 0,11 1 0 0 0,28 1 0 0 0,3-7 0 0 0,-8-3 0 0 0,16-5 0 0 0,0-3 0 0 0,-1-2 0 0 0,92-42 0 0 0,-126 49 0 0 0,16-12 0 0 0,-21 13 0 0 0,-1 0 0 0 0,1 1 0 0 0,25-10 0 0 0,-24 15 0 0 0,-13 2 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7.0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 1 24 0 0,'1'6'0'0'0,"0"0"0"0"0,0 0 0 0 0,-1 0 0 0 0,0 0 0 0 0,0 0 0 0 0,-2 9 0 0 0,1 6 0 0 0,-1 208 0 0 0,-1 70 0 0 0,0-246 0 0 0,-12 73 0 0 0,11-103 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39.7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97 1 55 0 0,'0'0'1'0'0,"7"2"15"0"0,-6-2-12 0 0,-1 1 0 0 0,1 0 0 0 0,0 0 0 0 0,0 0 0 0 0,-1 0 0 0 0,1 0 0 0 0,-1 0 0 0 0,1 0 0 0 0,-1 0 0 0 0,1 0 0 0 0,0 2-1 0 0,8 33 51 0 0,-6-16-41 0 0,-1 1-1 0 0,-1 38 1 0 0,-8 44 21 0 0,4-71-32 0 0,-3 37-1 0 0,-43 337-15 0 0,45-386-23 0 0,-12 55 4 0 0,13-66 33 0 0,0-1 1 0 0,0 1-1 0 0,-1-1 1 0 0,0 1-1 0 0,0-1 1 0 0,-7 8-1 0 0,6-11 0 0 0,4-5 0 0 0,1 0 0 0 0,0-1 0 0 0,0 1 0 0 0,0 0 0 0 0,-1 0 0 0 0,1 0 0 0 0,0 0 0 0 0,0 0 0 0 0,0 0 0 0 0,0 0 0 0 0,-1 0 0 0 0,1-1 0 0 0,0 1 0 0 0,0 0 0 0 0,0 0 0 0 0,0 0 0 0 0,0 0 0 0 0,-1 0 0 0 0,1-1 0 0 0,0 1 0 0 0,0 0 0 0 0,0 0 0 0 0,0 0 0 0 0,0-1 0 0 0,0 1 0 0 0,0 0 0 0 0,0 0 0 0 0,0 0 0 0 0,0-1 0 0 0,0 1 0 0 0,0 0 0 0 0,0 0 0 0 0,0 0 0 0 0,0-1 0 0 0,0-4 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40.1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85 24 0 0,'-1'-2'2'0'0,"1"1"1"0"0,0 0-1 0 0,-1 0 1 0 0,1 0 0 0 0,0 0-1 0 0,-1 0 1 0 0,1-1 0 0 0,0 1-1 0 0,0 0 1 0 0,0 0 0 0 0,0 0-1 0 0,0-1 1 0 0,0 1 0 0 0,1 0-1 0 0,-1 0 1 0 0,0 0 0 0 0,1-1-1 0 0,-1 1 1 0 0,0 0-1 0 0,1 0 1 0 0,0 0 0 0 0,-1 0-1 0 0,1 0 1 0 0,-1 0 0 0 0,1 0-1 0 0,0 0 1 0 0,1-1 0 0 0,1-1 6 0 0,0-1 0 0 0,0 1 0 0 0,1 0 0 0 0,-1-1 0 0 0,7-2-1 0 0,-3 1-8 0 0,0 1 0 0 0,14-5 0 0 0,-2 3 0 0 0,14 2 0 0 0,9 5 0 0 0,-31 0 0 0 0,1 1 0 0 0,12 4 0 0 0,-11-2 0 0 0,21 11 0 0 0,-25-11 0 0 0,1 2 0 0 0,14 10 0 0 0,-15-9 0 0 0,-1 1 0 0 0,0-1 0 0 0,8 12 0 0 0,-6-6 0 0 0,16 27 0 0 0,4 22 0 0 0,-5 0 0 0 0,-7-10 0 0 0,-7-1 0 0 0,-4 2 11 0 0,-7-36-1 0 0,1 1 1 0 0,-2 0-1 0 0,-1-1 0 0 0,0 1 0 0 0,-1-1 0 0 0,-1 0 0 0 0,0 0 1 0 0,-1 0-1 0 0,-1 0 0 0 0,-1-1 0 0 0,-10 18 0 0 0,6-15-4 0 0,0-2 0 0 0,-1 0 0 0 0,-1 0 0 0 0,-1-1 0 0 0,0-1 0 0 0,-1 0 0 0 0,-1-1 0 0 0,0-1 0 0 0,-19 12-1 0 0,2-3-13 0 0,-40 18-1 0 0,58-33-19 0 0,0 0-1 0 0,-1-2 0 0 0,0 0 1 0 0,0 0-1 0 0,-22 2 0 0 0,17-4 18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35:41.7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232 0 7 0 0,'0'9'0'0'0,"-1"-1"0"0"0,-1 0 0 0 0,-1 9 0 0 0,-3 10 1 0 0,-4 74 33 0 0,3 0 1 0 0,5 1-1 0 0,19 166 1 0 0,28 91 24 0 0,12 98-77 0 0,-50-230-43 0 0,-17 1 61 0 0,0 48 1 0 0,10-259-1 0 0,-8 319 0 0 0,2-275 0 0 0,-27 118 0 0 0,-35 56 0 0 0,-13 63 0 0 0,5 144 0 0 0,74-428 0 0 0,-1 3 0 0 0,-8 79 0 0 0,9-67 0 0 0,0-2 0 0 0,0-4 0 0 0,-1 1 0 0 0,0 0 0 0 0,1 1 0 0 0,1 3 0 0 0,1 3 0 0 0,2 1 0 0 0,-2-1 0 0 0,2-6 0 0 0,1-1 0 0 0,2-2 0 0 0,-5-20 0 0 0,0-1 0 0 0,1 1 0 0 0,-1-1 0 0 0,0 1 0 0 0,0-1 0 0 0,0 1 0 0 0,0-1 0 0 0,0 1 0 0 0,0-1 0 0 0,0 1 0 0 0,0-1 0 0 0,-1 1 0 0 0,1-1 0 0 0,-1 1 0 0 0,0 1 0 0 0,-2 3 0 0 0,-1 14 0 0 0,2-13 0 0 0,0-1 0 0 0,1 1 0 0 0,0 0 0 0 0,1 0 0 0 0,-1 0 0 0 0,1 0 0 0 0,1 7 0 0 0,1 8 0 0 0,0 2 0 0 0,1-1 0 0 0,0-1 0 0 0,0 11 0 0 0,-3-33 0 0 0,0 0 0 0 0,0 0 0 0 0,0 0 0 0 0,0-1 0 0 0,0 1 0 0 0,0 0 0 0 0,0 0 0 0 0,0 0 0 0 0,0 0 0 0 0,0 0 0 0 0,0 0 0 0 0,0 0 0 0 0,0 0 0 0 0,0 0 0 0 0,0 0 0 0 0,0 0 0 0 0,0 0 0 0 0,0 0 0 0 0,-1 0 0 0 0,1 0 0 0 0,0 0 0 0 0,0 0 0 0 0,0 0 0 0 0,0 0 0 0 0,0 0 0 0 0,0 0 0 0 0,0 1 0 0 0,0-1 0 0 0,0 0 0 0 0,0 0 0 0 0,0 0 0 0 0,0 0 0 0 0,0 0 0 0 0,0 0 0 0 0,0 0 0 0 0,0 0 0 0 0,0 0 0 0 0,0 0 0 0 0,0 0 0 0 0,-3-6 0 0 0,2 5 0 0 0,-1-4 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0:56.8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19 170 24 0 0,'-2'0'0'0'0,"-4"4"-1"0"0,5-3 1 0 0,-8 8 11 0 0,9-8 106 0 0,8-2-53 0 0,33-3-10 0 0,-5-1-33 0 0,-20 3 22 0 0,32 1-33 0 0,20 1-10 0 0,2 0 0 0 0,7 3 0 0 0,-3-3 0 0 0,4-4 0 0 0,123-23 64 0 0,-198 26-64 0 0,52-8 0 0 0,17-1 0 0 0,4-1 0 0 0,1 0 11 0 0,1 0 32 0 0,4 4-33 0 0,1 5-10 0 0,-4 2 0 0 0,-7 2 0 0 0,-8 2 0 0 0,-5-2 0 0 0,-3-1 0 0 0,1-2 0 0 0,0-4 0 0 0,2-1 0 0 0,4-1 0 0 0,1-4 0 0 0,2 2 0 0 0,2 0 0 0 0,-2 3 0 0 0,-6 1 0 0 0,-9 3 0 0 0,-1 0 0 0 0,8 0 0 0 0,2 2 0 0 0,5 2 0 0 0,-1 0 0 0 0,-7-3 0 0 0,0-2 0 0 0,2-1 0 0 0,-1 1 0 0 0,-2 1 0 0 0,-3 0 0 0 0,-1 0 0 0 0,9 0 0 0 0,-3-1 0 0 0,-8-1 0 0 0,-2 1 0 0 0,8 4 0 0 0,-7 5-12 0 0,-39-4-48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0:49.4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1 322 79 0 0,'0'-2'0'0'0,"0"0"0"0"0,-1 0 0 0 0,1 0 0 0 0,0 0 0 0 0,0 0 0 0 0,0 0 0 0 0,1 1 0 0 0,-1-1 0 0 0,0 0 0 0 0,1 0 0 0 0,-1 0 0 0 0,1 0 0 0 0,1-2 0 0 0,13-27 0 0 0,-9 21 0 0 0,0-1 0 0 0,0 1 0 0 0,1 0 0 0 0,0 0 0 0 0,1 0 0 0 0,0 1 0 0 0,1 0 0 0 0,-1 0 0 0 0,2 1 0 0 0,-1 1 0 0 0,1-1 0 0 0,0 2 0 0 0,13-7 0 0 0,-22 12 0 0 0,1 0 0 0 0,0 1 0 0 0,0-1 0 0 0,-1 1 0 0 0,1 0 0 0 0,0-1 0 0 0,0 1 0 0 0,0 0 0 0 0,3 0 0 0 0,37 2 11 0 0,-19 2 32 0 0,40 12-33 0 0,14-4-10 0 0,-14-7 11 0 0,-36-4 32 0 0,45-1-33 0 0,229-6-10 0 0,-47-9 0 0 0,248-19 0 0 0,-198 14 0 0 0,-38 4 0 0 0,411-19 0 0 0,-154 11 0 0 0,-461 21 3 0 0,79-7-19 0 0,-100 5-51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0:49.9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1 24 0 0,'12'4'-1'0'0,"-5"-1"2"0"0,6 9-1 0 0,-6-5 0 0 0,0 0 0 0 0,-1 1 0 0 0,0 0 0 0 0,8 15 0 0 0,-10-13 0 0 0,0 0 0 0 0,-1-1 0 0 0,0 2 0 0 0,-1-1 0 0 0,0 0 0 0 0,1 11 0 0 0,-1 17 14 0 0,-1-1 0 0 0,-5 40 0 0 0,-12 78 54 0 0,14-142-61 0 0,-30 207 3 0 0,-14 140 44 0 0,32 120-44 0 0,49-115 69 0 0,-19-268-54 0 0,50 164-1 0 0,-42-188-24 0 0,4-2 0 0 0,47 87 0 0 0,-52-117 0 0 0,2 0 0 0 0,2-2 0 0 0,1-1 0 0 0,64 64 0 0 0,-22-36-4 0 0,4-4 0 0 0,155 101 0 0 0,-160-125-30 0 0,1-2 0 0 0,2-4-1 0 0,80 24 1 0 0,-75-31-33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0:50.7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2010 0 79 0 0,'17'71'0'0'0,"6"32"0"0"0,1 11 0 0 0,1 67 0 0 0,-15-60 16 0 0,-6 147 0 0 0,-9-176-5 0 0,-5-1 0 0 0,-25 114-1 0 0,-57 117 22 0 0,61-237-16 0 0,-72 135 0 0 0,-124 196-5 0 0,74-160 46 0 0,107-191-59 0 0,-95 104 0 0 0,22-49 2 0 0,-171 133 0 0 0,238-212 0 0 0,-3-2 0 0 0,-1-3 0 0 0,-1-2 0 0 0,-70 29 0 0 0,94-49 0 0 0,-1-2 0 0 0,0-2 0 0 0,-57 10 0 0 0,63-16 0 0 0,1-2 0 0 0,-1-1 0 0 0,1 0 0 0 0,0-3 0 0 0,-38-5 0 0 0,48 4-20 0 0,0-2 0 0 0,-33-12 0 0 0,15 2 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0:51.4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0 358 55 0 0,'59'0'0'0'0,"5"-2"0"0"0,17-3 0 0 0,1038-25 128 0 0,-549 18-75 0 0,-359 5-42 0 0,80-4 17 0 0,70-3 8 0 0,493-16 28 0 0,-302-9-64 0 0,-345 23 0 0 0,114-14 0 0 0,-49 3 0 0 0,78-9 0 0 0,85-7 0 0 0,-189 25-23 0 0,115-8-36 0 0,-203 20-5 0 0,-81 1 10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2:06.3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0 174 24 0 0,'5'0'0'0'0,"-1"-1"0"0"0,0 0 0 0 0,1 0 0 0 0,-1 0 0 0 0,0 0 0 0 0,0-1 0 0 0,0 0 0 0 0,0 0 0 0 0,6-3 0 0 0,-5 2 0 0 0,0 0 0 0 0,0 1 0 0 0,1-1 0 0 0,8-1 0 0 0,6-1-1 0 0,9-1 2 0 0,40-5-1 0 0,-46 9 0 0 0,65-5 0 0 0,167 7 0 0 0,150 18 0 0 0,2-20 0 0 0,-284 1 0 0 0,328 11 35 0 0,-53 0-7 0 0,274-21 4 0 0,-1-30 0 0 0,-440 19-32 0 0,360-30 0 0 0,3 32 0 0 0,383 50 0 0 0,-592-16 0 0 0,-289-11 0 0 0,50 7 0 0 0,-88-4 0 0 0,-45-5-14 0 0,0 2 0 0 0,0-1-1 0 0,0 2 1 0 0,19 6-1 0 0,-19-4 15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2:23.9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1 170 24 0 0,'4'-4'-1'0'0,"1"0"1"0"0,0 1 0 0 0,1 0 0 0 0,-1 0 0 0 0,1 0 0 0 0,-1 1 0 0 0,1 0 0 0 0,0 0 0 0 0,6-1 0 0 0,1-1 1 0 0,17-6 9 0 0,0 2 1 0 0,1 2-1 0 0,0 0 1 0 0,0 3 0 0 0,49-1-1 0 0,74 5 34 0 0,87 0 40 0 0,0 0-84 0 0,58-2 0 0 0,302-15 64 0 0,-317 5-64 0 0,-26 1 0 0 0,229-8 0 0 0,-57 2 0 0 0,-128 7 0 0 0,145-3 0 0 0,-183 6 0 0 0,218 3 0 0 0,-135 15 0 0 0,-275-8-30 0 0,71 14 0 0 0,-128-16 18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2:26.2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57 7 0 0,'19'-5'0'0'0,"0"1"0"0"0,36-3 0 0 0,-19 3 1 0 0,138-14 44 0 0,-170 18-37 0 0,62-4 2 0 0,-13 1 6 0 0,52-2 32 0 0,-73 6-48 0 0,18 4 0 0 0,1 3 0 0 0,3 3 0 0 0,5 1 0 0 0,6 1 0 0 0,24 0 0 0 0,116 2 0 0 0,93-15 0 0 0,-127-2 0 0 0,460-5 0 0 0,-328 3 0 0 0,-2-4 0 0 0,81-1 0 0 0,328 16 0 0 0,204 3 0 0 0,-333-32 0 0 0,-502 18 0 0 0,204-16 0 0 0,174-4 0 0 0,-417 24 0 0 0,12 0 0 0 0,-5-2 0 0 0,-8 2 0 0 0,0 0 0 0 0,-8 0 0 0 0,-21 0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2:28.5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 44 24 0 0,'-1'0'1'0'0,"0"0"-1"0"0,1 0 0 0 0,0 1 0 0 0,0-1 0 0 0,-1 0 1 0 0,1 0-1 0 0,0 0 0 0 0,0 0 0 0 0,0 0 1 0 0,-1 0-1 0 0,1-1 0 0 0,0 1 0 0 0,0 0 1 0 0,-1 0-1 0 0,1 0 0 0 0,0 0 0 0 0,0 0 1 0 0,0 0-1 0 0,-1 0 0 0 0,1 0 0 0 0,0 0 1 0 0,0-1-1 0 0,0 1 0 0 0,0 0 0 0 0,-1 0 1 0 0,1 0-1 0 0,0 0 0 0 0,0-1 0 0 0,0 1 1 0 0,0 0-1 0 0,0 0 0 0 0,-1 0 0 0 0,1-1 1 0 0,0 1-1 0 0,0 0 0 0 0,0 0 0 0 0,0 0 1 0 0,0-1-1 0 0,0 1 0 0 0,0 0 0 0 0,0 0 1 0 0,0-1-1 0 0,0 1 0 0 0,0 0 0 0 0,0 0 1 0 0,0 0-1 0 0,0-1 0 0 0,0 1 0 0 0,0 0 1 0 0,0-1-1 0 0,9 0 53 0 0,34-4-40 0 0,117-12-13 0 0,235 3 0 0 0,589 54 193 0 0,-825-32-194 0 0,402 11 1 0 0,-112-5 0 0 0,411 16 0 0 0,113-16 0 0 0,-773-13 0 0 0,764-14 0 0 0,-864 8-1 0 0,493-7-10 0 0,-573 13-12 0 0,19 0-22 0 0,78 12 0 0 0,-49 0 34 0 0,-11 0 1 0 0,-46-10-44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28.4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1 137 24 0 0,'1'-5'-1'0'0,"1"1"1"0"0,-1 0 0 0 0,1 0 0 0 0,0 0 0 0 0,0 0 0 0 0,0 1 0 0 0,1-1 0 0 0,0 0 0 0 0,-1 1 0 0 0,6-5 0 0 0,37-31 1 0 0,-34 29-1 0 0,-4 4 0 0 0,0 1 0 0 0,0 0 0 0 0,1 1 0 0 0,0-1 0 0 0,-1 2 0 0 0,1-1 0 0 0,16-4 0 0 0,-14 8-1 0 0,3 11 12 0 0,-1 2 32 0 0,41 41-33 0 0,-45-47-10 0 0,1-1 0 0 0,0 0 0 0 0,0 0 0 0 0,17 7 0 0 0,-12-7 0 0 0,-1-1 0 0 0,22 5 0 0 0,3-3 0 0 0,1-1 0 0 0,70 2 0 0 0,81-12 0 0 0,-149 2 0 0 0,304-22 32 0 0,1-1 0 0 0,-65 19-32 0 0,410 43 0 0 0,-93 45 0 0 0,-560-76 0 0 0,196 33 0 0 0,24 4 0 0 0,1-16 0 0 0,-222-25 0 0 0,13 3 0 0 0,-6 1 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29.3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90 34 55 0 0,'-29'-6'9'0'0,"15"4"6"0"0,0-1 0 0 0,-19-7 0 0 0,33 10-15 0 0,1 0 1 0 0,-1 0-1 0 0,0 0 0 0 0,0 0 1 0 0,0 0-1 0 0,0 0 0 0 0,0 0 1 0 0,0 0-1 0 0,0 0 0 0 0,0 0 1 0 0,0 0-1 0 0,0 0 0 0 0,0 0 1 0 0,0 0-1 0 0,0 0 0 0 0,0 0 1 0 0,1 0-1 0 0,-1 0 0 0 0,0 0 1 0 0,0 0-1 0 0,0 0 1 0 0,0 0-1 0 0,0 0 0 0 0,0 0 1 0 0,0 0-1 0 0,0 0 0 0 0,0 0 1 0 0,0 0-1 0 0,0 0 0 0 0,0-1 1 0 0,0 1-1 0 0,0 0 0 0 0,0 0 1 0 0,0 0-1 0 0,0 0 0 0 0,0 0 1 0 0,0 0-1 0 0,0 0 0 0 0,0 0 1 0 0,0 0-1 0 0,0 0 0 0 0,0 0 1 0 0,0 0-1 0 0,0 0 1 0 0,0-1-1 0 0,0 1 0 0 0,0 0 1 0 0,0 0-1 0 0,0 0 0 0 0,0 0 1 0 0,0 0-1 0 0,0 0 0 0 0,0 0 1 0 0,0 0-1 0 0,0 0 0 0 0,0 0 1 0 0,0 0-1 0 0,0 0 0 0 0,-1 0 1 0 0,1 0-1 0 0,0 0 0 0 0,0 0 1 0 0,0 0-1 0 0,0 0 1 0 0,0 0-1 0 0,0-1 0 0 0,0 1 1 0 0,0 0-1 0 0,0 0 0 0 0,9-3 34 0 0,13-2-18 0 0,13 4-16 0 0,-10 2 0 0 0,-14 0 3 0 0,34 6 48 0 0,7 2-41 0 0,26 6 44 0 0,120 12-44 0 0,339-1-10 0 0,45-30-60 0 0,-437-5-16 0 0,-129 9 76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30.7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1 143 24 0 0,'11'-5'0'0'0,"0"0"0"0"0,0-1 0 0 0,20-14 0 0 0,-18 10 0 0 0,1 2 0 0 0,0-2 0 0 0,-1 0 0 0 0,0-1 0 0 0,-1 0 0 0 0,0 0 0 0 0,19-25 0 0 0,-32 38-1 0 0,0 1 1 0 0,0-1 0 0 0,1 0 0 0 0,-1 1 0 0 0,1-1 0 0 0,0 1 0 0 0,0-1 0 0 0,-1 1 0 0 0,2-1 0 0 0,-1 4 0 0 0,4 32 5 0 0,-3-30 1 0 0,2 9 37 0 0,11 53-33 0 0,3-3 1 0 0,-9-37 32 0 0,17 55-22 0 0,12 20 22 0 0,-2-18-22 0 0,-20-52 22 0 0,28 51-33 0 0,11 7-10 0 0,-44-79 0 0 0,0 0 0 0 0,0-1 0 0 0,20 19 0 0 0,-19-23 0 0 0,0 0 0 0 0,1 0 0 0 0,15 8 0 0 0,-23-15 0 0 0,0 0 0 0 0,0 0 0 0 0,-1-1 0 0 0,1 1 0 0 0,0-1 0 0 0,0 0 0 0 0,0 0 0 0 0,1 0 0 0 0,-1-1 0 0 0,0 1 0 0 0,0-1 0 0 0,0 0 0 0 0,1 0 0 0 0,-1 0 0 0 0,0-1 0 0 0,0 0 0 0 0,0 0 0 0 0,0 0 0 0 0,8-3 0 0 0,-6 2 2 0 0,-1-1 0 0 0,1 0-1 0 0,-1 0 1 0 0,1-1-1 0 0,-1 1 1 0 0,0-1-1 0 0,0-1 1 0 0,-1 1-1 0 0,1-1 1 0 0,-1 1-1 0 0,0-1 1 0 0,0 0-1 0 0,3-7 1 0 0,4-7 12 0 0,0 0 0 0 0,10-29 0 0 0,-6 10-16 0 0,-3 0 0 0 0,0-1 0 0 0,-3 0 0 0 0,-1-1-1 0 0,4-70 1 0 0,-10 58-31 0 0,-7-67-1 0 0,5 116 29 0 0,-1 1-1 0 0,1 0 0 0 0,0-1 0 0 0,0 1 0 0 0,1-1 0 0 0,-1 1 0 0 0,0 0 0 0 0,2-4 0 0 0,-1 1-5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31.3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153 36 24 0 0,'6'-4'0'0'0,"-1"0"0"0"0,1 1 0 0 0,0 0 0 0 0,0 0 0 0 0,0 0 0 0 0,1 1 0 0 0,-1 0 0 0 0,0 0 0 0 0,13-2 0 0 0,5 2 0 0 0,34 0 0 0 0,-29 1 0 0 0,-9 1 0 0 0,0 0 0 0 0,0 2 0 0 0,0 0 0 0 0,0 1 0 0 0,29 8 0 0 0,-48-11 0 0 0,0 1 0 0 0,-1-1 0 0 0,1 0 0 0 0,0 0 0 0 0,-1 1 0 0 0,1-1 0 0 0,-1 1 0 0 0,1-1 0 0 0,0 0 0 0 0,-1 1 0 0 0,1-1 0 0 0,-1 1 0 0 0,1-1 0 0 0,-1 1 0 0 0,0-1 0 0 0,1 1 0 0 0,-1-1 0 0 0,1 1 0 0 0,-1 0 0 0 0,0-1 0 0 0,0 1 0 0 0,1 0 0 0 0,-1-1 0 0 0,0 1 0 0 0,0 0 0 0 0,0-1 0 0 0,1 1 0 0 0,-1 0 0 0 0,0-1 0 0 0,0 1 0 0 0,0 0 0 0 0,0 0 0 0 0,-1-1 0 0 0,1 1 0 0 0,0 0 0 0 0,-1 10 0 0 0,0 0 0 0 0,0 0 0 0 0,-1 0 0 0 0,-4 11 0 0 0,5-18 0 0 0,0-1 0 0 0,0 0 0 0 0,-1 0 0 0 0,0 0 0 0 0,1 0 0 0 0,-1 0 0 0 0,0 0 0 0 0,0 0 0 0 0,-1 0 0 0 0,1-1 0 0 0,-1 1 0 0 0,1-1 0 0 0,-1 0 0 0 0,0 0 0 0 0,0 0 0 0 0,-4 3 0 0 0,-6 3 0 0 0,-211 133 0 0 0,142-93 10 0 0,66-39 19 0 0,-5 3-7 0 0,1 0 0 0 0,1 1 0 0 0,-28 25 0 0 0,46-38-22 0 0,1 0 0 0 0,0 1 0 0 0,-1-1 0 0 0,1 0 0 0 0,0 0 0 0 0,0 1 0 0 0,-1-1 0 0 0,1 0 0 0 0,0 0 0 0 0,0 1 0 0 0,0-1 0 0 0,-1 0 0 0 0,1 1 0 0 0,0-1 0 0 0,0 0 0 0 0,0 1 0 0 0,0-1 0 0 0,0 0 0 0 0,0 1 0 0 0,0-1 0 0 0,0 0 0 0 0,-1 1 0 0 0,1-1 0 0 0,0 0 0 0 0,0 1 0 0 0,1-1 0 0 0,-1 0 0 0 0,0 1 0 0 0,0-1 0 0 0,0 1 0 0 0,0-1 0 0 0,0 1 0 0 0,1-1 0 0 0,0 1 0 0 0,-1 0 0 0 0,1-1 0 0 0,0 1 0 0 0,0-1 0 0 0,-1 0 0 0 0,1 1 0 0 0,0-1 0 0 0,0 0 0 0 0,0 1 0 0 0,-1-1 0 0 0,3 0 0 0 0,27 3 0 0 0,8-1 0 0 0,-1 1 0 0 0,72 16 0 0 0,-50-6 0 0 0,-35-8 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31.9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1 332 55 0 0,'-1'7'0'0'0,"2"-5"0"0"0,13 35 0 0 0,16 50 0 0 0,5-1 0 0 0,6-8 0 0 0,-27-57 0 0 0,21 26 0 0 0,-20-30 0 0 0,26 23 0 0 0,21 8 0 0 0,-3-11 0 0 0,-2-9 0 0 0,-45-23 4 0 0,1 0-1 0 0,0-1 0 0 0,0 0 0 0 0,0-1 0 0 0,26 3 0 0 0,-32-6-1 0 0,-1 0 0 0 0,0 0 1 0 0,1 0-1 0 0,-1-1 0 0 0,0 0 0 0 0,1 0 0 0 0,-1 0 0 0 0,0-1 1 0 0,0 0-1 0 0,0 0 0 0 0,0-1 0 0 0,-1 1 0 0 0,1-1 0 0 0,-1-1 1 0 0,7-4-1 0 0,-5 2 3 0 0,0-1 1 0 0,-1 0-1 0 0,0 0 1 0 0,0 0 0 0 0,0-1-1 0 0,-1 0 1 0 0,0 0-1 0 0,0-1 1 0 0,-1 1-1 0 0,3-11 1 0 0,3-11 3 0 0,10-52 1 0 0,-14 55-16 0 0,16-94-15 0 0,-4 0 0 0 0,1-148-1 0 0,-18 256 22 0 0,-1 0 0 0 0,0-1 0 0 0,-1-14 0 0 0,1 25 0 0 0,-1 0 0 0 0,1 0 0 0 0,-1 0 0 0 0,0 1 0 0 0,1-1 0 0 0,-1 0 0 0 0,-1 0 0 0 0,1 1 0 0 0,0-1 0 0 0,0 1 0 0 0,-1-1 0 0 0,0 1 0 0 0,1 0 0 0 0,-1-1 0 0 0,0 1 0 0 0,-2-2 0 0 0,-4-1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32.7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0 79 0 0,'27'2'21'0'0,"-1"0"0"0"0,27 8 0 0 0,-44-9-20 0 0,94 23-1 0 0,-75-15 0 0 0,-18-5 0 0 0,0 1 0 0 0,12 6 0 0 0,-19-9 0 0 0,1 0 0 0 0,-1 0 0 0 0,1 1 0 0 0,-1-1 0 0 0,0 1 0 0 0,0 0 0 0 0,0 0 0 0 0,-1 0 0 0 0,1 0 0 0 0,-1 0 0 0 0,1 0 0 0 0,-1 1 0 0 0,2 4 0 0 0,-2-2 0 0 0,-1-1 0 0 0,0 1 0 0 0,-1 0 0 0 0,1-1 0 0 0,-1 1 0 0 0,0-1 0 0 0,0 1 0 0 0,-1 0 0 0 0,-2 10 0 0 0,2-12 0 0 0,-1 1 0 0 0,1-1 0 0 0,-1 0 0 0 0,0 0 0 0 0,0 0 0 0 0,0 0 0 0 0,-1 0 0 0 0,1 0 0 0 0,-1-1 0 0 0,0 1 0 0 0,0-1 0 0 0,0 0 0 0 0,-1 0 0 0 0,1 0 0 0 0,-1 0 0 0 0,-5 3 0 0 0,-3 2 0 0 0,-30 24 20 0 0,-1-2 0 0 0,-49 24 0 0 0,-98 40 19 0 0,156-78-10 0 0,23-11-28 0 0,9-5 4 0 0,0 1-1 0 0,0-1 0 0 0,0 1 0 0 0,0 0 0 0 0,0 0 1 0 0,1 0-1 0 0,-1 0 0 0 0,0 0 0 0 0,1 0 0 0 0,-1 0 1 0 0,1 0-1 0 0,-1 1 0 0 0,1-1 0 0 0,-2 2 0 0 0,3-2-4 0 0,1-1 0 0 0,-1 0 0 0 0,0 0 0 0 0,1 1 0 0 0,-1-1 0 0 0,0 0 0 0 0,1 0 0 0 0,-1 0 0 0 0,0 0 0 0 0,1 1 0 0 0,-1-1 0 0 0,0 0 0 0 0,1 0 0 0 0,-1 0 0 0 0,1 0 0 0 0,-1 0 0 0 0,0 0 0 0 0,1 0 0 0 0,-1 0 0 0 0,0 0 0 0 0,1 0 0 0 0,-1 0 0 0 0,1 0 0 0 0,0 0 0 0 0,14-1 0 0 0,-14 1 0 0 0,22-3 0 0 0,0-1 0 0 0,28-8 0 0 0,-15 3 0 0 0,17-4 0 0 0,-1 0 0 0 0,1 2 0 0 0,94-7 0 0 0,-138 18 0 0 0,15-1-4 0 0,0 1 1 0 0,31 4 0 0 0,-33 1-51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1T10:45:33.9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1 614 143 0 0,'461'-62'0'0'0,"-427"58"0"0"0,494-46 0 0 0,-63 44 46 0 0,-210 10-28 0 0,187-8 46 0 0,-115-6-31 0 0,-109 2-2 0 0,62-1-31 0 0,220-3 0 0 0,-13 0 0 0 0,265-19 0 0 0,-491 20 0 0 0,269-16 0 0 0,-281 11 0 0 0,231-22 54 0 0,548-104-44 0 0,-931 125-9 0 0,380-75-12 0 0,-436 82-52 0 0,0-1 0 0 0,63-27-1 0 0,-96 34 52 0 0,-2 1-48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91217-798A-40F8-B13D-AE888733CAE9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AC0B3-6F66-4298-B96F-13A36C44C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6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48021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SzPct val="50000"/>
              <a:buFont typeface="Wingdings" panose="05000000000000000000" pitchFamily="2" charset="2"/>
              <a:buChar char="u"/>
              <a:defRPr/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9896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11551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0988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4610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10327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535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9868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5009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6124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0745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4D5DB-D96B-41DD-AA7B-20A58568D465}" type="datetime1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0E2FB-F9DA-41D2-B024-CA9A03739C3B}"/>
              </a:ext>
            </a:extLst>
          </p:cNvPr>
          <p:cNvSpPr/>
          <p:nvPr userDrawn="1"/>
        </p:nvSpPr>
        <p:spPr>
          <a:xfrm>
            <a:off x="543339" y="1218028"/>
            <a:ext cx="11105323" cy="745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028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35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7.xml"/><Relationship Id="rId40" Type="http://schemas.openxmlformats.org/officeDocument/2006/relationships/image" Target="../media/image21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3.xml"/><Relationship Id="rId8" Type="http://schemas.openxmlformats.org/officeDocument/2006/relationships/image" Target="../media/image5.png"/><Relationship Id="rId51" Type="http://schemas.openxmlformats.org/officeDocument/2006/relationships/customXml" Target="../ink/ink24.xml"/><Relationship Id="rId72" Type="http://schemas.openxmlformats.org/officeDocument/2006/relationships/image" Target="../media/image37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1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8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43.png"/><Relationship Id="rId18" Type="http://schemas.openxmlformats.org/officeDocument/2006/relationships/customXml" Target="../ink/ink43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7" Type="http://schemas.openxmlformats.org/officeDocument/2006/relationships/image" Target="../media/image40.png"/><Relationship Id="rId12" Type="http://schemas.openxmlformats.org/officeDocument/2006/relationships/customXml" Target="../ink/ink40.xml"/><Relationship Id="rId17" Type="http://schemas.openxmlformats.org/officeDocument/2006/relationships/image" Target="../media/image45.png"/><Relationship Id="rId2" Type="http://schemas.openxmlformats.org/officeDocument/2006/relationships/customXml" Target="../ink/ink35.xml"/><Relationship Id="rId16" Type="http://schemas.openxmlformats.org/officeDocument/2006/relationships/customXml" Target="../ink/ink42.xml"/><Relationship Id="rId20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10" Type="http://schemas.openxmlformats.org/officeDocument/2006/relationships/customXml" Target="../ink/ink39.xml"/><Relationship Id="rId19" Type="http://schemas.openxmlformats.org/officeDocument/2006/relationships/image" Target="../media/image46.png"/><Relationship Id="rId4" Type="http://schemas.openxmlformats.org/officeDocument/2006/relationships/customXml" Target="../ink/ink36.xml"/><Relationship Id="rId9" Type="http://schemas.openxmlformats.org/officeDocument/2006/relationships/image" Target="../media/image41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13" Type="http://schemas.openxmlformats.org/officeDocument/2006/relationships/image" Target="../media/image55.png"/><Relationship Id="rId18" Type="http://schemas.openxmlformats.org/officeDocument/2006/relationships/customXml" Target="../ink/ink53.xml"/><Relationship Id="rId26" Type="http://schemas.openxmlformats.org/officeDocument/2006/relationships/customXml" Target="../ink/ink57.xml"/><Relationship Id="rId3" Type="http://schemas.openxmlformats.org/officeDocument/2006/relationships/image" Target="../media/image50.png"/><Relationship Id="rId21" Type="http://schemas.openxmlformats.org/officeDocument/2006/relationships/image" Target="../media/image59.png"/><Relationship Id="rId7" Type="http://schemas.openxmlformats.org/officeDocument/2006/relationships/image" Target="../media/image52.png"/><Relationship Id="rId12" Type="http://schemas.openxmlformats.org/officeDocument/2006/relationships/customXml" Target="../ink/ink50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2" Type="http://schemas.openxmlformats.org/officeDocument/2006/relationships/image" Target="../media/image49.png"/><Relationship Id="rId16" Type="http://schemas.openxmlformats.org/officeDocument/2006/relationships/customXml" Target="../ink/ink52.xml"/><Relationship Id="rId20" Type="http://schemas.openxmlformats.org/officeDocument/2006/relationships/customXml" Target="../ink/ink54.xml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11" Type="http://schemas.openxmlformats.org/officeDocument/2006/relationships/image" Target="../media/image54.png"/><Relationship Id="rId24" Type="http://schemas.openxmlformats.org/officeDocument/2006/relationships/customXml" Target="../ink/ink56.xml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58.xml"/><Relationship Id="rId10" Type="http://schemas.openxmlformats.org/officeDocument/2006/relationships/customXml" Target="../ink/ink49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" Type="http://schemas.openxmlformats.org/officeDocument/2006/relationships/customXml" Target="../ink/ink46.xml"/><Relationship Id="rId9" Type="http://schemas.openxmlformats.org/officeDocument/2006/relationships/image" Target="../media/image53.png"/><Relationship Id="rId14" Type="http://schemas.openxmlformats.org/officeDocument/2006/relationships/customXml" Target="../ink/ink51.xml"/><Relationship Id="rId22" Type="http://schemas.openxmlformats.org/officeDocument/2006/relationships/customXml" Target="../ink/ink55.xml"/><Relationship Id="rId27" Type="http://schemas.openxmlformats.org/officeDocument/2006/relationships/image" Target="../media/image62.png"/><Relationship Id="rId30" Type="http://schemas.openxmlformats.org/officeDocument/2006/relationships/customXml" Target="../ink/ink5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7.xml"/><Relationship Id="rId21" Type="http://schemas.openxmlformats.org/officeDocument/2006/relationships/customXml" Target="../ink/ink69.xml"/><Relationship Id="rId63" Type="http://schemas.openxmlformats.org/officeDocument/2006/relationships/customXml" Target="../ink/ink90.xml"/><Relationship Id="rId159" Type="http://schemas.openxmlformats.org/officeDocument/2006/relationships/customXml" Target="../ink/ink138.xml"/><Relationship Id="rId170" Type="http://schemas.openxmlformats.org/officeDocument/2006/relationships/image" Target="../media/image149.png"/><Relationship Id="rId226" Type="http://schemas.openxmlformats.org/officeDocument/2006/relationships/image" Target="../media/image177.png"/><Relationship Id="rId268" Type="http://schemas.openxmlformats.org/officeDocument/2006/relationships/image" Target="../media/image198.png"/><Relationship Id="rId32" Type="http://schemas.openxmlformats.org/officeDocument/2006/relationships/image" Target="../media/image80.png"/><Relationship Id="rId74" Type="http://schemas.openxmlformats.org/officeDocument/2006/relationships/image" Target="../media/image101.png"/><Relationship Id="rId128" Type="http://schemas.openxmlformats.org/officeDocument/2006/relationships/image" Target="../media/image128.png"/><Relationship Id="rId5" Type="http://schemas.openxmlformats.org/officeDocument/2006/relationships/customXml" Target="../ink/ink61.xml"/><Relationship Id="rId181" Type="http://schemas.openxmlformats.org/officeDocument/2006/relationships/customXml" Target="../ink/ink149.xml"/><Relationship Id="rId237" Type="http://schemas.openxmlformats.org/officeDocument/2006/relationships/customXml" Target="../ink/ink177.xml"/><Relationship Id="rId279" Type="http://schemas.openxmlformats.org/officeDocument/2006/relationships/customXml" Target="../ink/ink198.xml"/><Relationship Id="rId22" Type="http://schemas.openxmlformats.org/officeDocument/2006/relationships/image" Target="../media/image75.png"/><Relationship Id="rId43" Type="http://schemas.openxmlformats.org/officeDocument/2006/relationships/customXml" Target="../ink/ink80.xml"/><Relationship Id="rId64" Type="http://schemas.openxmlformats.org/officeDocument/2006/relationships/image" Target="../media/image96.png"/><Relationship Id="rId118" Type="http://schemas.openxmlformats.org/officeDocument/2006/relationships/image" Target="../media/image123.png"/><Relationship Id="rId139" Type="http://schemas.openxmlformats.org/officeDocument/2006/relationships/customXml" Target="../ink/ink128.xml"/><Relationship Id="rId85" Type="http://schemas.openxmlformats.org/officeDocument/2006/relationships/customXml" Target="../ink/ink101.xml"/><Relationship Id="rId150" Type="http://schemas.openxmlformats.org/officeDocument/2006/relationships/image" Target="../media/image139.png"/><Relationship Id="rId171" Type="http://schemas.openxmlformats.org/officeDocument/2006/relationships/customXml" Target="../ink/ink144.xml"/><Relationship Id="rId192" Type="http://schemas.openxmlformats.org/officeDocument/2006/relationships/image" Target="../media/image160.png"/><Relationship Id="rId206" Type="http://schemas.openxmlformats.org/officeDocument/2006/relationships/image" Target="../media/image167.png"/><Relationship Id="rId227" Type="http://schemas.openxmlformats.org/officeDocument/2006/relationships/customXml" Target="../ink/ink172.xml"/><Relationship Id="rId248" Type="http://schemas.openxmlformats.org/officeDocument/2006/relationships/image" Target="../media/image188.png"/><Relationship Id="rId269" Type="http://schemas.openxmlformats.org/officeDocument/2006/relationships/customXml" Target="../ink/ink193.xml"/><Relationship Id="rId12" Type="http://schemas.openxmlformats.org/officeDocument/2006/relationships/image" Target="../media/image70.png"/><Relationship Id="rId33" Type="http://schemas.openxmlformats.org/officeDocument/2006/relationships/customXml" Target="../ink/ink75.xml"/><Relationship Id="rId108" Type="http://schemas.openxmlformats.org/officeDocument/2006/relationships/image" Target="../media/image118.png"/><Relationship Id="rId129" Type="http://schemas.openxmlformats.org/officeDocument/2006/relationships/customXml" Target="../ink/ink123.xml"/><Relationship Id="rId280" Type="http://schemas.openxmlformats.org/officeDocument/2006/relationships/image" Target="../media/image204.png"/><Relationship Id="rId54" Type="http://schemas.openxmlformats.org/officeDocument/2006/relationships/image" Target="../media/image91.png"/><Relationship Id="rId75" Type="http://schemas.openxmlformats.org/officeDocument/2006/relationships/customXml" Target="../ink/ink96.xml"/><Relationship Id="rId96" Type="http://schemas.openxmlformats.org/officeDocument/2006/relationships/image" Target="../media/image112.png"/><Relationship Id="rId140" Type="http://schemas.openxmlformats.org/officeDocument/2006/relationships/image" Target="../media/image134.png"/><Relationship Id="rId161" Type="http://schemas.openxmlformats.org/officeDocument/2006/relationships/customXml" Target="../ink/ink139.xml"/><Relationship Id="rId182" Type="http://schemas.openxmlformats.org/officeDocument/2006/relationships/image" Target="../media/image155.png"/><Relationship Id="rId217" Type="http://schemas.openxmlformats.org/officeDocument/2006/relationships/customXml" Target="../ink/ink167.xml"/><Relationship Id="rId6" Type="http://schemas.openxmlformats.org/officeDocument/2006/relationships/image" Target="../media/image67.png"/><Relationship Id="rId238" Type="http://schemas.openxmlformats.org/officeDocument/2006/relationships/image" Target="../media/image183.png"/><Relationship Id="rId259" Type="http://schemas.openxmlformats.org/officeDocument/2006/relationships/customXml" Target="../ink/ink188.xml"/><Relationship Id="rId23" Type="http://schemas.openxmlformats.org/officeDocument/2006/relationships/customXml" Target="../ink/ink70.xml"/><Relationship Id="rId119" Type="http://schemas.openxmlformats.org/officeDocument/2006/relationships/customXml" Target="../ink/ink118.xml"/><Relationship Id="rId270" Type="http://schemas.openxmlformats.org/officeDocument/2006/relationships/image" Target="../media/image199.png"/><Relationship Id="rId44" Type="http://schemas.openxmlformats.org/officeDocument/2006/relationships/image" Target="../media/image86.png"/><Relationship Id="rId65" Type="http://schemas.openxmlformats.org/officeDocument/2006/relationships/customXml" Target="../ink/ink91.xml"/><Relationship Id="rId86" Type="http://schemas.openxmlformats.org/officeDocument/2006/relationships/image" Target="../media/image107.png"/><Relationship Id="rId130" Type="http://schemas.openxmlformats.org/officeDocument/2006/relationships/image" Target="../media/image129.png"/><Relationship Id="rId151" Type="http://schemas.openxmlformats.org/officeDocument/2006/relationships/customXml" Target="../ink/ink134.xml"/><Relationship Id="rId172" Type="http://schemas.openxmlformats.org/officeDocument/2006/relationships/image" Target="../media/image150.png"/><Relationship Id="rId193" Type="http://schemas.openxmlformats.org/officeDocument/2006/relationships/customXml" Target="../ink/ink155.xml"/><Relationship Id="rId207" Type="http://schemas.openxmlformats.org/officeDocument/2006/relationships/customXml" Target="../ink/ink162.xml"/><Relationship Id="rId228" Type="http://schemas.openxmlformats.org/officeDocument/2006/relationships/image" Target="../media/image178.png"/><Relationship Id="rId249" Type="http://schemas.openxmlformats.org/officeDocument/2006/relationships/customXml" Target="../ink/ink183.xml"/><Relationship Id="rId13" Type="http://schemas.openxmlformats.org/officeDocument/2006/relationships/customXml" Target="../ink/ink65.xml"/><Relationship Id="rId109" Type="http://schemas.openxmlformats.org/officeDocument/2006/relationships/customXml" Target="../ink/ink113.xml"/><Relationship Id="rId260" Type="http://schemas.openxmlformats.org/officeDocument/2006/relationships/image" Target="../media/image194.png"/><Relationship Id="rId281" Type="http://schemas.openxmlformats.org/officeDocument/2006/relationships/customXml" Target="../ink/ink199.xml"/><Relationship Id="rId34" Type="http://schemas.openxmlformats.org/officeDocument/2006/relationships/image" Target="../media/image81.png"/><Relationship Id="rId55" Type="http://schemas.openxmlformats.org/officeDocument/2006/relationships/customXml" Target="../ink/ink86.xml"/><Relationship Id="rId76" Type="http://schemas.openxmlformats.org/officeDocument/2006/relationships/image" Target="../media/image102.png"/><Relationship Id="rId97" Type="http://schemas.openxmlformats.org/officeDocument/2006/relationships/customXml" Target="../ink/ink107.xml"/><Relationship Id="rId120" Type="http://schemas.openxmlformats.org/officeDocument/2006/relationships/image" Target="../media/image124.png"/><Relationship Id="rId141" Type="http://schemas.openxmlformats.org/officeDocument/2006/relationships/customXml" Target="../ink/ink129.xml"/><Relationship Id="rId7" Type="http://schemas.openxmlformats.org/officeDocument/2006/relationships/customXml" Target="../ink/ink62.xml"/><Relationship Id="rId162" Type="http://schemas.openxmlformats.org/officeDocument/2006/relationships/image" Target="../media/image145.png"/><Relationship Id="rId183" Type="http://schemas.openxmlformats.org/officeDocument/2006/relationships/customXml" Target="../ink/ink150.xml"/><Relationship Id="rId218" Type="http://schemas.openxmlformats.org/officeDocument/2006/relationships/image" Target="../media/image173.png"/><Relationship Id="rId239" Type="http://schemas.openxmlformats.org/officeDocument/2006/relationships/customXml" Target="../ink/ink178.xml"/><Relationship Id="rId250" Type="http://schemas.openxmlformats.org/officeDocument/2006/relationships/image" Target="../media/image189.png"/><Relationship Id="rId271" Type="http://schemas.openxmlformats.org/officeDocument/2006/relationships/customXml" Target="../ink/ink194.xml"/><Relationship Id="rId24" Type="http://schemas.openxmlformats.org/officeDocument/2006/relationships/image" Target="../media/image76.png"/><Relationship Id="rId45" Type="http://schemas.openxmlformats.org/officeDocument/2006/relationships/customXml" Target="../ink/ink81.xml"/><Relationship Id="rId66" Type="http://schemas.openxmlformats.org/officeDocument/2006/relationships/image" Target="../media/image97.png"/><Relationship Id="rId87" Type="http://schemas.openxmlformats.org/officeDocument/2006/relationships/customXml" Target="../ink/ink102.xml"/><Relationship Id="rId110" Type="http://schemas.openxmlformats.org/officeDocument/2006/relationships/image" Target="../media/image119.png"/><Relationship Id="rId131" Type="http://schemas.openxmlformats.org/officeDocument/2006/relationships/customXml" Target="../ink/ink124.xml"/><Relationship Id="rId152" Type="http://schemas.openxmlformats.org/officeDocument/2006/relationships/image" Target="../media/image140.png"/><Relationship Id="rId173" Type="http://schemas.openxmlformats.org/officeDocument/2006/relationships/customXml" Target="../ink/ink145.xml"/><Relationship Id="rId194" Type="http://schemas.openxmlformats.org/officeDocument/2006/relationships/image" Target="../media/image161.png"/><Relationship Id="rId208" Type="http://schemas.openxmlformats.org/officeDocument/2006/relationships/image" Target="../media/image168.png"/><Relationship Id="rId229" Type="http://schemas.openxmlformats.org/officeDocument/2006/relationships/customXml" Target="../ink/ink173.xml"/><Relationship Id="rId240" Type="http://schemas.openxmlformats.org/officeDocument/2006/relationships/image" Target="../media/image184.png"/><Relationship Id="rId261" Type="http://schemas.openxmlformats.org/officeDocument/2006/relationships/customXml" Target="../ink/ink189.xml"/><Relationship Id="rId14" Type="http://schemas.openxmlformats.org/officeDocument/2006/relationships/image" Target="../media/image71.png"/><Relationship Id="rId35" Type="http://schemas.openxmlformats.org/officeDocument/2006/relationships/customXml" Target="../ink/ink76.xml"/><Relationship Id="rId56" Type="http://schemas.openxmlformats.org/officeDocument/2006/relationships/image" Target="../media/image92.png"/><Relationship Id="rId77" Type="http://schemas.openxmlformats.org/officeDocument/2006/relationships/customXml" Target="../ink/ink97.xml"/><Relationship Id="rId100" Type="http://schemas.openxmlformats.org/officeDocument/2006/relationships/image" Target="../media/image114.png"/><Relationship Id="rId282" Type="http://schemas.openxmlformats.org/officeDocument/2006/relationships/image" Target="../media/image205.png"/><Relationship Id="rId8" Type="http://schemas.openxmlformats.org/officeDocument/2006/relationships/image" Target="../media/image68.png"/><Relationship Id="rId98" Type="http://schemas.openxmlformats.org/officeDocument/2006/relationships/image" Target="../media/image113.png"/><Relationship Id="rId121" Type="http://schemas.openxmlformats.org/officeDocument/2006/relationships/customXml" Target="../ink/ink119.xml"/><Relationship Id="rId142" Type="http://schemas.openxmlformats.org/officeDocument/2006/relationships/image" Target="../media/image135.png"/><Relationship Id="rId163" Type="http://schemas.openxmlformats.org/officeDocument/2006/relationships/customXml" Target="../ink/ink140.xml"/><Relationship Id="rId184" Type="http://schemas.openxmlformats.org/officeDocument/2006/relationships/image" Target="../media/image156.png"/><Relationship Id="rId219" Type="http://schemas.openxmlformats.org/officeDocument/2006/relationships/customXml" Target="../ink/ink168.xml"/><Relationship Id="rId230" Type="http://schemas.openxmlformats.org/officeDocument/2006/relationships/image" Target="../media/image179.png"/><Relationship Id="rId251" Type="http://schemas.openxmlformats.org/officeDocument/2006/relationships/customXml" Target="../ink/ink184.xml"/><Relationship Id="rId25" Type="http://schemas.openxmlformats.org/officeDocument/2006/relationships/customXml" Target="../ink/ink71.xml"/><Relationship Id="rId46" Type="http://schemas.openxmlformats.org/officeDocument/2006/relationships/image" Target="../media/image87.png"/><Relationship Id="rId67" Type="http://schemas.openxmlformats.org/officeDocument/2006/relationships/customXml" Target="../ink/ink92.xml"/><Relationship Id="rId272" Type="http://schemas.openxmlformats.org/officeDocument/2006/relationships/image" Target="../media/image200.png"/><Relationship Id="rId88" Type="http://schemas.openxmlformats.org/officeDocument/2006/relationships/image" Target="../media/image108.png"/><Relationship Id="rId111" Type="http://schemas.openxmlformats.org/officeDocument/2006/relationships/customXml" Target="../ink/ink114.xml"/><Relationship Id="rId132" Type="http://schemas.openxmlformats.org/officeDocument/2006/relationships/image" Target="../media/image130.png"/><Relationship Id="rId153" Type="http://schemas.openxmlformats.org/officeDocument/2006/relationships/customXml" Target="../ink/ink135.xml"/><Relationship Id="rId174" Type="http://schemas.openxmlformats.org/officeDocument/2006/relationships/image" Target="../media/image151.png"/><Relationship Id="rId195" Type="http://schemas.openxmlformats.org/officeDocument/2006/relationships/customXml" Target="../ink/ink156.xml"/><Relationship Id="rId209" Type="http://schemas.openxmlformats.org/officeDocument/2006/relationships/customXml" Target="../ink/ink163.xml"/><Relationship Id="rId220" Type="http://schemas.openxmlformats.org/officeDocument/2006/relationships/image" Target="../media/image174.png"/><Relationship Id="rId241" Type="http://schemas.openxmlformats.org/officeDocument/2006/relationships/customXml" Target="../ink/ink179.xml"/><Relationship Id="rId15" Type="http://schemas.openxmlformats.org/officeDocument/2006/relationships/customXml" Target="../ink/ink66.xml"/><Relationship Id="rId36" Type="http://schemas.openxmlformats.org/officeDocument/2006/relationships/image" Target="../media/image82.png"/><Relationship Id="rId57" Type="http://schemas.openxmlformats.org/officeDocument/2006/relationships/customXml" Target="../ink/ink87.xml"/><Relationship Id="rId262" Type="http://schemas.openxmlformats.org/officeDocument/2006/relationships/image" Target="../media/image195.png"/><Relationship Id="rId283" Type="http://schemas.openxmlformats.org/officeDocument/2006/relationships/customXml" Target="../ink/ink200.xml"/><Relationship Id="rId78" Type="http://schemas.openxmlformats.org/officeDocument/2006/relationships/image" Target="../media/image103.png"/><Relationship Id="rId99" Type="http://schemas.openxmlformats.org/officeDocument/2006/relationships/customXml" Target="../ink/ink108.xml"/><Relationship Id="rId101" Type="http://schemas.openxmlformats.org/officeDocument/2006/relationships/customXml" Target="../ink/ink109.xml"/><Relationship Id="rId122" Type="http://schemas.openxmlformats.org/officeDocument/2006/relationships/image" Target="../media/image125.png"/><Relationship Id="rId143" Type="http://schemas.openxmlformats.org/officeDocument/2006/relationships/customXml" Target="../ink/ink130.xml"/><Relationship Id="rId164" Type="http://schemas.openxmlformats.org/officeDocument/2006/relationships/image" Target="../media/image146.png"/><Relationship Id="rId185" Type="http://schemas.openxmlformats.org/officeDocument/2006/relationships/customXml" Target="../ink/ink151.xml"/><Relationship Id="rId9" Type="http://schemas.openxmlformats.org/officeDocument/2006/relationships/customXml" Target="../ink/ink63.xml"/><Relationship Id="rId210" Type="http://schemas.openxmlformats.org/officeDocument/2006/relationships/image" Target="../media/image169.png"/><Relationship Id="rId26" Type="http://schemas.openxmlformats.org/officeDocument/2006/relationships/image" Target="../media/image77.png"/><Relationship Id="rId231" Type="http://schemas.openxmlformats.org/officeDocument/2006/relationships/customXml" Target="../ink/ink174.xml"/><Relationship Id="rId252" Type="http://schemas.openxmlformats.org/officeDocument/2006/relationships/image" Target="../media/image190.png"/><Relationship Id="rId273" Type="http://schemas.openxmlformats.org/officeDocument/2006/relationships/customXml" Target="../ink/ink195.xml"/><Relationship Id="rId47" Type="http://schemas.openxmlformats.org/officeDocument/2006/relationships/customXml" Target="../ink/ink82.xml"/><Relationship Id="rId68" Type="http://schemas.openxmlformats.org/officeDocument/2006/relationships/image" Target="../media/image98.png"/><Relationship Id="rId89" Type="http://schemas.openxmlformats.org/officeDocument/2006/relationships/customXml" Target="../ink/ink103.xml"/><Relationship Id="rId112" Type="http://schemas.openxmlformats.org/officeDocument/2006/relationships/image" Target="../media/image120.png"/><Relationship Id="rId133" Type="http://schemas.openxmlformats.org/officeDocument/2006/relationships/customXml" Target="../ink/ink125.xml"/><Relationship Id="rId154" Type="http://schemas.openxmlformats.org/officeDocument/2006/relationships/image" Target="../media/image141.png"/><Relationship Id="rId175" Type="http://schemas.openxmlformats.org/officeDocument/2006/relationships/customXml" Target="../ink/ink146.xml"/><Relationship Id="rId196" Type="http://schemas.openxmlformats.org/officeDocument/2006/relationships/image" Target="../media/image162.png"/><Relationship Id="rId200" Type="http://schemas.openxmlformats.org/officeDocument/2006/relationships/image" Target="../media/image164.png"/><Relationship Id="rId16" Type="http://schemas.openxmlformats.org/officeDocument/2006/relationships/image" Target="../media/image72.png"/><Relationship Id="rId221" Type="http://schemas.openxmlformats.org/officeDocument/2006/relationships/customXml" Target="../ink/ink169.xml"/><Relationship Id="rId242" Type="http://schemas.openxmlformats.org/officeDocument/2006/relationships/image" Target="../media/image185.png"/><Relationship Id="rId263" Type="http://schemas.openxmlformats.org/officeDocument/2006/relationships/customXml" Target="../ink/ink190.xml"/><Relationship Id="rId284" Type="http://schemas.openxmlformats.org/officeDocument/2006/relationships/image" Target="../media/image206.png"/><Relationship Id="rId37" Type="http://schemas.openxmlformats.org/officeDocument/2006/relationships/customXml" Target="../ink/ink77.xml"/><Relationship Id="rId58" Type="http://schemas.openxmlformats.org/officeDocument/2006/relationships/image" Target="../media/image93.png"/><Relationship Id="rId79" Type="http://schemas.openxmlformats.org/officeDocument/2006/relationships/customXml" Target="../ink/ink98.xml"/><Relationship Id="rId102" Type="http://schemas.openxmlformats.org/officeDocument/2006/relationships/image" Target="../media/image115.png"/><Relationship Id="rId123" Type="http://schemas.openxmlformats.org/officeDocument/2006/relationships/customXml" Target="../ink/ink120.xml"/><Relationship Id="rId144" Type="http://schemas.openxmlformats.org/officeDocument/2006/relationships/image" Target="../media/image136.png"/><Relationship Id="rId90" Type="http://schemas.openxmlformats.org/officeDocument/2006/relationships/image" Target="../media/image109.png"/><Relationship Id="rId165" Type="http://schemas.openxmlformats.org/officeDocument/2006/relationships/customXml" Target="../ink/ink141.xml"/><Relationship Id="rId186" Type="http://schemas.openxmlformats.org/officeDocument/2006/relationships/image" Target="../media/image157.png"/><Relationship Id="rId211" Type="http://schemas.openxmlformats.org/officeDocument/2006/relationships/customXml" Target="../ink/ink164.xml"/><Relationship Id="rId232" Type="http://schemas.openxmlformats.org/officeDocument/2006/relationships/image" Target="../media/image180.png"/><Relationship Id="rId253" Type="http://schemas.openxmlformats.org/officeDocument/2006/relationships/customXml" Target="../ink/ink185.xml"/><Relationship Id="rId274" Type="http://schemas.openxmlformats.org/officeDocument/2006/relationships/image" Target="../media/image201.png"/><Relationship Id="rId27" Type="http://schemas.openxmlformats.org/officeDocument/2006/relationships/customXml" Target="../ink/ink72.xml"/><Relationship Id="rId48" Type="http://schemas.openxmlformats.org/officeDocument/2006/relationships/image" Target="../media/image88.png"/><Relationship Id="rId69" Type="http://schemas.openxmlformats.org/officeDocument/2006/relationships/customXml" Target="../ink/ink93.xml"/><Relationship Id="rId113" Type="http://schemas.openxmlformats.org/officeDocument/2006/relationships/customXml" Target="../ink/ink115.xml"/><Relationship Id="rId134" Type="http://schemas.openxmlformats.org/officeDocument/2006/relationships/image" Target="../media/image131.png"/><Relationship Id="rId80" Type="http://schemas.openxmlformats.org/officeDocument/2006/relationships/image" Target="../media/image104.png"/><Relationship Id="rId155" Type="http://schemas.openxmlformats.org/officeDocument/2006/relationships/customXml" Target="../ink/ink136.xml"/><Relationship Id="rId176" Type="http://schemas.openxmlformats.org/officeDocument/2006/relationships/image" Target="../media/image152.png"/><Relationship Id="rId197" Type="http://schemas.openxmlformats.org/officeDocument/2006/relationships/customXml" Target="../ink/ink157.xml"/><Relationship Id="rId201" Type="http://schemas.openxmlformats.org/officeDocument/2006/relationships/customXml" Target="../ink/ink159.xml"/><Relationship Id="rId222" Type="http://schemas.openxmlformats.org/officeDocument/2006/relationships/image" Target="../media/image175.png"/><Relationship Id="rId243" Type="http://schemas.openxmlformats.org/officeDocument/2006/relationships/customXml" Target="../ink/ink180.xml"/><Relationship Id="rId264" Type="http://schemas.openxmlformats.org/officeDocument/2006/relationships/image" Target="../media/image196.png"/><Relationship Id="rId17" Type="http://schemas.openxmlformats.org/officeDocument/2006/relationships/customXml" Target="../ink/ink67.xml"/><Relationship Id="rId38" Type="http://schemas.openxmlformats.org/officeDocument/2006/relationships/image" Target="../media/image83.png"/><Relationship Id="rId59" Type="http://schemas.openxmlformats.org/officeDocument/2006/relationships/customXml" Target="../ink/ink88.xml"/><Relationship Id="rId103" Type="http://schemas.openxmlformats.org/officeDocument/2006/relationships/customXml" Target="../ink/ink110.xml"/><Relationship Id="rId124" Type="http://schemas.openxmlformats.org/officeDocument/2006/relationships/image" Target="../media/image126.png"/><Relationship Id="rId70" Type="http://schemas.openxmlformats.org/officeDocument/2006/relationships/image" Target="../media/image99.png"/><Relationship Id="rId91" Type="http://schemas.openxmlformats.org/officeDocument/2006/relationships/customXml" Target="../ink/ink104.xml"/><Relationship Id="rId145" Type="http://schemas.openxmlformats.org/officeDocument/2006/relationships/customXml" Target="../ink/ink131.xml"/><Relationship Id="rId166" Type="http://schemas.openxmlformats.org/officeDocument/2006/relationships/image" Target="../media/image147.png"/><Relationship Id="rId187" Type="http://schemas.openxmlformats.org/officeDocument/2006/relationships/customXml" Target="../ink/ink15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70.png"/><Relationship Id="rId233" Type="http://schemas.openxmlformats.org/officeDocument/2006/relationships/customXml" Target="../ink/ink175.xml"/><Relationship Id="rId254" Type="http://schemas.openxmlformats.org/officeDocument/2006/relationships/image" Target="../media/image191.png"/><Relationship Id="rId28" Type="http://schemas.openxmlformats.org/officeDocument/2006/relationships/image" Target="../media/image78.png"/><Relationship Id="rId49" Type="http://schemas.openxmlformats.org/officeDocument/2006/relationships/customXml" Target="../ink/ink83.xml"/><Relationship Id="rId114" Type="http://schemas.openxmlformats.org/officeDocument/2006/relationships/image" Target="../media/image121.png"/><Relationship Id="rId275" Type="http://schemas.openxmlformats.org/officeDocument/2006/relationships/customXml" Target="../ink/ink196.xml"/><Relationship Id="rId60" Type="http://schemas.openxmlformats.org/officeDocument/2006/relationships/image" Target="../media/image94.png"/><Relationship Id="rId81" Type="http://schemas.openxmlformats.org/officeDocument/2006/relationships/customXml" Target="../ink/ink99.xml"/><Relationship Id="rId135" Type="http://schemas.openxmlformats.org/officeDocument/2006/relationships/customXml" Target="../ink/ink126.xml"/><Relationship Id="rId156" Type="http://schemas.openxmlformats.org/officeDocument/2006/relationships/image" Target="../media/image142.png"/><Relationship Id="rId177" Type="http://schemas.openxmlformats.org/officeDocument/2006/relationships/customXml" Target="../ink/ink147.xml"/><Relationship Id="rId198" Type="http://schemas.openxmlformats.org/officeDocument/2006/relationships/image" Target="../media/image163.png"/><Relationship Id="rId202" Type="http://schemas.openxmlformats.org/officeDocument/2006/relationships/image" Target="../media/image165.png"/><Relationship Id="rId223" Type="http://schemas.openxmlformats.org/officeDocument/2006/relationships/customXml" Target="../ink/ink170.xml"/><Relationship Id="rId244" Type="http://schemas.openxmlformats.org/officeDocument/2006/relationships/image" Target="../media/image186.png"/><Relationship Id="rId18" Type="http://schemas.openxmlformats.org/officeDocument/2006/relationships/image" Target="../media/image73.png"/><Relationship Id="rId39" Type="http://schemas.openxmlformats.org/officeDocument/2006/relationships/customXml" Target="../ink/ink78.xml"/><Relationship Id="rId265" Type="http://schemas.openxmlformats.org/officeDocument/2006/relationships/customXml" Target="../ink/ink191.xml"/><Relationship Id="rId50" Type="http://schemas.openxmlformats.org/officeDocument/2006/relationships/image" Target="../media/image89.png"/><Relationship Id="rId104" Type="http://schemas.openxmlformats.org/officeDocument/2006/relationships/image" Target="../media/image116.png"/><Relationship Id="rId125" Type="http://schemas.openxmlformats.org/officeDocument/2006/relationships/customXml" Target="../ink/ink121.xml"/><Relationship Id="rId146" Type="http://schemas.openxmlformats.org/officeDocument/2006/relationships/image" Target="../media/image137.png"/><Relationship Id="rId167" Type="http://schemas.openxmlformats.org/officeDocument/2006/relationships/customXml" Target="../ink/ink142.xml"/><Relationship Id="rId188" Type="http://schemas.openxmlformats.org/officeDocument/2006/relationships/image" Target="../media/image158.png"/><Relationship Id="rId71" Type="http://schemas.openxmlformats.org/officeDocument/2006/relationships/customXml" Target="../ink/ink94.xml"/><Relationship Id="rId92" Type="http://schemas.openxmlformats.org/officeDocument/2006/relationships/image" Target="../media/image110.png"/><Relationship Id="rId213" Type="http://schemas.openxmlformats.org/officeDocument/2006/relationships/customXml" Target="../ink/ink165.xml"/><Relationship Id="rId234" Type="http://schemas.openxmlformats.org/officeDocument/2006/relationships/image" Target="../media/image181.png"/><Relationship Id="rId2" Type="http://schemas.openxmlformats.org/officeDocument/2006/relationships/image" Target="../media/image65.png"/><Relationship Id="rId29" Type="http://schemas.openxmlformats.org/officeDocument/2006/relationships/customXml" Target="../ink/ink73.xml"/><Relationship Id="rId255" Type="http://schemas.openxmlformats.org/officeDocument/2006/relationships/customXml" Target="../ink/ink186.xml"/><Relationship Id="rId276" Type="http://schemas.openxmlformats.org/officeDocument/2006/relationships/image" Target="../media/image202.png"/><Relationship Id="rId40" Type="http://schemas.openxmlformats.org/officeDocument/2006/relationships/image" Target="../media/image84.png"/><Relationship Id="rId115" Type="http://schemas.openxmlformats.org/officeDocument/2006/relationships/customXml" Target="../ink/ink116.xml"/><Relationship Id="rId136" Type="http://schemas.openxmlformats.org/officeDocument/2006/relationships/image" Target="../media/image132.png"/><Relationship Id="rId157" Type="http://schemas.openxmlformats.org/officeDocument/2006/relationships/customXml" Target="../ink/ink137.xml"/><Relationship Id="rId178" Type="http://schemas.openxmlformats.org/officeDocument/2006/relationships/image" Target="../media/image153.png"/><Relationship Id="rId61" Type="http://schemas.openxmlformats.org/officeDocument/2006/relationships/customXml" Target="../ink/ink89.xml"/><Relationship Id="rId82" Type="http://schemas.openxmlformats.org/officeDocument/2006/relationships/image" Target="../media/image105.png"/><Relationship Id="rId199" Type="http://schemas.openxmlformats.org/officeDocument/2006/relationships/customXml" Target="../ink/ink158.xml"/><Relationship Id="rId203" Type="http://schemas.openxmlformats.org/officeDocument/2006/relationships/customXml" Target="../ink/ink160.xml"/><Relationship Id="rId19" Type="http://schemas.openxmlformats.org/officeDocument/2006/relationships/customXml" Target="../ink/ink68.xml"/><Relationship Id="rId224" Type="http://schemas.openxmlformats.org/officeDocument/2006/relationships/image" Target="../media/image176.png"/><Relationship Id="rId245" Type="http://schemas.openxmlformats.org/officeDocument/2006/relationships/customXml" Target="../ink/ink181.xml"/><Relationship Id="rId266" Type="http://schemas.openxmlformats.org/officeDocument/2006/relationships/image" Target="../media/image197.png"/><Relationship Id="rId30" Type="http://schemas.openxmlformats.org/officeDocument/2006/relationships/image" Target="../media/image79.png"/><Relationship Id="rId105" Type="http://schemas.openxmlformats.org/officeDocument/2006/relationships/customXml" Target="../ink/ink111.xml"/><Relationship Id="rId126" Type="http://schemas.openxmlformats.org/officeDocument/2006/relationships/image" Target="../media/image127.png"/><Relationship Id="rId147" Type="http://schemas.openxmlformats.org/officeDocument/2006/relationships/customXml" Target="../ink/ink132.xml"/><Relationship Id="rId168" Type="http://schemas.openxmlformats.org/officeDocument/2006/relationships/image" Target="../media/image148.png"/><Relationship Id="rId51" Type="http://schemas.openxmlformats.org/officeDocument/2006/relationships/customXml" Target="../ink/ink84.xml"/><Relationship Id="rId72" Type="http://schemas.openxmlformats.org/officeDocument/2006/relationships/image" Target="../media/image100.png"/><Relationship Id="rId93" Type="http://schemas.openxmlformats.org/officeDocument/2006/relationships/customXml" Target="../ink/ink105.xml"/><Relationship Id="rId189" Type="http://schemas.openxmlformats.org/officeDocument/2006/relationships/customXml" Target="../ink/ink153.xml"/><Relationship Id="rId3" Type="http://schemas.openxmlformats.org/officeDocument/2006/relationships/customXml" Target="../ink/ink60.xml"/><Relationship Id="rId214" Type="http://schemas.openxmlformats.org/officeDocument/2006/relationships/image" Target="../media/image171.png"/><Relationship Id="rId235" Type="http://schemas.openxmlformats.org/officeDocument/2006/relationships/customXml" Target="../ink/ink176.xml"/><Relationship Id="rId256" Type="http://schemas.openxmlformats.org/officeDocument/2006/relationships/image" Target="../media/image192.png"/><Relationship Id="rId277" Type="http://schemas.openxmlformats.org/officeDocument/2006/relationships/customXml" Target="../ink/ink197.xml"/><Relationship Id="rId116" Type="http://schemas.openxmlformats.org/officeDocument/2006/relationships/image" Target="../media/image122.png"/><Relationship Id="rId137" Type="http://schemas.openxmlformats.org/officeDocument/2006/relationships/customXml" Target="../ink/ink127.xml"/><Relationship Id="rId158" Type="http://schemas.openxmlformats.org/officeDocument/2006/relationships/image" Target="../media/image143.png"/><Relationship Id="rId20" Type="http://schemas.openxmlformats.org/officeDocument/2006/relationships/image" Target="../media/image74.png"/><Relationship Id="rId41" Type="http://schemas.openxmlformats.org/officeDocument/2006/relationships/customXml" Target="../ink/ink79.xml"/><Relationship Id="rId62" Type="http://schemas.openxmlformats.org/officeDocument/2006/relationships/image" Target="../media/image95.png"/><Relationship Id="rId83" Type="http://schemas.openxmlformats.org/officeDocument/2006/relationships/customXml" Target="../ink/ink100.xml"/><Relationship Id="rId179" Type="http://schemas.openxmlformats.org/officeDocument/2006/relationships/customXml" Target="../ink/ink148.xml"/><Relationship Id="rId190" Type="http://schemas.openxmlformats.org/officeDocument/2006/relationships/image" Target="../media/image159.png"/><Relationship Id="rId204" Type="http://schemas.openxmlformats.org/officeDocument/2006/relationships/image" Target="../media/image166.png"/><Relationship Id="rId225" Type="http://schemas.openxmlformats.org/officeDocument/2006/relationships/customXml" Target="../ink/ink171.xml"/><Relationship Id="rId246" Type="http://schemas.openxmlformats.org/officeDocument/2006/relationships/image" Target="../media/image187.png"/><Relationship Id="rId267" Type="http://schemas.openxmlformats.org/officeDocument/2006/relationships/customXml" Target="../ink/ink192.xml"/><Relationship Id="rId106" Type="http://schemas.openxmlformats.org/officeDocument/2006/relationships/image" Target="../media/image117.png"/><Relationship Id="rId127" Type="http://schemas.openxmlformats.org/officeDocument/2006/relationships/customXml" Target="../ink/ink122.xml"/><Relationship Id="rId10" Type="http://schemas.openxmlformats.org/officeDocument/2006/relationships/image" Target="../media/image69.png"/><Relationship Id="rId31" Type="http://schemas.openxmlformats.org/officeDocument/2006/relationships/customXml" Target="../ink/ink74.xml"/><Relationship Id="rId52" Type="http://schemas.openxmlformats.org/officeDocument/2006/relationships/image" Target="../media/image90.png"/><Relationship Id="rId73" Type="http://schemas.openxmlformats.org/officeDocument/2006/relationships/customXml" Target="../ink/ink95.xml"/><Relationship Id="rId94" Type="http://schemas.openxmlformats.org/officeDocument/2006/relationships/image" Target="../media/image111.png"/><Relationship Id="rId148" Type="http://schemas.openxmlformats.org/officeDocument/2006/relationships/image" Target="../media/image138.png"/><Relationship Id="rId169" Type="http://schemas.openxmlformats.org/officeDocument/2006/relationships/customXml" Target="../ink/ink143.xml"/><Relationship Id="rId4" Type="http://schemas.openxmlformats.org/officeDocument/2006/relationships/image" Target="../media/image66.png"/><Relationship Id="rId180" Type="http://schemas.openxmlformats.org/officeDocument/2006/relationships/image" Target="../media/image154.png"/><Relationship Id="rId215" Type="http://schemas.openxmlformats.org/officeDocument/2006/relationships/customXml" Target="../ink/ink166.xml"/><Relationship Id="rId236" Type="http://schemas.openxmlformats.org/officeDocument/2006/relationships/image" Target="../media/image182.png"/><Relationship Id="rId257" Type="http://schemas.openxmlformats.org/officeDocument/2006/relationships/customXml" Target="../ink/ink187.xml"/><Relationship Id="rId278" Type="http://schemas.openxmlformats.org/officeDocument/2006/relationships/image" Target="../media/image203.png"/><Relationship Id="rId42" Type="http://schemas.openxmlformats.org/officeDocument/2006/relationships/image" Target="../media/image85.png"/><Relationship Id="rId84" Type="http://schemas.openxmlformats.org/officeDocument/2006/relationships/image" Target="../media/image106.png"/><Relationship Id="rId138" Type="http://schemas.openxmlformats.org/officeDocument/2006/relationships/image" Target="../media/image133.png"/><Relationship Id="rId191" Type="http://schemas.openxmlformats.org/officeDocument/2006/relationships/customXml" Target="../ink/ink154.xml"/><Relationship Id="rId205" Type="http://schemas.openxmlformats.org/officeDocument/2006/relationships/customXml" Target="../ink/ink161.xml"/><Relationship Id="rId247" Type="http://schemas.openxmlformats.org/officeDocument/2006/relationships/customXml" Target="../ink/ink182.xml"/><Relationship Id="rId107" Type="http://schemas.openxmlformats.org/officeDocument/2006/relationships/customXml" Target="../ink/ink112.xml"/><Relationship Id="rId11" Type="http://schemas.openxmlformats.org/officeDocument/2006/relationships/customXml" Target="../ink/ink64.xml"/><Relationship Id="rId53" Type="http://schemas.openxmlformats.org/officeDocument/2006/relationships/customXml" Target="../ink/ink85.xml"/><Relationship Id="rId149" Type="http://schemas.openxmlformats.org/officeDocument/2006/relationships/customXml" Target="../ink/ink133.xml"/><Relationship Id="rId95" Type="http://schemas.openxmlformats.org/officeDocument/2006/relationships/customXml" Target="../ink/ink106.xml"/><Relationship Id="rId160" Type="http://schemas.openxmlformats.org/officeDocument/2006/relationships/image" Target="../media/image144.png"/><Relationship Id="rId216" Type="http://schemas.openxmlformats.org/officeDocument/2006/relationships/image" Target="../media/image172.png"/><Relationship Id="rId258" Type="http://schemas.openxmlformats.org/officeDocument/2006/relationships/image" Target="../media/image19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58.xml"/><Relationship Id="rId21" Type="http://schemas.openxmlformats.org/officeDocument/2006/relationships/customXml" Target="../ink/ink210.xml"/><Relationship Id="rId42" Type="http://schemas.openxmlformats.org/officeDocument/2006/relationships/image" Target="../media/image227.png"/><Relationship Id="rId63" Type="http://schemas.openxmlformats.org/officeDocument/2006/relationships/customXml" Target="../ink/ink231.xml"/><Relationship Id="rId84" Type="http://schemas.openxmlformats.org/officeDocument/2006/relationships/image" Target="../media/image248.png"/><Relationship Id="rId138" Type="http://schemas.openxmlformats.org/officeDocument/2006/relationships/image" Target="../media/image275.png"/><Relationship Id="rId159" Type="http://schemas.openxmlformats.org/officeDocument/2006/relationships/customXml" Target="../ink/ink279.xml"/><Relationship Id="rId170" Type="http://schemas.openxmlformats.org/officeDocument/2006/relationships/image" Target="../media/image291.png"/><Relationship Id="rId107" Type="http://schemas.openxmlformats.org/officeDocument/2006/relationships/customXml" Target="../ink/ink253.xml"/><Relationship Id="rId11" Type="http://schemas.openxmlformats.org/officeDocument/2006/relationships/customXml" Target="../ink/ink205.xml"/><Relationship Id="rId32" Type="http://schemas.openxmlformats.org/officeDocument/2006/relationships/image" Target="../media/image222.png"/><Relationship Id="rId53" Type="http://schemas.openxmlformats.org/officeDocument/2006/relationships/customXml" Target="../ink/ink226.xml"/><Relationship Id="rId74" Type="http://schemas.openxmlformats.org/officeDocument/2006/relationships/image" Target="../media/image243.png"/><Relationship Id="rId128" Type="http://schemas.openxmlformats.org/officeDocument/2006/relationships/image" Target="../media/image270.png"/><Relationship Id="rId149" Type="http://schemas.openxmlformats.org/officeDocument/2006/relationships/customXml" Target="../ink/ink274.xml"/><Relationship Id="rId5" Type="http://schemas.openxmlformats.org/officeDocument/2006/relationships/customXml" Target="../ink/ink202.xml"/><Relationship Id="rId95" Type="http://schemas.openxmlformats.org/officeDocument/2006/relationships/customXml" Target="../ink/ink247.xml"/><Relationship Id="rId160" Type="http://schemas.openxmlformats.org/officeDocument/2006/relationships/image" Target="../media/image286.png"/><Relationship Id="rId22" Type="http://schemas.openxmlformats.org/officeDocument/2006/relationships/image" Target="../media/image217.png"/><Relationship Id="rId43" Type="http://schemas.openxmlformats.org/officeDocument/2006/relationships/customXml" Target="../ink/ink221.xml"/><Relationship Id="rId64" Type="http://schemas.openxmlformats.org/officeDocument/2006/relationships/image" Target="../media/image238.png"/><Relationship Id="rId118" Type="http://schemas.openxmlformats.org/officeDocument/2006/relationships/image" Target="../media/image265.png"/><Relationship Id="rId139" Type="http://schemas.openxmlformats.org/officeDocument/2006/relationships/customXml" Target="../ink/ink269.xml"/><Relationship Id="rId85" Type="http://schemas.openxmlformats.org/officeDocument/2006/relationships/customXml" Target="../ink/ink242.xml"/><Relationship Id="rId150" Type="http://schemas.openxmlformats.org/officeDocument/2006/relationships/image" Target="../media/image281.png"/><Relationship Id="rId171" Type="http://schemas.openxmlformats.org/officeDocument/2006/relationships/customXml" Target="../ink/ink285.xml"/><Relationship Id="rId12" Type="http://schemas.openxmlformats.org/officeDocument/2006/relationships/image" Target="../media/image212.png"/><Relationship Id="rId33" Type="http://schemas.openxmlformats.org/officeDocument/2006/relationships/customXml" Target="../ink/ink216.xml"/><Relationship Id="rId108" Type="http://schemas.openxmlformats.org/officeDocument/2006/relationships/image" Target="../media/image260.png"/><Relationship Id="rId129" Type="http://schemas.openxmlformats.org/officeDocument/2006/relationships/customXml" Target="../ink/ink264.xml"/><Relationship Id="rId54" Type="http://schemas.openxmlformats.org/officeDocument/2006/relationships/image" Target="../media/image233.png"/><Relationship Id="rId75" Type="http://schemas.openxmlformats.org/officeDocument/2006/relationships/customXml" Target="../ink/ink237.xml"/><Relationship Id="rId96" Type="http://schemas.openxmlformats.org/officeDocument/2006/relationships/image" Target="../media/image254.png"/><Relationship Id="rId140" Type="http://schemas.openxmlformats.org/officeDocument/2006/relationships/image" Target="../media/image276.png"/><Relationship Id="rId161" Type="http://schemas.openxmlformats.org/officeDocument/2006/relationships/customXml" Target="../ink/ink2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23" Type="http://schemas.openxmlformats.org/officeDocument/2006/relationships/customXml" Target="../ink/ink211.xml"/><Relationship Id="rId28" Type="http://schemas.openxmlformats.org/officeDocument/2006/relationships/image" Target="../media/image220.png"/><Relationship Id="rId49" Type="http://schemas.openxmlformats.org/officeDocument/2006/relationships/customXml" Target="../ink/ink224.xml"/><Relationship Id="rId114" Type="http://schemas.openxmlformats.org/officeDocument/2006/relationships/image" Target="../media/image263.png"/><Relationship Id="rId119" Type="http://schemas.openxmlformats.org/officeDocument/2006/relationships/customXml" Target="../ink/ink259.xml"/><Relationship Id="rId44" Type="http://schemas.openxmlformats.org/officeDocument/2006/relationships/image" Target="../media/image228.png"/><Relationship Id="rId60" Type="http://schemas.openxmlformats.org/officeDocument/2006/relationships/image" Target="../media/image236.png"/><Relationship Id="rId65" Type="http://schemas.openxmlformats.org/officeDocument/2006/relationships/customXml" Target="../ink/ink232.xml"/><Relationship Id="rId81" Type="http://schemas.openxmlformats.org/officeDocument/2006/relationships/customXml" Target="../ink/ink240.xml"/><Relationship Id="rId86" Type="http://schemas.openxmlformats.org/officeDocument/2006/relationships/image" Target="../media/image249.png"/><Relationship Id="rId130" Type="http://schemas.openxmlformats.org/officeDocument/2006/relationships/image" Target="../media/image271.png"/><Relationship Id="rId135" Type="http://schemas.openxmlformats.org/officeDocument/2006/relationships/customXml" Target="../ink/ink267.xml"/><Relationship Id="rId151" Type="http://schemas.openxmlformats.org/officeDocument/2006/relationships/customXml" Target="../ink/ink275.xml"/><Relationship Id="rId156" Type="http://schemas.openxmlformats.org/officeDocument/2006/relationships/image" Target="../media/image284.png"/><Relationship Id="rId172" Type="http://schemas.openxmlformats.org/officeDocument/2006/relationships/image" Target="../media/image292.png"/><Relationship Id="rId13" Type="http://schemas.openxmlformats.org/officeDocument/2006/relationships/customXml" Target="../ink/ink206.xml"/><Relationship Id="rId18" Type="http://schemas.openxmlformats.org/officeDocument/2006/relationships/image" Target="../media/image215.png"/><Relationship Id="rId39" Type="http://schemas.openxmlformats.org/officeDocument/2006/relationships/customXml" Target="../ink/ink219.xml"/><Relationship Id="rId109" Type="http://schemas.openxmlformats.org/officeDocument/2006/relationships/customXml" Target="../ink/ink254.xml"/><Relationship Id="rId34" Type="http://schemas.openxmlformats.org/officeDocument/2006/relationships/image" Target="../media/image223.png"/><Relationship Id="rId50" Type="http://schemas.openxmlformats.org/officeDocument/2006/relationships/image" Target="../media/image231.png"/><Relationship Id="rId55" Type="http://schemas.openxmlformats.org/officeDocument/2006/relationships/customXml" Target="../ink/ink227.xml"/><Relationship Id="rId76" Type="http://schemas.openxmlformats.org/officeDocument/2006/relationships/image" Target="../media/image244.png"/><Relationship Id="rId97" Type="http://schemas.openxmlformats.org/officeDocument/2006/relationships/customXml" Target="../ink/ink248.xml"/><Relationship Id="rId104" Type="http://schemas.openxmlformats.org/officeDocument/2006/relationships/image" Target="../media/image258.png"/><Relationship Id="rId120" Type="http://schemas.openxmlformats.org/officeDocument/2006/relationships/image" Target="../media/image266.png"/><Relationship Id="rId125" Type="http://schemas.openxmlformats.org/officeDocument/2006/relationships/customXml" Target="../ink/ink262.xml"/><Relationship Id="rId141" Type="http://schemas.openxmlformats.org/officeDocument/2006/relationships/customXml" Target="../ink/ink270.xml"/><Relationship Id="rId146" Type="http://schemas.openxmlformats.org/officeDocument/2006/relationships/image" Target="../media/image279.png"/><Relationship Id="rId167" Type="http://schemas.openxmlformats.org/officeDocument/2006/relationships/customXml" Target="../ink/ink283.xml"/><Relationship Id="rId7" Type="http://schemas.openxmlformats.org/officeDocument/2006/relationships/customXml" Target="../ink/ink203.xml"/><Relationship Id="rId71" Type="http://schemas.openxmlformats.org/officeDocument/2006/relationships/customXml" Target="../ink/ink235.xml"/><Relationship Id="rId92" Type="http://schemas.openxmlformats.org/officeDocument/2006/relationships/image" Target="../media/image252.png"/><Relationship Id="rId162" Type="http://schemas.openxmlformats.org/officeDocument/2006/relationships/image" Target="../media/image287.png"/><Relationship Id="rId2" Type="http://schemas.openxmlformats.org/officeDocument/2006/relationships/image" Target="../media/image207.png"/><Relationship Id="rId29" Type="http://schemas.openxmlformats.org/officeDocument/2006/relationships/customXml" Target="../ink/ink214.xml"/><Relationship Id="rId24" Type="http://schemas.openxmlformats.org/officeDocument/2006/relationships/image" Target="../media/image218.png"/><Relationship Id="rId40" Type="http://schemas.openxmlformats.org/officeDocument/2006/relationships/image" Target="../media/image226.png"/><Relationship Id="rId45" Type="http://schemas.openxmlformats.org/officeDocument/2006/relationships/customXml" Target="../ink/ink222.xml"/><Relationship Id="rId66" Type="http://schemas.openxmlformats.org/officeDocument/2006/relationships/image" Target="../media/image239.png"/><Relationship Id="rId87" Type="http://schemas.openxmlformats.org/officeDocument/2006/relationships/customXml" Target="../ink/ink243.xml"/><Relationship Id="rId110" Type="http://schemas.openxmlformats.org/officeDocument/2006/relationships/image" Target="../media/image261.png"/><Relationship Id="rId115" Type="http://schemas.openxmlformats.org/officeDocument/2006/relationships/customXml" Target="../ink/ink257.xml"/><Relationship Id="rId131" Type="http://schemas.openxmlformats.org/officeDocument/2006/relationships/customXml" Target="../ink/ink265.xml"/><Relationship Id="rId136" Type="http://schemas.openxmlformats.org/officeDocument/2006/relationships/image" Target="../media/image274.png"/><Relationship Id="rId157" Type="http://schemas.openxmlformats.org/officeDocument/2006/relationships/customXml" Target="../ink/ink278.xml"/><Relationship Id="rId61" Type="http://schemas.openxmlformats.org/officeDocument/2006/relationships/customXml" Target="../ink/ink230.xml"/><Relationship Id="rId82" Type="http://schemas.openxmlformats.org/officeDocument/2006/relationships/image" Target="../media/image247.png"/><Relationship Id="rId152" Type="http://schemas.openxmlformats.org/officeDocument/2006/relationships/image" Target="../media/image282.png"/><Relationship Id="rId173" Type="http://schemas.openxmlformats.org/officeDocument/2006/relationships/customXml" Target="../ink/ink286.xml"/><Relationship Id="rId19" Type="http://schemas.openxmlformats.org/officeDocument/2006/relationships/customXml" Target="../ink/ink209.xml"/><Relationship Id="rId14" Type="http://schemas.openxmlformats.org/officeDocument/2006/relationships/image" Target="../media/image213.png"/><Relationship Id="rId30" Type="http://schemas.openxmlformats.org/officeDocument/2006/relationships/image" Target="../media/image221.png"/><Relationship Id="rId35" Type="http://schemas.openxmlformats.org/officeDocument/2006/relationships/customXml" Target="../ink/ink217.xml"/><Relationship Id="rId56" Type="http://schemas.openxmlformats.org/officeDocument/2006/relationships/image" Target="../media/image234.png"/><Relationship Id="rId77" Type="http://schemas.openxmlformats.org/officeDocument/2006/relationships/customXml" Target="../ink/ink238.xml"/><Relationship Id="rId100" Type="http://schemas.openxmlformats.org/officeDocument/2006/relationships/image" Target="../media/image256.png"/><Relationship Id="rId105" Type="http://schemas.openxmlformats.org/officeDocument/2006/relationships/customXml" Target="../ink/ink252.xml"/><Relationship Id="rId126" Type="http://schemas.openxmlformats.org/officeDocument/2006/relationships/image" Target="../media/image269.png"/><Relationship Id="rId147" Type="http://schemas.openxmlformats.org/officeDocument/2006/relationships/customXml" Target="../ink/ink273.xml"/><Relationship Id="rId168" Type="http://schemas.openxmlformats.org/officeDocument/2006/relationships/image" Target="../media/image290.png"/><Relationship Id="rId8" Type="http://schemas.openxmlformats.org/officeDocument/2006/relationships/image" Target="../media/image210.png"/><Relationship Id="rId51" Type="http://schemas.openxmlformats.org/officeDocument/2006/relationships/customXml" Target="../ink/ink225.xml"/><Relationship Id="rId72" Type="http://schemas.openxmlformats.org/officeDocument/2006/relationships/image" Target="../media/image242.png"/><Relationship Id="rId93" Type="http://schemas.openxmlformats.org/officeDocument/2006/relationships/customXml" Target="../ink/ink246.xml"/><Relationship Id="rId98" Type="http://schemas.openxmlformats.org/officeDocument/2006/relationships/image" Target="../media/image255.png"/><Relationship Id="rId121" Type="http://schemas.openxmlformats.org/officeDocument/2006/relationships/customXml" Target="../ink/ink260.xml"/><Relationship Id="rId142" Type="http://schemas.openxmlformats.org/officeDocument/2006/relationships/image" Target="../media/image277.png"/><Relationship Id="rId163" Type="http://schemas.openxmlformats.org/officeDocument/2006/relationships/customXml" Target="../ink/ink281.xml"/><Relationship Id="rId3" Type="http://schemas.openxmlformats.org/officeDocument/2006/relationships/customXml" Target="../ink/ink201.xml"/><Relationship Id="rId25" Type="http://schemas.openxmlformats.org/officeDocument/2006/relationships/customXml" Target="../ink/ink212.xml"/><Relationship Id="rId46" Type="http://schemas.openxmlformats.org/officeDocument/2006/relationships/image" Target="../media/image229.png"/><Relationship Id="rId67" Type="http://schemas.openxmlformats.org/officeDocument/2006/relationships/customXml" Target="../ink/ink233.xml"/><Relationship Id="rId116" Type="http://schemas.openxmlformats.org/officeDocument/2006/relationships/image" Target="../media/image264.png"/><Relationship Id="rId137" Type="http://schemas.openxmlformats.org/officeDocument/2006/relationships/customXml" Target="../ink/ink268.xml"/><Relationship Id="rId158" Type="http://schemas.openxmlformats.org/officeDocument/2006/relationships/image" Target="../media/image285.png"/><Relationship Id="rId20" Type="http://schemas.openxmlformats.org/officeDocument/2006/relationships/image" Target="../media/image216.png"/><Relationship Id="rId41" Type="http://schemas.openxmlformats.org/officeDocument/2006/relationships/customXml" Target="../ink/ink220.xml"/><Relationship Id="rId62" Type="http://schemas.openxmlformats.org/officeDocument/2006/relationships/image" Target="../media/image237.png"/><Relationship Id="rId83" Type="http://schemas.openxmlformats.org/officeDocument/2006/relationships/customXml" Target="../ink/ink241.xml"/><Relationship Id="rId88" Type="http://schemas.openxmlformats.org/officeDocument/2006/relationships/image" Target="../media/image250.png"/><Relationship Id="rId111" Type="http://schemas.openxmlformats.org/officeDocument/2006/relationships/customXml" Target="../ink/ink255.xml"/><Relationship Id="rId132" Type="http://schemas.openxmlformats.org/officeDocument/2006/relationships/image" Target="../media/image272.png"/><Relationship Id="rId153" Type="http://schemas.openxmlformats.org/officeDocument/2006/relationships/customXml" Target="../ink/ink276.xml"/><Relationship Id="rId174" Type="http://schemas.openxmlformats.org/officeDocument/2006/relationships/image" Target="../media/image293.png"/><Relationship Id="rId15" Type="http://schemas.openxmlformats.org/officeDocument/2006/relationships/customXml" Target="../ink/ink207.xml"/><Relationship Id="rId36" Type="http://schemas.openxmlformats.org/officeDocument/2006/relationships/image" Target="../media/image224.png"/><Relationship Id="rId57" Type="http://schemas.openxmlformats.org/officeDocument/2006/relationships/customXml" Target="../ink/ink228.xml"/><Relationship Id="rId106" Type="http://schemas.openxmlformats.org/officeDocument/2006/relationships/image" Target="../media/image259.png"/><Relationship Id="rId127" Type="http://schemas.openxmlformats.org/officeDocument/2006/relationships/customXml" Target="../ink/ink263.xml"/><Relationship Id="rId10" Type="http://schemas.openxmlformats.org/officeDocument/2006/relationships/image" Target="../media/image211.png"/><Relationship Id="rId31" Type="http://schemas.openxmlformats.org/officeDocument/2006/relationships/customXml" Target="../ink/ink215.xml"/><Relationship Id="rId52" Type="http://schemas.openxmlformats.org/officeDocument/2006/relationships/image" Target="../media/image232.png"/><Relationship Id="rId73" Type="http://schemas.openxmlformats.org/officeDocument/2006/relationships/customXml" Target="../ink/ink236.xml"/><Relationship Id="rId78" Type="http://schemas.openxmlformats.org/officeDocument/2006/relationships/image" Target="../media/image245.png"/><Relationship Id="rId94" Type="http://schemas.openxmlformats.org/officeDocument/2006/relationships/image" Target="../media/image253.png"/><Relationship Id="rId99" Type="http://schemas.openxmlformats.org/officeDocument/2006/relationships/customXml" Target="../ink/ink249.xml"/><Relationship Id="rId101" Type="http://schemas.openxmlformats.org/officeDocument/2006/relationships/customXml" Target="../ink/ink250.xml"/><Relationship Id="rId122" Type="http://schemas.openxmlformats.org/officeDocument/2006/relationships/image" Target="../media/image267.png"/><Relationship Id="rId143" Type="http://schemas.openxmlformats.org/officeDocument/2006/relationships/customXml" Target="../ink/ink271.xml"/><Relationship Id="rId148" Type="http://schemas.openxmlformats.org/officeDocument/2006/relationships/image" Target="../media/image280.png"/><Relationship Id="rId164" Type="http://schemas.openxmlformats.org/officeDocument/2006/relationships/image" Target="../media/image288.png"/><Relationship Id="rId169" Type="http://schemas.openxmlformats.org/officeDocument/2006/relationships/customXml" Target="../ink/ink284.xml"/><Relationship Id="rId4" Type="http://schemas.openxmlformats.org/officeDocument/2006/relationships/image" Target="../media/image208.png"/><Relationship Id="rId9" Type="http://schemas.openxmlformats.org/officeDocument/2006/relationships/customXml" Target="../ink/ink204.xml"/><Relationship Id="rId26" Type="http://schemas.openxmlformats.org/officeDocument/2006/relationships/image" Target="../media/image219.png"/><Relationship Id="rId47" Type="http://schemas.openxmlformats.org/officeDocument/2006/relationships/customXml" Target="../ink/ink223.xml"/><Relationship Id="rId68" Type="http://schemas.openxmlformats.org/officeDocument/2006/relationships/image" Target="../media/image240.png"/><Relationship Id="rId89" Type="http://schemas.openxmlformats.org/officeDocument/2006/relationships/customXml" Target="../ink/ink244.xml"/><Relationship Id="rId112" Type="http://schemas.openxmlformats.org/officeDocument/2006/relationships/image" Target="../media/image262.png"/><Relationship Id="rId133" Type="http://schemas.openxmlformats.org/officeDocument/2006/relationships/customXml" Target="../ink/ink266.xml"/><Relationship Id="rId154" Type="http://schemas.openxmlformats.org/officeDocument/2006/relationships/image" Target="../media/image283.png"/><Relationship Id="rId175" Type="http://schemas.openxmlformats.org/officeDocument/2006/relationships/customXml" Target="../ink/ink287.xml"/><Relationship Id="rId16" Type="http://schemas.openxmlformats.org/officeDocument/2006/relationships/image" Target="../media/image214.png"/><Relationship Id="rId37" Type="http://schemas.openxmlformats.org/officeDocument/2006/relationships/customXml" Target="../ink/ink218.xml"/><Relationship Id="rId58" Type="http://schemas.openxmlformats.org/officeDocument/2006/relationships/image" Target="../media/image235.png"/><Relationship Id="rId79" Type="http://schemas.openxmlformats.org/officeDocument/2006/relationships/customXml" Target="../ink/ink239.xml"/><Relationship Id="rId102" Type="http://schemas.openxmlformats.org/officeDocument/2006/relationships/image" Target="../media/image257.png"/><Relationship Id="rId123" Type="http://schemas.openxmlformats.org/officeDocument/2006/relationships/customXml" Target="../ink/ink261.xml"/><Relationship Id="rId144" Type="http://schemas.openxmlformats.org/officeDocument/2006/relationships/image" Target="../media/image278.png"/><Relationship Id="rId90" Type="http://schemas.openxmlformats.org/officeDocument/2006/relationships/image" Target="../media/image251.png"/><Relationship Id="rId165" Type="http://schemas.openxmlformats.org/officeDocument/2006/relationships/customXml" Target="../ink/ink282.xml"/><Relationship Id="rId27" Type="http://schemas.openxmlformats.org/officeDocument/2006/relationships/customXml" Target="../ink/ink213.xml"/><Relationship Id="rId48" Type="http://schemas.openxmlformats.org/officeDocument/2006/relationships/image" Target="../media/image230.png"/><Relationship Id="rId69" Type="http://schemas.openxmlformats.org/officeDocument/2006/relationships/customXml" Target="../ink/ink234.xml"/><Relationship Id="rId113" Type="http://schemas.openxmlformats.org/officeDocument/2006/relationships/customXml" Target="../ink/ink256.xml"/><Relationship Id="rId134" Type="http://schemas.openxmlformats.org/officeDocument/2006/relationships/image" Target="../media/image273.png"/><Relationship Id="rId80" Type="http://schemas.openxmlformats.org/officeDocument/2006/relationships/image" Target="../media/image246.png"/><Relationship Id="rId155" Type="http://schemas.openxmlformats.org/officeDocument/2006/relationships/customXml" Target="../ink/ink277.xml"/><Relationship Id="rId176" Type="http://schemas.openxmlformats.org/officeDocument/2006/relationships/image" Target="../media/image294.png"/><Relationship Id="rId17" Type="http://schemas.openxmlformats.org/officeDocument/2006/relationships/customXml" Target="../ink/ink208.xml"/><Relationship Id="rId38" Type="http://schemas.openxmlformats.org/officeDocument/2006/relationships/image" Target="../media/image225.png"/><Relationship Id="rId59" Type="http://schemas.openxmlformats.org/officeDocument/2006/relationships/customXml" Target="../ink/ink229.xml"/><Relationship Id="rId103" Type="http://schemas.openxmlformats.org/officeDocument/2006/relationships/customXml" Target="../ink/ink251.xml"/><Relationship Id="rId124" Type="http://schemas.openxmlformats.org/officeDocument/2006/relationships/image" Target="../media/image268.png"/><Relationship Id="rId70" Type="http://schemas.openxmlformats.org/officeDocument/2006/relationships/image" Target="../media/image241.png"/><Relationship Id="rId91" Type="http://schemas.openxmlformats.org/officeDocument/2006/relationships/customXml" Target="../ink/ink245.xml"/><Relationship Id="rId145" Type="http://schemas.openxmlformats.org/officeDocument/2006/relationships/customXml" Target="../ink/ink272.xml"/><Relationship Id="rId166" Type="http://schemas.openxmlformats.org/officeDocument/2006/relationships/image" Target="../media/image28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1.xml"/><Relationship Id="rId13" Type="http://schemas.openxmlformats.org/officeDocument/2006/relationships/image" Target="../media/image300.png"/><Relationship Id="rId3" Type="http://schemas.openxmlformats.org/officeDocument/2006/relationships/image" Target="../media/image295.png"/><Relationship Id="rId7" Type="http://schemas.openxmlformats.org/officeDocument/2006/relationships/image" Target="../media/image297.png"/><Relationship Id="rId12" Type="http://schemas.openxmlformats.org/officeDocument/2006/relationships/customXml" Target="../ink/ink293.xml"/><Relationship Id="rId2" Type="http://schemas.openxmlformats.org/officeDocument/2006/relationships/customXml" Target="../ink/ink28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0.xml"/><Relationship Id="rId11" Type="http://schemas.openxmlformats.org/officeDocument/2006/relationships/image" Target="../media/image299.png"/><Relationship Id="rId5" Type="http://schemas.openxmlformats.org/officeDocument/2006/relationships/image" Target="../media/image296.png"/><Relationship Id="rId15" Type="http://schemas.openxmlformats.org/officeDocument/2006/relationships/image" Target="../media/image301.png"/><Relationship Id="rId10" Type="http://schemas.openxmlformats.org/officeDocument/2006/relationships/customXml" Target="../ink/ink292.xml"/><Relationship Id="rId4" Type="http://schemas.openxmlformats.org/officeDocument/2006/relationships/customXml" Target="../ink/ink289.xml"/><Relationship Id="rId9" Type="http://schemas.openxmlformats.org/officeDocument/2006/relationships/image" Target="../media/image298.png"/><Relationship Id="rId14" Type="http://schemas.openxmlformats.org/officeDocument/2006/relationships/customXml" Target="../ink/ink29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7.png"/><Relationship Id="rId18" Type="http://schemas.openxmlformats.org/officeDocument/2006/relationships/customXml" Target="../ink/ink303.xml"/><Relationship Id="rId26" Type="http://schemas.openxmlformats.org/officeDocument/2006/relationships/customXml" Target="../ink/ink307.xml"/><Relationship Id="rId39" Type="http://schemas.openxmlformats.org/officeDocument/2006/relationships/image" Target="../media/image320.png"/><Relationship Id="rId21" Type="http://schemas.openxmlformats.org/officeDocument/2006/relationships/image" Target="../media/image311.png"/><Relationship Id="rId34" Type="http://schemas.openxmlformats.org/officeDocument/2006/relationships/customXml" Target="../ink/ink311.xml"/><Relationship Id="rId42" Type="http://schemas.openxmlformats.org/officeDocument/2006/relationships/customXml" Target="../ink/ink315.xml"/><Relationship Id="rId47" Type="http://schemas.openxmlformats.org/officeDocument/2006/relationships/image" Target="../media/image324.png"/><Relationship Id="rId50" Type="http://schemas.openxmlformats.org/officeDocument/2006/relationships/customXml" Target="../ink/ink319.xml"/><Relationship Id="rId55" Type="http://schemas.openxmlformats.org/officeDocument/2006/relationships/image" Target="../media/image328.png"/><Relationship Id="rId7" Type="http://schemas.openxmlformats.org/officeDocument/2006/relationships/image" Target="../media/image304.png"/><Relationship Id="rId2" Type="http://schemas.openxmlformats.org/officeDocument/2006/relationships/customXml" Target="../ink/ink295.xml"/><Relationship Id="rId16" Type="http://schemas.openxmlformats.org/officeDocument/2006/relationships/customXml" Target="../ink/ink302.xml"/><Relationship Id="rId29" Type="http://schemas.openxmlformats.org/officeDocument/2006/relationships/image" Target="../media/image315.png"/><Relationship Id="rId11" Type="http://schemas.openxmlformats.org/officeDocument/2006/relationships/image" Target="../media/image306.png"/><Relationship Id="rId24" Type="http://schemas.openxmlformats.org/officeDocument/2006/relationships/customXml" Target="../ink/ink306.xml"/><Relationship Id="rId32" Type="http://schemas.openxmlformats.org/officeDocument/2006/relationships/customXml" Target="../ink/ink310.xml"/><Relationship Id="rId37" Type="http://schemas.openxmlformats.org/officeDocument/2006/relationships/image" Target="../media/image319.png"/><Relationship Id="rId40" Type="http://schemas.openxmlformats.org/officeDocument/2006/relationships/customXml" Target="../ink/ink314.xml"/><Relationship Id="rId45" Type="http://schemas.openxmlformats.org/officeDocument/2006/relationships/image" Target="../media/image323.png"/><Relationship Id="rId53" Type="http://schemas.openxmlformats.org/officeDocument/2006/relationships/image" Target="../media/image327.png"/><Relationship Id="rId58" Type="http://schemas.openxmlformats.org/officeDocument/2006/relationships/customXml" Target="../ink/ink323.xml"/><Relationship Id="rId5" Type="http://schemas.openxmlformats.org/officeDocument/2006/relationships/image" Target="../media/image303.png"/><Relationship Id="rId19" Type="http://schemas.openxmlformats.org/officeDocument/2006/relationships/image" Target="../media/image310.png"/><Relationship Id="rId4" Type="http://schemas.openxmlformats.org/officeDocument/2006/relationships/customXml" Target="../ink/ink296.xml"/><Relationship Id="rId9" Type="http://schemas.openxmlformats.org/officeDocument/2006/relationships/image" Target="../media/image305.png"/><Relationship Id="rId14" Type="http://schemas.openxmlformats.org/officeDocument/2006/relationships/customXml" Target="../ink/ink301.xml"/><Relationship Id="rId22" Type="http://schemas.openxmlformats.org/officeDocument/2006/relationships/customXml" Target="../ink/ink305.xml"/><Relationship Id="rId27" Type="http://schemas.openxmlformats.org/officeDocument/2006/relationships/image" Target="../media/image314.png"/><Relationship Id="rId30" Type="http://schemas.openxmlformats.org/officeDocument/2006/relationships/customXml" Target="../ink/ink309.xml"/><Relationship Id="rId35" Type="http://schemas.openxmlformats.org/officeDocument/2006/relationships/image" Target="../media/image318.png"/><Relationship Id="rId43" Type="http://schemas.openxmlformats.org/officeDocument/2006/relationships/image" Target="../media/image322.png"/><Relationship Id="rId48" Type="http://schemas.openxmlformats.org/officeDocument/2006/relationships/customXml" Target="../ink/ink318.xml"/><Relationship Id="rId56" Type="http://schemas.openxmlformats.org/officeDocument/2006/relationships/customXml" Target="../ink/ink322.xml"/><Relationship Id="rId8" Type="http://schemas.openxmlformats.org/officeDocument/2006/relationships/customXml" Target="../ink/ink298.xml"/><Relationship Id="rId51" Type="http://schemas.openxmlformats.org/officeDocument/2006/relationships/image" Target="../media/image326.png"/><Relationship Id="rId3" Type="http://schemas.openxmlformats.org/officeDocument/2006/relationships/image" Target="../media/image302.png"/><Relationship Id="rId12" Type="http://schemas.openxmlformats.org/officeDocument/2006/relationships/customXml" Target="../ink/ink300.xml"/><Relationship Id="rId17" Type="http://schemas.openxmlformats.org/officeDocument/2006/relationships/image" Target="../media/image309.png"/><Relationship Id="rId25" Type="http://schemas.openxmlformats.org/officeDocument/2006/relationships/image" Target="../media/image313.png"/><Relationship Id="rId33" Type="http://schemas.openxmlformats.org/officeDocument/2006/relationships/image" Target="../media/image317.png"/><Relationship Id="rId38" Type="http://schemas.openxmlformats.org/officeDocument/2006/relationships/customXml" Target="../ink/ink313.xml"/><Relationship Id="rId46" Type="http://schemas.openxmlformats.org/officeDocument/2006/relationships/customXml" Target="../ink/ink317.xml"/><Relationship Id="rId59" Type="http://schemas.openxmlformats.org/officeDocument/2006/relationships/image" Target="../media/image330.png"/><Relationship Id="rId20" Type="http://schemas.openxmlformats.org/officeDocument/2006/relationships/customXml" Target="../ink/ink304.xml"/><Relationship Id="rId41" Type="http://schemas.openxmlformats.org/officeDocument/2006/relationships/image" Target="../media/image321.png"/><Relationship Id="rId54" Type="http://schemas.openxmlformats.org/officeDocument/2006/relationships/customXml" Target="../ink/ink3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7.xml"/><Relationship Id="rId15" Type="http://schemas.openxmlformats.org/officeDocument/2006/relationships/image" Target="../media/image308.png"/><Relationship Id="rId23" Type="http://schemas.openxmlformats.org/officeDocument/2006/relationships/image" Target="../media/image312.png"/><Relationship Id="rId28" Type="http://schemas.openxmlformats.org/officeDocument/2006/relationships/customXml" Target="../ink/ink308.xml"/><Relationship Id="rId36" Type="http://schemas.openxmlformats.org/officeDocument/2006/relationships/customXml" Target="../ink/ink312.xml"/><Relationship Id="rId49" Type="http://schemas.openxmlformats.org/officeDocument/2006/relationships/image" Target="../media/image325.png"/><Relationship Id="rId57" Type="http://schemas.openxmlformats.org/officeDocument/2006/relationships/image" Target="../media/image329.png"/><Relationship Id="rId10" Type="http://schemas.openxmlformats.org/officeDocument/2006/relationships/customXml" Target="../ink/ink299.xml"/><Relationship Id="rId31" Type="http://schemas.openxmlformats.org/officeDocument/2006/relationships/image" Target="../media/image316.png"/><Relationship Id="rId44" Type="http://schemas.openxmlformats.org/officeDocument/2006/relationships/customXml" Target="../ink/ink316.xml"/><Relationship Id="rId52" Type="http://schemas.openxmlformats.org/officeDocument/2006/relationships/customXml" Target="../ink/ink320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8.png"/><Relationship Id="rId18" Type="http://schemas.openxmlformats.org/officeDocument/2006/relationships/customXml" Target="../ink/ink330.xml"/><Relationship Id="rId26" Type="http://schemas.openxmlformats.org/officeDocument/2006/relationships/customXml" Target="../ink/ink334.xml"/><Relationship Id="rId39" Type="http://schemas.openxmlformats.org/officeDocument/2006/relationships/image" Target="../media/image351.png"/><Relationship Id="rId21" Type="http://schemas.openxmlformats.org/officeDocument/2006/relationships/image" Target="../media/image342.png"/><Relationship Id="rId34" Type="http://schemas.openxmlformats.org/officeDocument/2006/relationships/customXml" Target="../ink/ink338.xml"/><Relationship Id="rId42" Type="http://schemas.openxmlformats.org/officeDocument/2006/relationships/customXml" Target="../ink/ink342.xml"/><Relationship Id="rId47" Type="http://schemas.openxmlformats.org/officeDocument/2006/relationships/image" Target="../media/image355.png"/><Relationship Id="rId50" Type="http://schemas.openxmlformats.org/officeDocument/2006/relationships/customXml" Target="../ink/ink346.xml"/><Relationship Id="rId55" Type="http://schemas.openxmlformats.org/officeDocument/2006/relationships/image" Target="../media/image359.png"/><Relationship Id="rId7" Type="http://schemas.openxmlformats.org/officeDocument/2006/relationships/image" Target="../media/image335.png"/><Relationship Id="rId2" Type="http://schemas.openxmlformats.org/officeDocument/2006/relationships/image" Target="../media/image331.png"/><Relationship Id="rId16" Type="http://schemas.openxmlformats.org/officeDocument/2006/relationships/customXml" Target="../ink/ink329.xml"/><Relationship Id="rId29" Type="http://schemas.openxmlformats.org/officeDocument/2006/relationships/image" Target="../media/image346.png"/><Relationship Id="rId11" Type="http://schemas.openxmlformats.org/officeDocument/2006/relationships/image" Target="../media/image337.png"/><Relationship Id="rId24" Type="http://schemas.openxmlformats.org/officeDocument/2006/relationships/customXml" Target="../ink/ink333.xml"/><Relationship Id="rId32" Type="http://schemas.openxmlformats.org/officeDocument/2006/relationships/customXml" Target="../ink/ink337.xml"/><Relationship Id="rId37" Type="http://schemas.openxmlformats.org/officeDocument/2006/relationships/image" Target="../media/image350.png"/><Relationship Id="rId40" Type="http://schemas.openxmlformats.org/officeDocument/2006/relationships/customXml" Target="../ink/ink341.xml"/><Relationship Id="rId45" Type="http://schemas.openxmlformats.org/officeDocument/2006/relationships/image" Target="../media/image354.png"/><Relationship Id="rId53" Type="http://schemas.openxmlformats.org/officeDocument/2006/relationships/image" Target="../media/image358.png"/><Relationship Id="rId58" Type="http://schemas.openxmlformats.org/officeDocument/2006/relationships/customXml" Target="../ink/ink350.xml"/><Relationship Id="rId5" Type="http://schemas.openxmlformats.org/officeDocument/2006/relationships/image" Target="../media/image334.png"/><Relationship Id="rId61" Type="http://schemas.openxmlformats.org/officeDocument/2006/relationships/image" Target="../media/image362.png"/><Relationship Id="rId19" Type="http://schemas.openxmlformats.org/officeDocument/2006/relationships/image" Target="../media/image341.png"/><Relationship Id="rId14" Type="http://schemas.openxmlformats.org/officeDocument/2006/relationships/customXml" Target="../ink/ink328.xml"/><Relationship Id="rId22" Type="http://schemas.openxmlformats.org/officeDocument/2006/relationships/customXml" Target="../ink/ink332.xml"/><Relationship Id="rId27" Type="http://schemas.openxmlformats.org/officeDocument/2006/relationships/image" Target="../media/image345.png"/><Relationship Id="rId30" Type="http://schemas.openxmlformats.org/officeDocument/2006/relationships/customXml" Target="../ink/ink336.xml"/><Relationship Id="rId35" Type="http://schemas.openxmlformats.org/officeDocument/2006/relationships/image" Target="../media/image349.png"/><Relationship Id="rId43" Type="http://schemas.openxmlformats.org/officeDocument/2006/relationships/image" Target="../media/image353.png"/><Relationship Id="rId48" Type="http://schemas.openxmlformats.org/officeDocument/2006/relationships/customXml" Target="../ink/ink345.xml"/><Relationship Id="rId56" Type="http://schemas.openxmlformats.org/officeDocument/2006/relationships/customXml" Target="../ink/ink349.xml"/><Relationship Id="rId8" Type="http://schemas.openxmlformats.org/officeDocument/2006/relationships/customXml" Target="../ink/ink325.xml"/><Relationship Id="rId51" Type="http://schemas.openxmlformats.org/officeDocument/2006/relationships/image" Target="../media/image357.png"/><Relationship Id="rId3" Type="http://schemas.openxmlformats.org/officeDocument/2006/relationships/image" Target="../media/image332.png"/><Relationship Id="rId12" Type="http://schemas.openxmlformats.org/officeDocument/2006/relationships/customXml" Target="../ink/ink327.xml"/><Relationship Id="rId17" Type="http://schemas.openxmlformats.org/officeDocument/2006/relationships/image" Target="../media/image340.png"/><Relationship Id="rId25" Type="http://schemas.openxmlformats.org/officeDocument/2006/relationships/image" Target="../media/image344.png"/><Relationship Id="rId33" Type="http://schemas.openxmlformats.org/officeDocument/2006/relationships/image" Target="../media/image348.png"/><Relationship Id="rId38" Type="http://schemas.openxmlformats.org/officeDocument/2006/relationships/customXml" Target="../ink/ink340.xml"/><Relationship Id="rId46" Type="http://schemas.openxmlformats.org/officeDocument/2006/relationships/customXml" Target="../ink/ink344.xml"/><Relationship Id="rId59" Type="http://schemas.openxmlformats.org/officeDocument/2006/relationships/image" Target="../media/image361.png"/><Relationship Id="rId20" Type="http://schemas.openxmlformats.org/officeDocument/2006/relationships/customXml" Target="../ink/ink331.xml"/><Relationship Id="rId41" Type="http://schemas.openxmlformats.org/officeDocument/2006/relationships/image" Target="../media/image352.png"/><Relationship Id="rId54" Type="http://schemas.openxmlformats.org/officeDocument/2006/relationships/customXml" Target="../ink/ink3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4.xml"/><Relationship Id="rId15" Type="http://schemas.openxmlformats.org/officeDocument/2006/relationships/image" Target="../media/image339.png"/><Relationship Id="rId23" Type="http://schemas.openxmlformats.org/officeDocument/2006/relationships/image" Target="../media/image343.png"/><Relationship Id="rId28" Type="http://schemas.openxmlformats.org/officeDocument/2006/relationships/customXml" Target="../ink/ink335.xml"/><Relationship Id="rId36" Type="http://schemas.openxmlformats.org/officeDocument/2006/relationships/customXml" Target="../ink/ink339.xml"/><Relationship Id="rId49" Type="http://schemas.openxmlformats.org/officeDocument/2006/relationships/image" Target="../media/image356.png"/><Relationship Id="rId57" Type="http://schemas.openxmlformats.org/officeDocument/2006/relationships/image" Target="../media/image360.png"/><Relationship Id="rId10" Type="http://schemas.openxmlformats.org/officeDocument/2006/relationships/customXml" Target="../ink/ink326.xml"/><Relationship Id="rId31" Type="http://schemas.openxmlformats.org/officeDocument/2006/relationships/image" Target="../media/image347.png"/><Relationship Id="rId44" Type="http://schemas.openxmlformats.org/officeDocument/2006/relationships/customXml" Target="../ink/ink343.xml"/><Relationship Id="rId52" Type="http://schemas.openxmlformats.org/officeDocument/2006/relationships/customXml" Target="../ink/ink347.xml"/><Relationship Id="rId60" Type="http://schemas.openxmlformats.org/officeDocument/2006/relationships/customXml" Target="../ink/ink351.xml"/><Relationship Id="rId4" Type="http://schemas.openxmlformats.org/officeDocument/2006/relationships/image" Target="../media/image333.png"/><Relationship Id="rId9" Type="http://schemas.openxmlformats.org/officeDocument/2006/relationships/image" Target="../media/image3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png"/><Relationship Id="rId18" Type="http://schemas.openxmlformats.org/officeDocument/2006/relationships/customXml" Target="../ink/ink359.xml"/><Relationship Id="rId26" Type="http://schemas.openxmlformats.org/officeDocument/2006/relationships/customXml" Target="../ink/ink363.xml"/><Relationship Id="rId39" Type="http://schemas.openxmlformats.org/officeDocument/2006/relationships/image" Target="../media/image382.png"/><Relationship Id="rId21" Type="http://schemas.openxmlformats.org/officeDocument/2006/relationships/image" Target="../media/image373.png"/><Relationship Id="rId34" Type="http://schemas.openxmlformats.org/officeDocument/2006/relationships/customXml" Target="../ink/ink367.xml"/><Relationship Id="rId7" Type="http://schemas.openxmlformats.org/officeDocument/2006/relationships/image" Target="../media/image366.png"/><Relationship Id="rId12" Type="http://schemas.openxmlformats.org/officeDocument/2006/relationships/customXml" Target="../ink/ink356.xml"/><Relationship Id="rId17" Type="http://schemas.openxmlformats.org/officeDocument/2006/relationships/image" Target="../media/image371.png"/><Relationship Id="rId25" Type="http://schemas.openxmlformats.org/officeDocument/2006/relationships/image" Target="../media/image375.png"/><Relationship Id="rId33" Type="http://schemas.openxmlformats.org/officeDocument/2006/relationships/image" Target="../media/image379.png"/><Relationship Id="rId38" Type="http://schemas.openxmlformats.org/officeDocument/2006/relationships/customXml" Target="../ink/ink369.xml"/><Relationship Id="rId2" Type="http://schemas.openxmlformats.org/officeDocument/2006/relationships/image" Target="../media/image364.png"/><Relationship Id="rId16" Type="http://schemas.openxmlformats.org/officeDocument/2006/relationships/customXml" Target="../ink/ink358.xml"/><Relationship Id="rId20" Type="http://schemas.openxmlformats.org/officeDocument/2006/relationships/customXml" Target="../ink/ink360.xml"/><Relationship Id="rId29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3.xml"/><Relationship Id="rId11" Type="http://schemas.openxmlformats.org/officeDocument/2006/relationships/image" Target="../media/image368.png"/><Relationship Id="rId24" Type="http://schemas.openxmlformats.org/officeDocument/2006/relationships/customXml" Target="../ink/ink362.xml"/><Relationship Id="rId32" Type="http://schemas.openxmlformats.org/officeDocument/2006/relationships/customXml" Target="../ink/ink366.xml"/><Relationship Id="rId37" Type="http://schemas.openxmlformats.org/officeDocument/2006/relationships/image" Target="../media/image381.png"/><Relationship Id="rId5" Type="http://schemas.openxmlformats.org/officeDocument/2006/relationships/image" Target="../media/image365.png"/><Relationship Id="rId15" Type="http://schemas.openxmlformats.org/officeDocument/2006/relationships/image" Target="../media/image370.png"/><Relationship Id="rId23" Type="http://schemas.openxmlformats.org/officeDocument/2006/relationships/image" Target="../media/image374.png"/><Relationship Id="rId28" Type="http://schemas.openxmlformats.org/officeDocument/2006/relationships/customXml" Target="../ink/ink364.xml"/><Relationship Id="rId36" Type="http://schemas.openxmlformats.org/officeDocument/2006/relationships/customXml" Target="../ink/ink368.xml"/><Relationship Id="rId10" Type="http://schemas.openxmlformats.org/officeDocument/2006/relationships/customXml" Target="../ink/ink355.xml"/><Relationship Id="rId19" Type="http://schemas.openxmlformats.org/officeDocument/2006/relationships/image" Target="../media/image372.png"/><Relationship Id="rId31" Type="http://schemas.openxmlformats.org/officeDocument/2006/relationships/image" Target="../media/image378.png"/><Relationship Id="rId4" Type="http://schemas.openxmlformats.org/officeDocument/2006/relationships/customXml" Target="../ink/ink352.xml"/><Relationship Id="rId9" Type="http://schemas.openxmlformats.org/officeDocument/2006/relationships/image" Target="../media/image367.png"/><Relationship Id="rId14" Type="http://schemas.openxmlformats.org/officeDocument/2006/relationships/customXml" Target="../ink/ink357.xml"/><Relationship Id="rId22" Type="http://schemas.openxmlformats.org/officeDocument/2006/relationships/customXml" Target="../ink/ink361.xml"/><Relationship Id="rId27" Type="http://schemas.openxmlformats.org/officeDocument/2006/relationships/image" Target="../media/image376.png"/><Relationship Id="rId30" Type="http://schemas.openxmlformats.org/officeDocument/2006/relationships/customXml" Target="../ink/ink365.xml"/><Relationship Id="rId35" Type="http://schemas.openxmlformats.org/officeDocument/2006/relationships/image" Target="../media/image380.png"/><Relationship Id="rId8" Type="http://schemas.openxmlformats.org/officeDocument/2006/relationships/customXml" Target="../ink/ink354.xml"/><Relationship Id="rId3" Type="http://schemas.openxmlformats.org/officeDocument/2006/relationships/image" Target="../media/image3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13" Type="http://schemas.openxmlformats.org/officeDocument/2006/relationships/customXml" Target="../ink/ink374.xml"/><Relationship Id="rId18" Type="http://schemas.openxmlformats.org/officeDocument/2006/relationships/image" Target="../media/image392.png"/><Relationship Id="rId26" Type="http://schemas.openxmlformats.org/officeDocument/2006/relationships/image" Target="../media/image396.png"/><Relationship Id="rId3" Type="http://schemas.openxmlformats.org/officeDocument/2006/relationships/image" Target="../media/image384.png"/><Relationship Id="rId21" Type="http://schemas.openxmlformats.org/officeDocument/2006/relationships/customXml" Target="../ink/ink378.xml"/><Relationship Id="rId7" Type="http://schemas.openxmlformats.org/officeDocument/2006/relationships/customXml" Target="../ink/ink371.xml"/><Relationship Id="rId12" Type="http://schemas.openxmlformats.org/officeDocument/2006/relationships/image" Target="../media/image389.png"/><Relationship Id="rId17" Type="http://schemas.openxmlformats.org/officeDocument/2006/relationships/customXml" Target="../ink/ink376.xml"/><Relationship Id="rId25" Type="http://schemas.openxmlformats.org/officeDocument/2006/relationships/customXml" Target="../ink/ink380.xml"/><Relationship Id="rId2" Type="http://schemas.openxmlformats.org/officeDocument/2006/relationships/image" Target="../media/image383.png"/><Relationship Id="rId16" Type="http://schemas.openxmlformats.org/officeDocument/2006/relationships/image" Target="../media/image391.png"/><Relationship Id="rId20" Type="http://schemas.openxmlformats.org/officeDocument/2006/relationships/image" Target="../media/image3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6.png"/><Relationship Id="rId11" Type="http://schemas.openxmlformats.org/officeDocument/2006/relationships/customXml" Target="../ink/ink373.xml"/><Relationship Id="rId24" Type="http://schemas.openxmlformats.org/officeDocument/2006/relationships/image" Target="../media/image395.png"/><Relationship Id="rId5" Type="http://schemas.openxmlformats.org/officeDocument/2006/relationships/customXml" Target="../ink/ink370.xml"/><Relationship Id="rId15" Type="http://schemas.openxmlformats.org/officeDocument/2006/relationships/customXml" Target="../ink/ink375.xml"/><Relationship Id="rId23" Type="http://schemas.openxmlformats.org/officeDocument/2006/relationships/customXml" Target="../ink/ink379.xml"/><Relationship Id="rId10" Type="http://schemas.openxmlformats.org/officeDocument/2006/relationships/image" Target="../media/image388.png"/><Relationship Id="rId19" Type="http://schemas.openxmlformats.org/officeDocument/2006/relationships/customXml" Target="../ink/ink377.xml"/><Relationship Id="rId4" Type="http://schemas.openxmlformats.org/officeDocument/2006/relationships/image" Target="../media/image385.png"/><Relationship Id="rId9" Type="http://schemas.openxmlformats.org/officeDocument/2006/relationships/customXml" Target="../ink/ink372.xml"/><Relationship Id="rId14" Type="http://schemas.openxmlformats.org/officeDocument/2006/relationships/image" Target="../media/image390.png"/><Relationship Id="rId22" Type="http://schemas.openxmlformats.org/officeDocument/2006/relationships/image" Target="../media/image39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4.png"/><Relationship Id="rId18" Type="http://schemas.openxmlformats.org/officeDocument/2006/relationships/customXml" Target="../ink/ink387.xml"/><Relationship Id="rId26" Type="http://schemas.openxmlformats.org/officeDocument/2006/relationships/customXml" Target="../ink/ink391.xml"/><Relationship Id="rId21" Type="http://schemas.openxmlformats.org/officeDocument/2006/relationships/image" Target="../media/image408.png"/><Relationship Id="rId34" Type="http://schemas.openxmlformats.org/officeDocument/2006/relationships/customXml" Target="../ink/ink395.xml"/><Relationship Id="rId7" Type="http://schemas.openxmlformats.org/officeDocument/2006/relationships/image" Target="../media/image401.png"/><Relationship Id="rId12" Type="http://schemas.openxmlformats.org/officeDocument/2006/relationships/customXml" Target="../ink/ink384.xml"/><Relationship Id="rId17" Type="http://schemas.openxmlformats.org/officeDocument/2006/relationships/image" Target="../media/image406.png"/><Relationship Id="rId25" Type="http://schemas.openxmlformats.org/officeDocument/2006/relationships/image" Target="../media/image410.png"/><Relationship Id="rId33" Type="http://schemas.openxmlformats.org/officeDocument/2006/relationships/image" Target="../media/image414.png"/><Relationship Id="rId2" Type="http://schemas.openxmlformats.org/officeDocument/2006/relationships/image" Target="../media/image397.png"/><Relationship Id="rId16" Type="http://schemas.openxmlformats.org/officeDocument/2006/relationships/customXml" Target="../ink/ink386.xml"/><Relationship Id="rId20" Type="http://schemas.openxmlformats.org/officeDocument/2006/relationships/customXml" Target="../ink/ink388.xml"/><Relationship Id="rId29" Type="http://schemas.openxmlformats.org/officeDocument/2006/relationships/image" Target="../media/image4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1.xml"/><Relationship Id="rId11" Type="http://schemas.openxmlformats.org/officeDocument/2006/relationships/image" Target="../media/image403.png"/><Relationship Id="rId24" Type="http://schemas.openxmlformats.org/officeDocument/2006/relationships/customXml" Target="../ink/ink390.xml"/><Relationship Id="rId32" Type="http://schemas.openxmlformats.org/officeDocument/2006/relationships/customXml" Target="../ink/ink394.xml"/><Relationship Id="rId37" Type="http://schemas.openxmlformats.org/officeDocument/2006/relationships/image" Target="../media/image416.png"/><Relationship Id="rId5" Type="http://schemas.openxmlformats.org/officeDocument/2006/relationships/image" Target="../media/image400.png"/><Relationship Id="rId15" Type="http://schemas.openxmlformats.org/officeDocument/2006/relationships/image" Target="../media/image405.png"/><Relationship Id="rId23" Type="http://schemas.openxmlformats.org/officeDocument/2006/relationships/image" Target="../media/image409.png"/><Relationship Id="rId28" Type="http://schemas.openxmlformats.org/officeDocument/2006/relationships/customXml" Target="../ink/ink392.xml"/><Relationship Id="rId36" Type="http://schemas.openxmlformats.org/officeDocument/2006/relationships/customXml" Target="../ink/ink396.xml"/><Relationship Id="rId10" Type="http://schemas.openxmlformats.org/officeDocument/2006/relationships/customXml" Target="../ink/ink383.xml"/><Relationship Id="rId19" Type="http://schemas.openxmlformats.org/officeDocument/2006/relationships/image" Target="../media/image407.png"/><Relationship Id="rId31" Type="http://schemas.openxmlformats.org/officeDocument/2006/relationships/image" Target="../media/image413.png"/><Relationship Id="rId4" Type="http://schemas.openxmlformats.org/officeDocument/2006/relationships/image" Target="../media/image399.png"/><Relationship Id="rId9" Type="http://schemas.openxmlformats.org/officeDocument/2006/relationships/image" Target="../media/image402.png"/><Relationship Id="rId14" Type="http://schemas.openxmlformats.org/officeDocument/2006/relationships/customXml" Target="../ink/ink385.xml"/><Relationship Id="rId22" Type="http://schemas.openxmlformats.org/officeDocument/2006/relationships/customXml" Target="../ink/ink389.xml"/><Relationship Id="rId27" Type="http://schemas.openxmlformats.org/officeDocument/2006/relationships/image" Target="../media/image411.png"/><Relationship Id="rId30" Type="http://schemas.openxmlformats.org/officeDocument/2006/relationships/customXml" Target="../ink/ink393.xml"/><Relationship Id="rId35" Type="http://schemas.openxmlformats.org/officeDocument/2006/relationships/image" Target="../media/image415.png"/><Relationship Id="rId8" Type="http://schemas.openxmlformats.org/officeDocument/2006/relationships/customXml" Target="../ink/ink382.xml"/><Relationship Id="rId3" Type="http://schemas.openxmlformats.org/officeDocument/2006/relationships/image" Target="../media/image39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1.xml"/><Relationship Id="rId18" Type="http://schemas.openxmlformats.org/officeDocument/2006/relationships/image" Target="../media/image425.png"/><Relationship Id="rId26" Type="http://schemas.openxmlformats.org/officeDocument/2006/relationships/image" Target="../media/image429.png"/><Relationship Id="rId3" Type="http://schemas.openxmlformats.org/officeDocument/2006/relationships/image" Target="../media/image417.png"/><Relationship Id="rId21" Type="http://schemas.openxmlformats.org/officeDocument/2006/relationships/customXml" Target="../ink/ink405.xml"/><Relationship Id="rId34" Type="http://schemas.openxmlformats.org/officeDocument/2006/relationships/image" Target="../media/image433.png"/><Relationship Id="rId7" Type="http://schemas.openxmlformats.org/officeDocument/2006/relationships/customXml" Target="../ink/ink398.xml"/><Relationship Id="rId12" Type="http://schemas.openxmlformats.org/officeDocument/2006/relationships/image" Target="../media/image422.png"/><Relationship Id="rId17" Type="http://schemas.openxmlformats.org/officeDocument/2006/relationships/customXml" Target="../ink/ink403.xml"/><Relationship Id="rId25" Type="http://schemas.openxmlformats.org/officeDocument/2006/relationships/customXml" Target="../ink/ink407.xml"/><Relationship Id="rId33" Type="http://schemas.openxmlformats.org/officeDocument/2006/relationships/customXml" Target="../ink/ink411.xml"/><Relationship Id="rId2" Type="http://schemas.openxmlformats.org/officeDocument/2006/relationships/image" Target="../media/image400.png"/><Relationship Id="rId16" Type="http://schemas.openxmlformats.org/officeDocument/2006/relationships/image" Target="../media/image424.png"/><Relationship Id="rId20" Type="http://schemas.openxmlformats.org/officeDocument/2006/relationships/image" Target="../media/image426.png"/><Relationship Id="rId29" Type="http://schemas.openxmlformats.org/officeDocument/2006/relationships/customXml" Target="../ink/ink4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9.png"/><Relationship Id="rId11" Type="http://schemas.openxmlformats.org/officeDocument/2006/relationships/customXml" Target="../ink/ink400.xml"/><Relationship Id="rId24" Type="http://schemas.openxmlformats.org/officeDocument/2006/relationships/image" Target="../media/image428.png"/><Relationship Id="rId32" Type="http://schemas.openxmlformats.org/officeDocument/2006/relationships/image" Target="../media/image432.png"/><Relationship Id="rId5" Type="http://schemas.openxmlformats.org/officeDocument/2006/relationships/customXml" Target="../ink/ink397.xml"/><Relationship Id="rId15" Type="http://schemas.openxmlformats.org/officeDocument/2006/relationships/customXml" Target="../ink/ink402.xml"/><Relationship Id="rId23" Type="http://schemas.openxmlformats.org/officeDocument/2006/relationships/customXml" Target="../ink/ink406.xml"/><Relationship Id="rId28" Type="http://schemas.openxmlformats.org/officeDocument/2006/relationships/image" Target="../media/image430.png"/><Relationship Id="rId36" Type="http://schemas.openxmlformats.org/officeDocument/2006/relationships/image" Target="../media/image434.png"/><Relationship Id="rId10" Type="http://schemas.openxmlformats.org/officeDocument/2006/relationships/image" Target="../media/image421.png"/><Relationship Id="rId19" Type="http://schemas.openxmlformats.org/officeDocument/2006/relationships/customXml" Target="../ink/ink404.xml"/><Relationship Id="rId31" Type="http://schemas.openxmlformats.org/officeDocument/2006/relationships/customXml" Target="../ink/ink410.xml"/><Relationship Id="rId4" Type="http://schemas.openxmlformats.org/officeDocument/2006/relationships/image" Target="../media/image418.png"/><Relationship Id="rId9" Type="http://schemas.openxmlformats.org/officeDocument/2006/relationships/customXml" Target="../ink/ink399.xml"/><Relationship Id="rId14" Type="http://schemas.openxmlformats.org/officeDocument/2006/relationships/image" Target="../media/image423.png"/><Relationship Id="rId22" Type="http://schemas.openxmlformats.org/officeDocument/2006/relationships/image" Target="../media/image427.png"/><Relationship Id="rId27" Type="http://schemas.openxmlformats.org/officeDocument/2006/relationships/customXml" Target="../ink/ink408.xml"/><Relationship Id="rId30" Type="http://schemas.openxmlformats.org/officeDocument/2006/relationships/image" Target="../media/image431.png"/><Relationship Id="rId35" Type="http://schemas.openxmlformats.org/officeDocument/2006/relationships/customXml" Target="../ink/ink412.xml"/><Relationship Id="rId8" Type="http://schemas.openxmlformats.org/officeDocument/2006/relationships/image" Target="../media/image4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png"/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7.png"/><Relationship Id="rId4" Type="http://schemas.openxmlformats.org/officeDocument/2006/relationships/customXml" Target="../ink/ink4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png"/><Relationship Id="rId3" Type="http://schemas.openxmlformats.org/officeDocument/2006/relationships/customXml" Target="../ink/ink414.xml"/><Relationship Id="rId7" Type="http://schemas.openxmlformats.org/officeDocument/2006/relationships/customXml" Target="../ink/ink416.xml"/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customXml" Target="../ink/ink415.xml"/><Relationship Id="rId4" Type="http://schemas.openxmlformats.org/officeDocument/2006/relationships/image" Target="../media/image4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9.xml"/><Relationship Id="rId13" Type="http://schemas.openxmlformats.org/officeDocument/2006/relationships/image" Target="../media/image448.png"/><Relationship Id="rId18" Type="http://schemas.openxmlformats.org/officeDocument/2006/relationships/customXml" Target="../ink/ink424.xml"/><Relationship Id="rId3" Type="http://schemas.openxmlformats.org/officeDocument/2006/relationships/image" Target="../media/image443.png"/><Relationship Id="rId21" Type="http://schemas.openxmlformats.org/officeDocument/2006/relationships/image" Target="../media/image452.png"/><Relationship Id="rId7" Type="http://schemas.openxmlformats.org/officeDocument/2006/relationships/image" Target="../media/image445.png"/><Relationship Id="rId12" Type="http://schemas.openxmlformats.org/officeDocument/2006/relationships/customXml" Target="../ink/ink421.xml"/><Relationship Id="rId17" Type="http://schemas.openxmlformats.org/officeDocument/2006/relationships/image" Target="../media/image450.png"/><Relationship Id="rId2" Type="http://schemas.openxmlformats.org/officeDocument/2006/relationships/image" Target="../media/image442.png"/><Relationship Id="rId16" Type="http://schemas.openxmlformats.org/officeDocument/2006/relationships/customXml" Target="../ink/ink423.xml"/><Relationship Id="rId20" Type="http://schemas.openxmlformats.org/officeDocument/2006/relationships/customXml" Target="../ink/ink4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8.xml"/><Relationship Id="rId11" Type="http://schemas.openxmlformats.org/officeDocument/2006/relationships/image" Target="../media/image447.png"/><Relationship Id="rId5" Type="http://schemas.openxmlformats.org/officeDocument/2006/relationships/image" Target="../media/image444.png"/><Relationship Id="rId15" Type="http://schemas.openxmlformats.org/officeDocument/2006/relationships/image" Target="../media/image449.png"/><Relationship Id="rId10" Type="http://schemas.openxmlformats.org/officeDocument/2006/relationships/customXml" Target="../ink/ink420.xml"/><Relationship Id="rId19" Type="http://schemas.openxmlformats.org/officeDocument/2006/relationships/image" Target="../media/image451.png"/><Relationship Id="rId4" Type="http://schemas.openxmlformats.org/officeDocument/2006/relationships/customXml" Target="../ink/ink417.xml"/><Relationship Id="rId9" Type="http://schemas.openxmlformats.org/officeDocument/2006/relationships/image" Target="../media/image446.png"/><Relationship Id="rId14" Type="http://schemas.openxmlformats.org/officeDocument/2006/relationships/customXml" Target="../ink/ink4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0.png"/><Relationship Id="rId18" Type="http://schemas.openxmlformats.org/officeDocument/2006/relationships/customXml" Target="../ink/ink433.xml"/><Relationship Id="rId26" Type="http://schemas.openxmlformats.org/officeDocument/2006/relationships/customXml" Target="../ink/ink437.xml"/><Relationship Id="rId39" Type="http://schemas.openxmlformats.org/officeDocument/2006/relationships/image" Target="../media/image473.png"/><Relationship Id="rId21" Type="http://schemas.openxmlformats.org/officeDocument/2006/relationships/image" Target="../media/image464.png"/><Relationship Id="rId34" Type="http://schemas.openxmlformats.org/officeDocument/2006/relationships/customXml" Target="../ink/ink441.xml"/><Relationship Id="rId42" Type="http://schemas.openxmlformats.org/officeDocument/2006/relationships/customXml" Target="../ink/ink445.xml"/><Relationship Id="rId47" Type="http://schemas.openxmlformats.org/officeDocument/2006/relationships/image" Target="../media/image477.png"/><Relationship Id="rId50" Type="http://schemas.openxmlformats.org/officeDocument/2006/relationships/customXml" Target="../ink/ink449.xml"/><Relationship Id="rId55" Type="http://schemas.openxmlformats.org/officeDocument/2006/relationships/image" Target="../media/image481.png"/><Relationship Id="rId7" Type="http://schemas.openxmlformats.org/officeDocument/2006/relationships/image" Target="../media/image457.png"/><Relationship Id="rId2" Type="http://schemas.openxmlformats.org/officeDocument/2006/relationships/image" Target="../media/image454.png"/><Relationship Id="rId16" Type="http://schemas.openxmlformats.org/officeDocument/2006/relationships/customXml" Target="../ink/ink432.xml"/><Relationship Id="rId29" Type="http://schemas.openxmlformats.org/officeDocument/2006/relationships/image" Target="../media/image468.png"/><Relationship Id="rId11" Type="http://schemas.openxmlformats.org/officeDocument/2006/relationships/image" Target="../media/image459.png"/><Relationship Id="rId24" Type="http://schemas.openxmlformats.org/officeDocument/2006/relationships/customXml" Target="../ink/ink436.xml"/><Relationship Id="rId32" Type="http://schemas.openxmlformats.org/officeDocument/2006/relationships/customXml" Target="../ink/ink440.xml"/><Relationship Id="rId37" Type="http://schemas.openxmlformats.org/officeDocument/2006/relationships/image" Target="../media/image472.png"/><Relationship Id="rId40" Type="http://schemas.openxmlformats.org/officeDocument/2006/relationships/customXml" Target="../ink/ink444.xml"/><Relationship Id="rId45" Type="http://schemas.openxmlformats.org/officeDocument/2006/relationships/image" Target="../media/image476.png"/><Relationship Id="rId53" Type="http://schemas.openxmlformats.org/officeDocument/2006/relationships/image" Target="../media/image480.png"/><Relationship Id="rId5" Type="http://schemas.openxmlformats.org/officeDocument/2006/relationships/image" Target="../media/image456.png"/><Relationship Id="rId10" Type="http://schemas.openxmlformats.org/officeDocument/2006/relationships/customXml" Target="../ink/ink429.xml"/><Relationship Id="rId19" Type="http://schemas.openxmlformats.org/officeDocument/2006/relationships/image" Target="../media/image463.png"/><Relationship Id="rId31" Type="http://schemas.openxmlformats.org/officeDocument/2006/relationships/image" Target="../media/image469.png"/><Relationship Id="rId44" Type="http://schemas.openxmlformats.org/officeDocument/2006/relationships/customXml" Target="../ink/ink446.xml"/><Relationship Id="rId52" Type="http://schemas.openxmlformats.org/officeDocument/2006/relationships/customXml" Target="../ink/ink450.xml"/><Relationship Id="rId4" Type="http://schemas.openxmlformats.org/officeDocument/2006/relationships/customXml" Target="../ink/ink426.xml"/><Relationship Id="rId9" Type="http://schemas.openxmlformats.org/officeDocument/2006/relationships/image" Target="../media/image458.png"/><Relationship Id="rId14" Type="http://schemas.openxmlformats.org/officeDocument/2006/relationships/customXml" Target="../ink/ink431.xml"/><Relationship Id="rId22" Type="http://schemas.openxmlformats.org/officeDocument/2006/relationships/customXml" Target="../ink/ink435.xml"/><Relationship Id="rId27" Type="http://schemas.openxmlformats.org/officeDocument/2006/relationships/image" Target="../media/image467.png"/><Relationship Id="rId30" Type="http://schemas.openxmlformats.org/officeDocument/2006/relationships/customXml" Target="../ink/ink439.xml"/><Relationship Id="rId35" Type="http://schemas.openxmlformats.org/officeDocument/2006/relationships/image" Target="../media/image471.png"/><Relationship Id="rId43" Type="http://schemas.openxmlformats.org/officeDocument/2006/relationships/image" Target="../media/image475.png"/><Relationship Id="rId48" Type="http://schemas.openxmlformats.org/officeDocument/2006/relationships/customXml" Target="../ink/ink448.xml"/><Relationship Id="rId8" Type="http://schemas.openxmlformats.org/officeDocument/2006/relationships/customXml" Target="../ink/ink428.xml"/><Relationship Id="rId51" Type="http://schemas.openxmlformats.org/officeDocument/2006/relationships/image" Target="../media/image479.png"/><Relationship Id="rId3" Type="http://schemas.openxmlformats.org/officeDocument/2006/relationships/image" Target="../media/image455.png"/><Relationship Id="rId12" Type="http://schemas.openxmlformats.org/officeDocument/2006/relationships/customXml" Target="../ink/ink430.xml"/><Relationship Id="rId17" Type="http://schemas.openxmlformats.org/officeDocument/2006/relationships/image" Target="../media/image462.png"/><Relationship Id="rId25" Type="http://schemas.openxmlformats.org/officeDocument/2006/relationships/image" Target="../media/image466.png"/><Relationship Id="rId33" Type="http://schemas.openxmlformats.org/officeDocument/2006/relationships/image" Target="../media/image470.png"/><Relationship Id="rId38" Type="http://schemas.openxmlformats.org/officeDocument/2006/relationships/customXml" Target="../ink/ink443.xml"/><Relationship Id="rId46" Type="http://schemas.openxmlformats.org/officeDocument/2006/relationships/customXml" Target="../ink/ink447.xml"/><Relationship Id="rId20" Type="http://schemas.openxmlformats.org/officeDocument/2006/relationships/customXml" Target="../ink/ink434.xml"/><Relationship Id="rId41" Type="http://schemas.openxmlformats.org/officeDocument/2006/relationships/image" Target="../media/image474.png"/><Relationship Id="rId54" Type="http://schemas.openxmlformats.org/officeDocument/2006/relationships/customXml" Target="../ink/ink4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7.xml"/><Relationship Id="rId15" Type="http://schemas.openxmlformats.org/officeDocument/2006/relationships/image" Target="../media/image461.png"/><Relationship Id="rId23" Type="http://schemas.openxmlformats.org/officeDocument/2006/relationships/image" Target="../media/image465.png"/><Relationship Id="rId28" Type="http://schemas.openxmlformats.org/officeDocument/2006/relationships/customXml" Target="../ink/ink438.xml"/><Relationship Id="rId36" Type="http://schemas.openxmlformats.org/officeDocument/2006/relationships/customXml" Target="../ink/ink442.xml"/><Relationship Id="rId49" Type="http://schemas.openxmlformats.org/officeDocument/2006/relationships/image" Target="../media/image47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4.png"/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5.png"/><Relationship Id="rId4" Type="http://schemas.openxmlformats.org/officeDocument/2006/relationships/customXml" Target="../ink/ink45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customXml" Target="../ink/ink457.xml"/><Relationship Id="rId3" Type="http://schemas.openxmlformats.org/officeDocument/2006/relationships/image" Target="../media/image487.png"/><Relationship Id="rId7" Type="http://schemas.openxmlformats.org/officeDocument/2006/relationships/customXml" Target="../ink/ink454.xml"/><Relationship Id="rId12" Type="http://schemas.openxmlformats.org/officeDocument/2006/relationships/image" Target="../media/image492.png"/><Relationship Id="rId2" Type="http://schemas.openxmlformats.org/officeDocument/2006/relationships/image" Target="../media/image4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11" Type="http://schemas.openxmlformats.org/officeDocument/2006/relationships/customXml" Target="../ink/ink456.xml"/><Relationship Id="rId5" Type="http://schemas.openxmlformats.org/officeDocument/2006/relationships/customXml" Target="../ink/ink453.xml"/><Relationship Id="rId10" Type="http://schemas.openxmlformats.org/officeDocument/2006/relationships/image" Target="../media/image491.png"/><Relationship Id="rId4" Type="http://schemas.openxmlformats.org/officeDocument/2006/relationships/image" Target="../media/image488.png"/><Relationship Id="rId9" Type="http://schemas.openxmlformats.org/officeDocument/2006/relationships/customXml" Target="../ink/ink455.xml"/><Relationship Id="rId14" Type="http://schemas.openxmlformats.org/officeDocument/2006/relationships/image" Target="../media/image49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png"/><Relationship Id="rId13" Type="http://schemas.openxmlformats.org/officeDocument/2006/relationships/customXml" Target="../ink/ink462.xml"/><Relationship Id="rId18" Type="http://schemas.openxmlformats.org/officeDocument/2006/relationships/image" Target="../media/image503.png"/><Relationship Id="rId3" Type="http://schemas.openxmlformats.org/officeDocument/2006/relationships/image" Target="../media/image495.png"/><Relationship Id="rId7" Type="http://schemas.openxmlformats.org/officeDocument/2006/relationships/customXml" Target="../ink/ink459.xml"/><Relationship Id="rId12" Type="http://schemas.openxmlformats.org/officeDocument/2006/relationships/image" Target="../media/image500.png"/><Relationship Id="rId17" Type="http://schemas.openxmlformats.org/officeDocument/2006/relationships/customXml" Target="../ink/ink464.xml"/><Relationship Id="rId2" Type="http://schemas.openxmlformats.org/officeDocument/2006/relationships/image" Target="../media/image3810.png"/><Relationship Id="rId16" Type="http://schemas.openxmlformats.org/officeDocument/2006/relationships/image" Target="../media/image502.png"/><Relationship Id="rId20" Type="http://schemas.openxmlformats.org/officeDocument/2006/relationships/image" Target="../media/image5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7.png"/><Relationship Id="rId11" Type="http://schemas.openxmlformats.org/officeDocument/2006/relationships/customXml" Target="../ink/ink461.xml"/><Relationship Id="rId5" Type="http://schemas.openxmlformats.org/officeDocument/2006/relationships/customXml" Target="../ink/ink458.xml"/><Relationship Id="rId15" Type="http://schemas.openxmlformats.org/officeDocument/2006/relationships/customXml" Target="../ink/ink463.xml"/><Relationship Id="rId10" Type="http://schemas.openxmlformats.org/officeDocument/2006/relationships/image" Target="../media/image499.png"/><Relationship Id="rId19" Type="http://schemas.openxmlformats.org/officeDocument/2006/relationships/customXml" Target="../ink/ink465.xml"/><Relationship Id="rId4" Type="http://schemas.openxmlformats.org/officeDocument/2006/relationships/image" Target="../media/image496.png"/><Relationship Id="rId9" Type="http://schemas.openxmlformats.org/officeDocument/2006/relationships/customXml" Target="../ink/ink460.xml"/><Relationship Id="rId14" Type="http://schemas.openxmlformats.org/officeDocument/2006/relationships/image" Target="../media/image501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7.png"/><Relationship Id="rId21" Type="http://schemas.openxmlformats.org/officeDocument/2006/relationships/customXml" Target="../ink/ink475.xml"/><Relationship Id="rId34" Type="http://schemas.openxmlformats.org/officeDocument/2006/relationships/image" Target="../media/image521.png"/><Relationship Id="rId42" Type="http://schemas.openxmlformats.org/officeDocument/2006/relationships/image" Target="../media/image525.png"/><Relationship Id="rId47" Type="http://schemas.openxmlformats.org/officeDocument/2006/relationships/customXml" Target="../ink/ink488.xml"/><Relationship Id="rId50" Type="http://schemas.openxmlformats.org/officeDocument/2006/relationships/image" Target="../media/image529.png"/><Relationship Id="rId55" Type="http://schemas.openxmlformats.org/officeDocument/2006/relationships/customXml" Target="../ink/ink492.xml"/><Relationship Id="rId63" Type="http://schemas.openxmlformats.org/officeDocument/2006/relationships/customXml" Target="../ink/ink496.xml"/><Relationship Id="rId68" Type="http://schemas.openxmlformats.org/officeDocument/2006/relationships/image" Target="../media/image538.png"/><Relationship Id="rId7" Type="http://schemas.openxmlformats.org/officeDocument/2006/relationships/customXml" Target="../ink/ink468.xml"/><Relationship Id="rId2" Type="http://schemas.openxmlformats.org/officeDocument/2006/relationships/image" Target="../media/image505.png"/><Relationship Id="rId16" Type="http://schemas.openxmlformats.org/officeDocument/2006/relationships/image" Target="../media/image512.png"/><Relationship Id="rId29" Type="http://schemas.openxmlformats.org/officeDocument/2006/relationships/customXml" Target="../ink/ink479.xml"/><Relationship Id="rId11" Type="http://schemas.openxmlformats.org/officeDocument/2006/relationships/customXml" Target="../ink/ink470.xml"/><Relationship Id="rId24" Type="http://schemas.openxmlformats.org/officeDocument/2006/relationships/image" Target="../media/image516.png"/><Relationship Id="rId32" Type="http://schemas.openxmlformats.org/officeDocument/2006/relationships/image" Target="../media/image520.png"/><Relationship Id="rId37" Type="http://schemas.openxmlformats.org/officeDocument/2006/relationships/customXml" Target="../ink/ink483.xml"/><Relationship Id="rId40" Type="http://schemas.openxmlformats.org/officeDocument/2006/relationships/image" Target="../media/image524.png"/><Relationship Id="rId45" Type="http://schemas.openxmlformats.org/officeDocument/2006/relationships/customXml" Target="../ink/ink487.xml"/><Relationship Id="rId53" Type="http://schemas.openxmlformats.org/officeDocument/2006/relationships/customXml" Target="../ink/ink491.xml"/><Relationship Id="rId58" Type="http://schemas.openxmlformats.org/officeDocument/2006/relationships/image" Target="../media/image533.png"/><Relationship Id="rId66" Type="http://schemas.openxmlformats.org/officeDocument/2006/relationships/image" Target="../media/image537.png"/><Relationship Id="rId5" Type="http://schemas.openxmlformats.org/officeDocument/2006/relationships/customXml" Target="../ink/ink467.xml"/><Relationship Id="rId61" Type="http://schemas.openxmlformats.org/officeDocument/2006/relationships/customXml" Target="../ink/ink495.xml"/><Relationship Id="rId19" Type="http://schemas.openxmlformats.org/officeDocument/2006/relationships/customXml" Target="../ink/ink474.xml"/><Relationship Id="rId14" Type="http://schemas.openxmlformats.org/officeDocument/2006/relationships/image" Target="../media/image511.png"/><Relationship Id="rId22" Type="http://schemas.openxmlformats.org/officeDocument/2006/relationships/image" Target="../media/image515.png"/><Relationship Id="rId27" Type="http://schemas.openxmlformats.org/officeDocument/2006/relationships/customXml" Target="../ink/ink478.xml"/><Relationship Id="rId30" Type="http://schemas.openxmlformats.org/officeDocument/2006/relationships/image" Target="../media/image519.png"/><Relationship Id="rId35" Type="http://schemas.openxmlformats.org/officeDocument/2006/relationships/customXml" Target="../ink/ink482.xml"/><Relationship Id="rId43" Type="http://schemas.openxmlformats.org/officeDocument/2006/relationships/customXml" Target="../ink/ink486.xml"/><Relationship Id="rId48" Type="http://schemas.openxmlformats.org/officeDocument/2006/relationships/image" Target="../media/image528.png"/><Relationship Id="rId56" Type="http://schemas.openxmlformats.org/officeDocument/2006/relationships/image" Target="../media/image532.png"/><Relationship Id="rId64" Type="http://schemas.openxmlformats.org/officeDocument/2006/relationships/image" Target="../media/image536.png"/><Relationship Id="rId8" Type="http://schemas.openxmlformats.org/officeDocument/2006/relationships/image" Target="../media/image508.png"/><Relationship Id="rId51" Type="http://schemas.openxmlformats.org/officeDocument/2006/relationships/customXml" Target="../ink/ink490.xml"/><Relationship Id="rId3" Type="http://schemas.openxmlformats.org/officeDocument/2006/relationships/customXml" Target="../ink/ink466.xml"/><Relationship Id="rId12" Type="http://schemas.openxmlformats.org/officeDocument/2006/relationships/image" Target="../media/image510.png"/><Relationship Id="rId17" Type="http://schemas.openxmlformats.org/officeDocument/2006/relationships/customXml" Target="../ink/ink473.xml"/><Relationship Id="rId25" Type="http://schemas.openxmlformats.org/officeDocument/2006/relationships/customXml" Target="../ink/ink477.xml"/><Relationship Id="rId33" Type="http://schemas.openxmlformats.org/officeDocument/2006/relationships/customXml" Target="../ink/ink481.xml"/><Relationship Id="rId38" Type="http://schemas.openxmlformats.org/officeDocument/2006/relationships/image" Target="../media/image523.png"/><Relationship Id="rId46" Type="http://schemas.openxmlformats.org/officeDocument/2006/relationships/image" Target="../media/image527.png"/><Relationship Id="rId59" Type="http://schemas.openxmlformats.org/officeDocument/2006/relationships/customXml" Target="../ink/ink494.xml"/><Relationship Id="rId67" Type="http://schemas.openxmlformats.org/officeDocument/2006/relationships/customXml" Target="../ink/ink498.xml"/><Relationship Id="rId20" Type="http://schemas.openxmlformats.org/officeDocument/2006/relationships/image" Target="../media/image514.png"/><Relationship Id="rId41" Type="http://schemas.openxmlformats.org/officeDocument/2006/relationships/customXml" Target="../ink/ink485.xml"/><Relationship Id="rId54" Type="http://schemas.openxmlformats.org/officeDocument/2006/relationships/image" Target="../media/image531.png"/><Relationship Id="rId62" Type="http://schemas.openxmlformats.org/officeDocument/2006/relationships/image" Target="../media/image5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7.png"/><Relationship Id="rId15" Type="http://schemas.openxmlformats.org/officeDocument/2006/relationships/customXml" Target="../ink/ink472.xml"/><Relationship Id="rId23" Type="http://schemas.openxmlformats.org/officeDocument/2006/relationships/customXml" Target="../ink/ink476.xml"/><Relationship Id="rId28" Type="http://schemas.openxmlformats.org/officeDocument/2006/relationships/image" Target="../media/image518.png"/><Relationship Id="rId36" Type="http://schemas.openxmlformats.org/officeDocument/2006/relationships/image" Target="../media/image522.png"/><Relationship Id="rId49" Type="http://schemas.openxmlformats.org/officeDocument/2006/relationships/customXml" Target="../ink/ink489.xml"/><Relationship Id="rId57" Type="http://schemas.openxmlformats.org/officeDocument/2006/relationships/customXml" Target="../ink/ink493.xml"/><Relationship Id="rId10" Type="http://schemas.openxmlformats.org/officeDocument/2006/relationships/image" Target="../media/image509.png"/><Relationship Id="rId31" Type="http://schemas.openxmlformats.org/officeDocument/2006/relationships/customXml" Target="../ink/ink480.xml"/><Relationship Id="rId44" Type="http://schemas.openxmlformats.org/officeDocument/2006/relationships/image" Target="../media/image526.png"/><Relationship Id="rId52" Type="http://schemas.openxmlformats.org/officeDocument/2006/relationships/image" Target="../media/image530.png"/><Relationship Id="rId60" Type="http://schemas.openxmlformats.org/officeDocument/2006/relationships/image" Target="../media/image534.png"/><Relationship Id="rId65" Type="http://schemas.openxmlformats.org/officeDocument/2006/relationships/customXml" Target="../ink/ink497.xml"/><Relationship Id="rId4" Type="http://schemas.openxmlformats.org/officeDocument/2006/relationships/image" Target="../media/image506.png"/><Relationship Id="rId9" Type="http://schemas.openxmlformats.org/officeDocument/2006/relationships/customXml" Target="../ink/ink469.xml"/><Relationship Id="rId13" Type="http://schemas.openxmlformats.org/officeDocument/2006/relationships/customXml" Target="../ink/ink471.xml"/><Relationship Id="rId18" Type="http://schemas.openxmlformats.org/officeDocument/2006/relationships/image" Target="../media/image513.png"/><Relationship Id="rId39" Type="http://schemas.openxmlformats.org/officeDocument/2006/relationships/customXml" Target="../ink/ink48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png"/><Relationship Id="rId13" Type="http://schemas.openxmlformats.org/officeDocument/2006/relationships/customXml" Target="../ink/ink503.xml"/><Relationship Id="rId18" Type="http://schemas.openxmlformats.org/officeDocument/2006/relationships/image" Target="../media/image550.png"/><Relationship Id="rId26" Type="http://schemas.openxmlformats.org/officeDocument/2006/relationships/image" Target="../media/image554.png"/><Relationship Id="rId3" Type="http://schemas.openxmlformats.org/officeDocument/2006/relationships/image" Target="../media/image542.png"/><Relationship Id="rId21" Type="http://schemas.openxmlformats.org/officeDocument/2006/relationships/customXml" Target="../ink/ink507.xml"/><Relationship Id="rId7" Type="http://schemas.openxmlformats.org/officeDocument/2006/relationships/customXml" Target="../ink/ink500.xml"/><Relationship Id="rId12" Type="http://schemas.openxmlformats.org/officeDocument/2006/relationships/image" Target="../media/image547.png"/><Relationship Id="rId17" Type="http://schemas.openxmlformats.org/officeDocument/2006/relationships/customXml" Target="../ink/ink505.xml"/><Relationship Id="rId25" Type="http://schemas.openxmlformats.org/officeDocument/2006/relationships/customXml" Target="../ink/ink509.xml"/><Relationship Id="rId2" Type="http://schemas.openxmlformats.org/officeDocument/2006/relationships/image" Target="../media/image541.png"/><Relationship Id="rId16" Type="http://schemas.openxmlformats.org/officeDocument/2006/relationships/image" Target="../media/image549.png"/><Relationship Id="rId20" Type="http://schemas.openxmlformats.org/officeDocument/2006/relationships/image" Target="../media/image551.png"/><Relationship Id="rId29" Type="http://schemas.openxmlformats.org/officeDocument/2006/relationships/customXml" Target="../ink/ink5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4.png"/><Relationship Id="rId11" Type="http://schemas.openxmlformats.org/officeDocument/2006/relationships/customXml" Target="../ink/ink502.xml"/><Relationship Id="rId24" Type="http://schemas.openxmlformats.org/officeDocument/2006/relationships/image" Target="../media/image553.png"/><Relationship Id="rId32" Type="http://schemas.openxmlformats.org/officeDocument/2006/relationships/image" Target="../media/image557.png"/><Relationship Id="rId5" Type="http://schemas.openxmlformats.org/officeDocument/2006/relationships/customXml" Target="../ink/ink499.xml"/><Relationship Id="rId15" Type="http://schemas.openxmlformats.org/officeDocument/2006/relationships/customXml" Target="../ink/ink504.xml"/><Relationship Id="rId23" Type="http://schemas.openxmlformats.org/officeDocument/2006/relationships/customXml" Target="../ink/ink508.xml"/><Relationship Id="rId28" Type="http://schemas.openxmlformats.org/officeDocument/2006/relationships/image" Target="../media/image555.png"/><Relationship Id="rId10" Type="http://schemas.openxmlformats.org/officeDocument/2006/relationships/image" Target="../media/image546.png"/><Relationship Id="rId19" Type="http://schemas.openxmlformats.org/officeDocument/2006/relationships/customXml" Target="../ink/ink506.xml"/><Relationship Id="rId31" Type="http://schemas.openxmlformats.org/officeDocument/2006/relationships/customXml" Target="../ink/ink512.xml"/><Relationship Id="rId4" Type="http://schemas.openxmlformats.org/officeDocument/2006/relationships/image" Target="../media/image543.png"/><Relationship Id="rId9" Type="http://schemas.openxmlformats.org/officeDocument/2006/relationships/customXml" Target="../ink/ink501.xml"/><Relationship Id="rId14" Type="http://schemas.openxmlformats.org/officeDocument/2006/relationships/image" Target="../media/image548.png"/><Relationship Id="rId22" Type="http://schemas.openxmlformats.org/officeDocument/2006/relationships/image" Target="../media/image552.png"/><Relationship Id="rId27" Type="http://schemas.openxmlformats.org/officeDocument/2006/relationships/customXml" Target="../ink/ink510.xml"/><Relationship Id="rId30" Type="http://schemas.openxmlformats.org/officeDocument/2006/relationships/image" Target="../media/image5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9.png"/><Relationship Id="rId2" Type="http://schemas.openxmlformats.org/officeDocument/2006/relationships/image" Target="../media/image5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0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7.png"/><Relationship Id="rId18" Type="http://schemas.openxmlformats.org/officeDocument/2006/relationships/customXml" Target="../ink/ink519.xml"/><Relationship Id="rId26" Type="http://schemas.openxmlformats.org/officeDocument/2006/relationships/customXml" Target="../ink/ink523.xml"/><Relationship Id="rId39" Type="http://schemas.openxmlformats.org/officeDocument/2006/relationships/image" Target="../media/image580.png"/><Relationship Id="rId21" Type="http://schemas.openxmlformats.org/officeDocument/2006/relationships/image" Target="../media/image571.png"/><Relationship Id="rId34" Type="http://schemas.openxmlformats.org/officeDocument/2006/relationships/customXml" Target="../ink/ink527.xml"/><Relationship Id="rId42" Type="http://schemas.openxmlformats.org/officeDocument/2006/relationships/customXml" Target="../ink/ink531.xml"/><Relationship Id="rId47" Type="http://schemas.openxmlformats.org/officeDocument/2006/relationships/image" Target="../media/image584.png"/><Relationship Id="rId50" Type="http://schemas.openxmlformats.org/officeDocument/2006/relationships/customXml" Target="../ink/ink535.xml"/><Relationship Id="rId55" Type="http://schemas.openxmlformats.org/officeDocument/2006/relationships/image" Target="../media/image588.png"/><Relationship Id="rId7" Type="http://schemas.openxmlformats.org/officeDocument/2006/relationships/image" Target="../media/image564.png"/><Relationship Id="rId2" Type="http://schemas.openxmlformats.org/officeDocument/2006/relationships/image" Target="../media/image5000.png"/><Relationship Id="rId16" Type="http://schemas.openxmlformats.org/officeDocument/2006/relationships/customXml" Target="../ink/ink518.xml"/><Relationship Id="rId29" Type="http://schemas.openxmlformats.org/officeDocument/2006/relationships/image" Target="../media/image575.png"/><Relationship Id="rId11" Type="http://schemas.openxmlformats.org/officeDocument/2006/relationships/image" Target="../media/image566.png"/><Relationship Id="rId24" Type="http://schemas.openxmlformats.org/officeDocument/2006/relationships/customXml" Target="../ink/ink522.xml"/><Relationship Id="rId32" Type="http://schemas.openxmlformats.org/officeDocument/2006/relationships/customXml" Target="../ink/ink526.xml"/><Relationship Id="rId37" Type="http://schemas.openxmlformats.org/officeDocument/2006/relationships/image" Target="../media/image579.png"/><Relationship Id="rId40" Type="http://schemas.openxmlformats.org/officeDocument/2006/relationships/customXml" Target="../ink/ink530.xml"/><Relationship Id="rId45" Type="http://schemas.openxmlformats.org/officeDocument/2006/relationships/image" Target="../media/image583.png"/><Relationship Id="rId53" Type="http://schemas.openxmlformats.org/officeDocument/2006/relationships/image" Target="../media/image587.png"/><Relationship Id="rId5" Type="http://schemas.openxmlformats.org/officeDocument/2006/relationships/image" Target="../media/image563.png"/><Relationship Id="rId19" Type="http://schemas.openxmlformats.org/officeDocument/2006/relationships/image" Target="../media/image570.png"/><Relationship Id="rId4" Type="http://schemas.openxmlformats.org/officeDocument/2006/relationships/image" Target="../media/image562.png"/><Relationship Id="rId9" Type="http://schemas.openxmlformats.org/officeDocument/2006/relationships/image" Target="../media/image565.png"/><Relationship Id="rId14" Type="http://schemas.openxmlformats.org/officeDocument/2006/relationships/customXml" Target="../ink/ink517.xml"/><Relationship Id="rId22" Type="http://schemas.openxmlformats.org/officeDocument/2006/relationships/customXml" Target="../ink/ink521.xml"/><Relationship Id="rId27" Type="http://schemas.openxmlformats.org/officeDocument/2006/relationships/image" Target="../media/image574.png"/><Relationship Id="rId30" Type="http://schemas.openxmlformats.org/officeDocument/2006/relationships/customXml" Target="../ink/ink525.xml"/><Relationship Id="rId35" Type="http://schemas.openxmlformats.org/officeDocument/2006/relationships/image" Target="../media/image578.png"/><Relationship Id="rId43" Type="http://schemas.openxmlformats.org/officeDocument/2006/relationships/image" Target="../media/image582.png"/><Relationship Id="rId48" Type="http://schemas.openxmlformats.org/officeDocument/2006/relationships/customXml" Target="../ink/ink534.xml"/><Relationship Id="rId56" Type="http://schemas.openxmlformats.org/officeDocument/2006/relationships/customXml" Target="../ink/ink538.xml"/><Relationship Id="rId8" Type="http://schemas.openxmlformats.org/officeDocument/2006/relationships/customXml" Target="../ink/ink514.xml"/><Relationship Id="rId51" Type="http://schemas.openxmlformats.org/officeDocument/2006/relationships/image" Target="../media/image586.png"/><Relationship Id="rId3" Type="http://schemas.openxmlformats.org/officeDocument/2006/relationships/image" Target="../media/image561.png"/><Relationship Id="rId12" Type="http://schemas.openxmlformats.org/officeDocument/2006/relationships/customXml" Target="../ink/ink516.xml"/><Relationship Id="rId17" Type="http://schemas.openxmlformats.org/officeDocument/2006/relationships/image" Target="../media/image569.png"/><Relationship Id="rId25" Type="http://schemas.openxmlformats.org/officeDocument/2006/relationships/image" Target="../media/image573.png"/><Relationship Id="rId33" Type="http://schemas.openxmlformats.org/officeDocument/2006/relationships/image" Target="../media/image577.png"/><Relationship Id="rId38" Type="http://schemas.openxmlformats.org/officeDocument/2006/relationships/customXml" Target="../ink/ink529.xml"/><Relationship Id="rId46" Type="http://schemas.openxmlformats.org/officeDocument/2006/relationships/customXml" Target="../ink/ink533.xml"/><Relationship Id="rId20" Type="http://schemas.openxmlformats.org/officeDocument/2006/relationships/customXml" Target="../ink/ink520.xml"/><Relationship Id="rId41" Type="http://schemas.openxmlformats.org/officeDocument/2006/relationships/image" Target="../media/image581.png"/><Relationship Id="rId54" Type="http://schemas.openxmlformats.org/officeDocument/2006/relationships/customXml" Target="../ink/ink5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3.xml"/><Relationship Id="rId15" Type="http://schemas.openxmlformats.org/officeDocument/2006/relationships/image" Target="../media/image568.png"/><Relationship Id="rId23" Type="http://schemas.openxmlformats.org/officeDocument/2006/relationships/image" Target="../media/image572.png"/><Relationship Id="rId28" Type="http://schemas.openxmlformats.org/officeDocument/2006/relationships/customXml" Target="../ink/ink524.xml"/><Relationship Id="rId36" Type="http://schemas.openxmlformats.org/officeDocument/2006/relationships/customXml" Target="../ink/ink528.xml"/><Relationship Id="rId49" Type="http://schemas.openxmlformats.org/officeDocument/2006/relationships/image" Target="../media/image585.png"/><Relationship Id="rId57" Type="http://schemas.openxmlformats.org/officeDocument/2006/relationships/image" Target="../media/image589.png"/><Relationship Id="rId10" Type="http://schemas.openxmlformats.org/officeDocument/2006/relationships/customXml" Target="../ink/ink515.xml"/><Relationship Id="rId31" Type="http://schemas.openxmlformats.org/officeDocument/2006/relationships/image" Target="../media/image576.png"/><Relationship Id="rId44" Type="http://schemas.openxmlformats.org/officeDocument/2006/relationships/customXml" Target="../ink/ink532.xml"/><Relationship Id="rId52" Type="http://schemas.openxmlformats.org/officeDocument/2006/relationships/customXml" Target="../ink/ink536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6.png"/><Relationship Id="rId18" Type="http://schemas.openxmlformats.org/officeDocument/2006/relationships/customXml" Target="../ink/ink546.xml"/><Relationship Id="rId26" Type="http://schemas.openxmlformats.org/officeDocument/2006/relationships/customXml" Target="../ink/ink550.xml"/><Relationship Id="rId39" Type="http://schemas.openxmlformats.org/officeDocument/2006/relationships/image" Target="../media/image609.png"/><Relationship Id="rId21" Type="http://schemas.openxmlformats.org/officeDocument/2006/relationships/image" Target="../media/image600.png"/><Relationship Id="rId34" Type="http://schemas.openxmlformats.org/officeDocument/2006/relationships/customXml" Target="../ink/ink554.xml"/><Relationship Id="rId42" Type="http://schemas.openxmlformats.org/officeDocument/2006/relationships/customXml" Target="../ink/ink558.xml"/><Relationship Id="rId47" Type="http://schemas.openxmlformats.org/officeDocument/2006/relationships/image" Target="../media/image613.png"/><Relationship Id="rId7" Type="http://schemas.openxmlformats.org/officeDocument/2006/relationships/image" Target="../media/image593.png"/><Relationship Id="rId2" Type="http://schemas.openxmlformats.org/officeDocument/2006/relationships/image" Target="../media/image590.png"/><Relationship Id="rId16" Type="http://schemas.openxmlformats.org/officeDocument/2006/relationships/customXml" Target="../ink/ink545.xml"/><Relationship Id="rId29" Type="http://schemas.openxmlformats.org/officeDocument/2006/relationships/image" Target="../media/image60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0.xml"/><Relationship Id="rId11" Type="http://schemas.openxmlformats.org/officeDocument/2006/relationships/image" Target="../media/image595.png"/><Relationship Id="rId24" Type="http://schemas.openxmlformats.org/officeDocument/2006/relationships/customXml" Target="../ink/ink549.xml"/><Relationship Id="rId32" Type="http://schemas.openxmlformats.org/officeDocument/2006/relationships/customXml" Target="../ink/ink553.xml"/><Relationship Id="rId37" Type="http://schemas.openxmlformats.org/officeDocument/2006/relationships/image" Target="../media/image608.png"/><Relationship Id="rId40" Type="http://schemas.openxmlformats.org/officeDocument/2006/relationships/customXml" Target="../ink/ink557.xml"/><Relationship Id="rId45" Type="http://schemas.openxmlformats.org/officeDocument/2006/relationships/image" Target="../media/image612.png"/><Relationship Id="rId5" Type="http://schemas.openxmlformats.org/officeDocument/2006/relationships/image" Target="../media/image592.png"/><Relationship Id="rId15" Type="http://schemas.openxmlformats.org/officeDocument/2006/relationships/image" Target="../media/image597.png"/><Relationship Id="rId23" Type="http://schemas.openxmlformats.org/officeDocument/2006/relationships/image" Target="../media/image601.png"/><Relationship Id="rId28" Type="http://schemas.openxmlformats.org/officeDocument/2006/relationships/customXml" Target="../ink/ink551.xml"/><Relationship Id="rId36" Type="http://schemas.openxmlformats.org/officeDocument/2006/relationships/customXml" Target="../ink/ink555.xml"/><Relationship Id="rId10" Type="http://schemas.openxmlformats.org/officeDocument/2006/relationships/customXml" Target="../ink/ink542.xml"/><Relationship Id="rId19" Type="http://schemas.openxmlformats.org/officeDocument/2006/relationships/image" Target="../media/image599.png"/><Relationship Id="rId31" Type="http://schemas.openxmlformats.org/officeDocument/2006/relationships/image" Target="../media/image605.png"/><Relationship Id="rId44" Type="http://schemas.openxmlformats.org/officeDocument/2006/relationships/customXml" Target="../ink/ink559.xml"/><Relationship Id="rId4" Type="http://schemas.openxmlformats.org/officeDocument/2006/relationships/customXml" Target="../ink/ink539.xml"/><Relationship Id="rId9" Type="http://schemas.openxmlformats.org/officeDocument/2006/relationships/image" Target="../media/image594.png"/><Relationship Id="rId14" Type="http://schemas.openxmlformats.org/officeDocument/2006/relationships/customXml" Target="../ink/ink544.xml"/><Relationship Id="rId22" Type="http://schemas.openxmlformats.org/officeDocument/2006/relationships/customXml" Target="../ink/ink548.xml"/><Relationship Id="rId27" Type="http://schemas.openxmlformats.org/officeDocument/2006/relationships/image" Target="../media/image603.png"/><Relationship Id="rId30" Type="http://schemas.openxmlformats.org/officeDocument/2006/relationships/customXml" Target="../ink/ink552.xml"/><Relationship Id="rId35" Type="http://schemas.openxmlformats.org/officeDocument/2006/relationships/image" Target="../media/image607.png"/><Relationship Id="rId43" Type="http://schemas.openxmlformats.org/officeDocument/2006/relationships/image" Target="../media/image611.png"/><Relationship Id="rId8" Type="http://schemas.openxmlformats.org/officeDocument/2006/relationships/customXml" Target="../ink/ink541.xml"/><Relationship Id="rId3" Type="http://schemas.openxmlformats.org/officeDocument/2006/relationships/image" Target="../media/image591.png"/><Relationship Id="rId12" Type="http://schemas.openxmlformats.org/officeDocument/2006/relationships/customXml" Target="../ink/ink543.xml"/><Relationship Id="rId17" Type="http://schemas.openxmlformats.org/officeDocument/2006/relationships/image" Target="../media/image598.png"/><Relationship Id="rId25" Type="http://schemas.openxmlformats.org/officeDocument/2006/relationships/image" Target="../media/image602.png"/><Relationship Id="rId33" Type="http://schemas.openxmlformats.org/officeDocument/2006/relationships/image" Target="../media/image606.png"/><Relationship Id="rId38" Type="http://schemas.openxmlformats.org/officeDocument/2006/relationships/customXml" Target="../ink/ink556.xml"/><Relationship Id="rId46" Type="http://schemas.openxmlformats.org/officeDocument/2006/relationships/customXml" Target="../ink/ink560.xml"/><Relationship Id="rId20" Type="http://schemas.openxmlformats.org/officeDocument/2006/relationships/customXml" Target="../ink/ink547.xml"/><Relationship Id="rId41" Type="http://schemas.openxmlformats.org/officeDocument/2006/relationships/image" Target="../media/image6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1.xml"/><Relationship Id="rId2" Type="http://schemas.openxmlformats.org/officeDocument/2006/relationships/image" Target="../media/image6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8.png"/><Relationship Id="rId5" Type="http://schemas.openxmlformats.org/officeDocument/2006/relationships/customXml" Target="../ink/ink562.xml"/><Relationship Id="rId4" Type="http://schemas.openxmlformats.org/officeDocument/2006/relationships/image" Target="../media/image617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1.png"/><Relationship Id="rId21" Type="http://schemas.openxmlformats.org/officeDocument/2006/relationships/customXml" Target="../ink/ink572.xml"/><Relationship Id="rId42" Type="http://schemas.openxmlformats.org/officeDocument/2006/relationships/image" Target="../media/image639.png"/><Relationship Id="rId47" Type="http://schemas.openxmlformats.org/officeDocument/2006/relationships/customXml" Target="../ink/ink585.xml"/><Relationship Id="rId63" Type="http://schemas.openxmlformats.org/officeDocument/2006/relationships/customXml" Target="../ink/ink593.xml"/><Relationship Id="rId68" Type="http://schemas.openxmlformats.org/officeDocument/2006/relationships/image" Target="../media/image652.png"/><Relationship Id="rId2" Type="http://schemas.openxmlformats.org/officeDocument/2006/relationships/image" Target="../media/image619.png"/><Relationship Id="rId16" Type="http://schemas.openxmlformats.org/officeDocument/2006/relationships/image" Target="../media/image626.png"/><Relationship Id="rId29" Type="http://schemas.openxmlformats.org/officeDocument/2006/relationships/customXml" Target="../ink/ink576.xml"/><Relationship Id="rId11" Type="http://schemas.openxmlformats.org/officeDocument/2006/relationships/customXml" Target="../ink/ink567.xml"/><Relationship Id="rId24" Type="http://schemas.openxmlformats.org/officeDocument/2006/relationships/image" Target="../media/image630.png"/><Relationship Id="rId32" Type="http://schemas.openxmlformats.org/officeDocument/2006/relationships/image" Target="../media/image634.png"/><Relationship Id="rId37" Type="http://schemas.openxmlformats.org/officeDocument/2006/relationships/customXml" Target="../ink/ink580.xml"/><Relationship Id="rId40" Type="http://schemas.openxmlformats.org/officeDocument/2006/relationships/image" Target="../media/image638.png"/><Relationship Id="rId45" Type="http://schemas.openxmlformats.org/officeDocument/2006/relationships/customXml" Target="../ink/ink584.xml"/><Relationship Id="rId53" Type="http://schemas.openxmlformats.org/officeDocument/2006/relationships/customXml" Target="../ink/ink588.xml"/><Relationship Id="rId58" Type="http://schemas.openxmlformats.org/officeDocument/2006/relationships/image" Target="../media/image647.png"/><Relationship Id="rId66" Type="http://schemas.openxmlformats.org/officeDocument/2006/relationships/image" Target="../media/image651.png"/><Relationship Id="rId74" Type="http://schemas.openxmlformats.org/officeDocument/2006/relationships/image" Target="../media/image655.png"/><Relationship Id="rId5" Type="http://schemas.openxmlformats.org/officeDocument/2006/relationships/customXml" Target="../ink/ink564.xml"/><Relationship Id="rId61" Type="http://schemas.openxmlformats.org/officeDocument/2006/relationships/customXml" Target="../ink/ink592.xml"/><Relationship Id="rId19" Type="http://schemas.openxmlformats.org/officeDocument/2006/relationships/customXml" Target="../ink/ink571.xml"/><Relationship Id="rId14" Type="http://schemas.openxmlformats.org/officeDocument/2006/relationships/image" Target="../media/image625.png"/><Relationship Id="rId22" Type="http://schemas.openxmlformats.org/officeDocument/2006/relationships/image" Target="../media/image629.png"/><Relationship Id="rId27" Type="http://schemas.openxmlformats.org/officeDocument/2006/relationships/customXml" Target="../ink/ink575.xml"/><Relationship Id="rId30" Type="http://schemas.openxmlformats.org/officeDocument/2006/relationships/image" Target="../media/image633.png"/><Relationship Id="rId35" Type="http://schemas.openxmlformats.org/officeDocument/2006/relationships/customXml" Target="../ink/ink579.xml"/><Relationship Id="rId43" Type="http://schemas.openxmlformats.org/officeDocument/2006/relationships/customXml" Target="../ink/ink583.xml"/><Relationship Id="rId48" Type="http://schemas.openxmlformats.org/officeDocument/2006/relationships/image" Target="../media/image642.png"/><Relationship Id="rId56" Type="http://schemas.openxmlformats.org/officeDocument/2006/relationships/image" Target="../media/image646.png"/><Relationship Id="rId64" Type="http://schemas.openxmlformats.org/officeDocument/2006/relationships/image" Target="../media/image650.png"/><Relationship Id="rId69" Type="http://schemas.openxmlformats.org/officeDocument/2006/relationships/customXml" Target="../ink/ink596.xml"/><Relationship Id="rId8" Type="http://schemas.openxmlformats.org/officeDocument/2006/relationships/image" Target="../media/image622.png"/><Relationship Id="rId51" Type="http://schemas.openxmlformats.org/officeDocument/2006/relationships/customXml" Target="../ink/ink587.xml"/><Relationship Id="rId72" Type="http://schemas.openxmlformats.org/officeDocument/2006/relationships/image" Target="../media/image654.png"/><Relationship Id="rId3" Type="http://schemas.openxmlformats.org/officeDocument/2006/relationships/customXml" Target="../ink/ink563.xml"/><Relationship Id="rId12" Type="http://schemas.openxmlformats.org/officeDocument/2006/relationships/image" Target="../media/image624.png"/><Relationship Id="rId17" Type="http://schemas.openxmlformats.org/officeDocument/2006/relationships/customXml" Target="../ink/ink570.xml"/><Relationship Id="rId25" Type="http://schemas.openxmlformats.org/officeDocument/2006/relationships/customXml" Target="../ink/ink574.xml"/><Relationship Id="rId33" Type="http://schemas.openxmlformats.org/officeDocument/2006/relationships/customXml" Target="../ink/ink578.xml"/><Relationship Id="rId38" Type="http://schemas.openxmlformats.org/officeDocument/2006/relationships/image" Target="../media/image637.png"/><Relationship Id="rId46" Type="http://schemas.openxmlformats.org/officeDocument/2006/relationships/image" Target="../media/image641.png"/><Relationship Id="rId59" Type="http://schemas.openxmlformats.org/officeDocument/2006/relationships/customXml" Target="../ink/ink591.xml"/><Relationship Id="rId67" Type="http://schemas.openxmlformats.org/officeDocument/2006/relationships/customXml" Target="../ink/ink595.xml"/><Relationship Id="rId20" Type="http://schemas.openxmlformats.org/officeDocument/2006/relationships/image" Target="../media/image628.png"/><Relationship Id="rId41" Type="http://schemas.openxmlformats.org/officeDocument/2006/relationships/customXml" Target="../ink/ink582.xml"/><Relationship Id="rId54" Type="http://schemas.openxmlformats.org/officeDocument/2006/relationships/image" Target="../media/image645.png"/><Relationship Id="rId62" Type="http://schemas.openxmlformats.org/officeDocument/2006/relationships/image" Target="../media/image649.png"/><Relationship Id="rId70" Type="http://schemas.openxmlformats.org/officeDocument/2006/relationships/image" Target="../media/image653.png"/><Relationship Id="rId75" Type="http://schemas.openxmlformats.org/officeDocument/2006/relationships/customXml" Target="../ink/ink5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1.png"/><Relationship Id="rId15" Type="http://schemas.openxmlformats.org/officeDocument/2006/relationships/customXml" Target="../ink/ink569.xml"/><Relationship Id="rId23" Type="http://schemas.openxmlformats.org/officeDocument/2006/relationships/customXml" Target="../ink/ink573.xml"/><Relationship Id="rId28" Type="http://schemas.openxmlformats.org/officeDocument/2006/relationships/image" Target="../media/image632.png"/><Relationship Id="rId36" Type="http://schemas.openxmlformats.org/officeDocument/2006/relationships/image" Target="../media/image636.png"/><Relationship Id="rId49" Type="http://schemas.openxmlformats.org/officeDocument/2006/relationships/customXml" Target="../ink/ink586.xml"/><Relationship Id="rId57" Type="http://schemas.openxmlformats.org/officeDocument/2006/relationships/customXml" Target="../ink/ink590.xml"/><Relationship Id="rId10" Type="http://schemas.openxmlformats.org/officeDocument/2006/relationships/image" Target="../media/image623.png"/><Relationship Id="rId31" Type="http://schemas.openxmlformats.org/officeDocument/2006/relationships/customXml" Target="../ink/ink577.xml"/><Relationship Id="rId44" Type="http://schemas.openxmlformats.org/officeDocument/2006/relationships/image" Target="../media/image640.png"/><Relationship Id="rId52" Type="http://schemas.openxmlformats.org/officeDocument/2006/relationships/image" Target="../media/image644.png"/><Relationship Id="rId60" Type="http://schemas.openxmlformats.org/officeDocument/2006/relationships/image" Target="../media/image648.png"/><Relationship Id="rId65" Type="http://schemas.openxmlformats.org/officeDocument/2006/relationships/customXml" Target="../ink/ink594.xml"/><Relationship Id="rId73" Type="http://schemas.openxmlformats.org/officeDocument/2006/relationships/customXml" Target="../ink/ink598.xml"/><Relationship Id="rId4" Type="http://schemas.openxmlformats.org/officeDocument/2006/relationships/image" Target="../media/image620.png"/><Relationship Id="rId9" Type="http://schemas.openxmlformats.org/officeDocument/2006/relationships/customXml" Target="../ink/ink566.xml"/><Relationship Id="rId13" Type="http://schemas.openxmlformats.org/officeDocument/2006/relationships/customXml" Target="../ink/ink568.xml"/><Relationship Id="rId18" Type="http://schemas.openxmlformats.org/officeDocument/2006/relationships/image" Target="../media/image627.png"/><Relationship Id="rId39" Type="http://schemas.openxmlformats.org/officeDocument/2006/relationships/customXml" Target="../ink/ink581.xml"/><Relationship Id="rId34" Type="http://schemas.openxmlformats.org/officeDocument/2006/relationships/image" Target="../media/image635.png"/><Relationship Id="rId50" Type="http://schemas.openxmlformats.org/officeDocument/2006/relationships/image" Target="../media/image643.png"/><Relationship Id="rId55" Type="http://schemas.openxmlformats.org/officeDocument/2006/relationships/customXml" Target="../ink/ink589.xml"/><Relationship Id="rId76" Type="http://schemas.openxmlformats.org/officeDocument/2006/relationships/image" Target="../media/image656.png"/><Relationship Id="rId7" Type="http://schemas.openxmlformats.org/officeDocument/2006/relationships/customXml" Target="../ink/ink565.xml"/><Relationship Id="rId71" Type="http://schemas.openxmlformats.org/officeDocument/2006/relationships/customXml" Target="../ink/ink59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8.png"/><Relationship Id="rId2" Type="http://schemas.openxmlformats.org/officeDocument/2006/relationships/image" Target="../media/image6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0.png"/><Relationship Id="rId4" Type="http://schemas.openxmlformats.org/officeDocument/2006/relationships/image" Target="../media/image65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8.png"/><Relationship Id="rId3" Type="http://schemas.openxmlformats.org/officeDocument/2006/relationships/image" Target="../media/image663.png"/><Relationship Id="rId7" Type="http://schemas.openxmlformats.org/officeDocument/2006/relationships/image" Target="../media/image667.png"/><Relationship Id="rId2" Type="http://schemas.openxmlformats.org/officeDocument/2006/relationships/image" Target="../media/image6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6.png"/><Relationship Id="rId5" Type="http://schemas.openxmlformats.org/officeDocument/2006/relationships/image" Target="../media/image665.png"/><Relationship Id="rId10" Type="http://schemas.openxmlformats.org/officeDocument/2006/relationships/image" Target="../media/image670.png"/><Relationship Id="rId4" Type="http://schemas.openxmlformats.org/officeDocument/2006/relationships/image" Target="../media/image664.png"/><Relationship Id="rId9" Type="http://schemas.openxmlformats.org/officeDocument/2006/relationships/image" Target="../media/image66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2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5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2.png"/><Relationship Id="rId18" Type="http://schemas.openxmlformats.org/officeDocument/2006/relationships/customXml" Target="../ink/ink606.xml"/><Relationship Id="rId26" Type="http://schemas.openxmlformats.org/officeDocument/2006/relationships/customXml" Target="../ink/ink610.xml"/><Relationship Id="rId3" Type="http://schemas.openxmlformats.org/officeDocument/2006/relationships/image" Target="../media/image677.png"/><Relationship Id="rId21" Type="http://schemas.openxmlformats.org/officeDocument/2006/relationships/image" Target="../media/image686.png"/><Relationship Id="rId34" Type="http://schemas.openxmlformats.org/officeDocument/2006/relationships/customXml" Target="../ink/ink614.xml"/><Relationship Id="rId7" Type="http://schemas.openxmlformats.org/officeDocument/2006/relationships/image" Target="../media/image679.png"/><Relationship Id="rId12" Type="http://schemas.openxmlformats.org/officeDocument/2006/relationships/customXml" Target="../ink/ink603.xml"/><Relationship Id="rId17" Type="http://schemas.openxmlformats.org/officeDocument/2006/relationships/image" Target="../media/image684.png"/><Relationship Id="rId25" Type="http://schemas.openxmlformats.org/officeDocument/2006/relationships/image" Target="../media/image688.png"/><Relationship Id="rId33" Type="http://schemas.openxmlformats.org/officeDocument/2006/relationships/image" Target="../media/image692.png"/><Relationship Id="rId2" Type="http://schemas.openxmlformats.org/officeDocument/2006/relationships/image" Target="../media/image676.png"/><Relationship Id="rId16" Type="http://schemas.openxmlformats.org/officeDocument/2006/relationships/customXml" Target="../ink/ink605.xml"/><Relationship Id="rId20" Type="http://schemas.openxmlformats.org/officeDocument/2006/relationships/customXml" Target="../ink/ink607.xml"/><Relationship Id="rId29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0.xml"/><Relationship Id="rId11" Type="http://schemas.openxmlformats.org/officeDocument/2006/relationships/image" Target="../media/image681.png"/><Relationship Id="rId24" Type="http://schemas.openxmlformats.org/officeDocument/2006/relationships/customXml" Target="../ink/ink609.xml"/><Relationship Id="rId32" Type="http://schemas.openxmlformats.org/officeDocument/2006/relationships/customXml" Target="../ink/ink613.xml"/><Relationship Id="rId5" Type="http://schemas.openxmlformats.org/officeDocument/2006/relationships/image" Target="../media/image660.png"/><Relationship Id="rId15" Type="http://schemas.openxmlformats.org/officeDocument/2006/relationships/image" Target="../media/image683.png"/><Relationship Id="rId23" Type="http://schemas.openxmlformats.org/officeDocument/2006/relationships/image" Target="../media/image687.png"/><Relationship Id="rId28" Type="http://schemas.openxmlformats.org/officeDocument/2006/relationships/customXml" Target="../ink/ink611.xml"/><Relationship Id="rId10" Type="http://schemas.openxmlformats.org/officeDocument/2006/relationships/customXml" Target="../ink/ink602.xml"/><Relationship Id="rId19" Type="http://schemas.openxmlformats.org/officeDocument/2006/relationships/image" Target="../media/image685.png"/><Relationship Id="rId31" Type="http://schemas.openxmlformats.org/officeDocument/2006/relationships/image" Target="../media/image691.png"/><Relationship Id="rId4" Type="http://schemas.openxmlformats.org/officeDocument/2006/relationships/image" Target="../media/image678.png"/><Relationship Id="rId9" Type="http://schemas.openxmlformats.org/officeDocument/2006/relationships/image" Target="../media/image680.png"/><Relationship Id="rId14" Type="http://schemas.openxmlformats.org/officeDocument/2006/relationships/customXml" Target="../ink/ink604.xml"/><Relationship Id="rId22" Type="http://schemas.openxmlformats.org/officeDocument/2006/relationships/customXml" Target="../ink/ink608.xml"/><Relationship Id="rId27" Type="http://schemas.openxmlformats.org/officeDocument/2006/relationships/image" Target="../media/image689.png"/><Relationship Id="rId30" Type="http://schemas.openxmlformats.org/officeDocument/2006/relationships/customXml" Target="../ink/ink612.xml"/><Relationship Id="rId35" Type="http://schemas.openxmlformats.org/officeDocument/2006/relationships/image" Target="../media/image693.png"/><Relationship Id="rId8" Type="http://schemas.openxmlformats.org/officeDocument/2006/relationships/customXml" Target="../ink/ink60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4.png"/><Relationship Id="rId2" Type="http://schemas.openxmlformats.org/officeDocument/2006/relationships/image" Target="../media/image6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7.png"/><Relationship Id="rId2" Type="http://schemas.openxmlformats.org/officeDocument/2006/relationships/image" Target="../media/image69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9.png"/><Relationship Id="rId2" Type="http://schemas.openxmlformats.org/officeDocument/2006/relationships/image" Target="../media/image69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1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5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6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2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6.png"/><Relationship Id="rId13" Type="http://schemas.openxmlformats.org/officeDocument/2006/relationships/customXml" Target="../ink/ink620.xml"/><Relationship Id="rId3" Type="http://schemas.openxmlformats.org/officeDocument/2006/relationships/customXml" Target="../ink/ink615.xml"/><Relationship Id="rId7" Type="http://schemas.openxmlformats.org/officeDocument/2006/relationships/customXml" Target="../ink/ink617.xml"/><Relationship Id="rId12" Type="http://schemas.openxmlformats.org/officeDocument/2006/relationships/image" Target="../media/image718.png"/><Relationship Id="rId2" Type="http://schemas.openxmlformats.org/officeDocument/2006/relationships/image" Target="../media/image713.png"/><Relationship Id="rId16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5.png"/><Relationship Id="rId11" Type="http://schemas.openxmlformats.org/officeDocument/2006/relationships/customXml" Target="../ink/ink619.xml"/><Relationship Id="rId5" Type="http://schemas.openxmlformats.org/officeDocument/2006/relationships/customXml" Target="../ink/ink616.xml"/><Relationship Id="rId15" Type="http://schemas.openxmlformats.org/officeDocument/2006/relationships/customXml" Target="../ink/ink621.xml"/><Relationship Id="rId10" Type="http://schemas.openxmlformats.org/officeDocument/2006/relationships/image" Target="../media/image717.png"/><Relationship Id="rId4" Type="http://schemas.openxmlformats.org/officeDocument/2006/relationships/image" Target="../media/image714.png"/><Relationship Id="rId9" Type="http://schemas.openxmlformats.org/officeDocument/2006/relationships/customXml" Target="../ink/ink618.xml"/><Relationship Id="rId14" Type="http://schemas.openxmlformats.org/officeDocument/2006/relationships/image" Target="../media/image71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5.xml"/><Relationship Id="rId13" Type="http://schemas.openxmlformats.org/officeDocument/2006/relationships/image" Target="../media/image726.png"/><Relationship Id="rId18" Type="http://schemas.openxmlformats.org/officeDocument/2006/relationships/customXml" Target="../ink/ink630.xml"/><Relationship Id="rId3" Type="http://schemas.openxmlformats.org/officeDocument/2006/relationships/image" Target="../media/image721.png"/><Relationship Id="rId21" Type="http://schemas.openxmlformats.org/officeDocument/2006/relationships/image" Target="../media/image730.png"/><Relationship Id="rId7" Type="http://schemas.openxmlformats.org/officeDocument/2006/relationships/image" Target="../media/image723.png"/><Relationship Id="rId12" Type="http://schemas.openxmlformats.org/officeDocument/2006/relationships/customXml" Target="../ink/ink627.xml"/><Relationship Id="rId17" Type="http://schemas.openxmlformats.org/officeDocument/2006/relationships/image" Target="../media/image728.png"/><Relationship Id="rId2" Type="http://schemas.openxmlformats.org/officeDocument/2006/relationships/customXml" Target="../ink/ink622.xml"/><Relationship Id="rId16" Type="http://schemas.openxmlformats.org/officeDocument/2006/relationships/customXml" Target="../ink/ink629.xml"/><Relationship Id="rId20" Type="http://schemas.openxmlformats.org/officeDocument/2006/relationships/customXml" Target="../ink/ink6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4.xml"/><Relationship Id="rId11" Type="http://schemas.openxmlformats.org/officeDocument/2006/relationships/image" Target="../media/image725.png"/><Relationship Id="rId5" Type="http://schemas.openxmlformats.org/officeDocument/2006/relationships/image" Target="../media/image722.png"/><Relationship Id="rId15" Type="http://schemas.openxmlformats.org/officeDocument/2006/relationships/image" Target="../media/image727.png"/><Relationship Id="rId23" Type="http://schemas.openxmlformats.org/officeDocument/2006/relationships/image" Target="../media/image731.png"/><Relationship Id="rId10" Type="http://schemas.openxmlformats.org/officeDocument/2006/relationships/customXml" Target="../ink/ink626.xml"/><Relationship Id="rId19" Type="http://schemas.openxmlformats.org/officeDocument/2006/relationships/image" Target="../media/image729.png"/><Relationship Id="rId4" Type="http://schemas.openxmlformats.org/officeDocument/2006/relationships/customXml" Target="../ink/ink623.xml"/><Relationship Id="rId9" Type="http://schemas.openxmlformats.org/officeDocument/2006/relationships/image" Target="../media/image724.png"/><Relationship Id="rId14" Type="http://schemas.openxmlformats.org/officeDocument/2006/relationships/customXml" Target="../ink/ink628.xml"/><Relationship Id="rId22" Type="http://schemas.openxmlformats.org/officeDocument/2006/relationships/customXml" Target="../ink/ink63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6.png"/><Relationship Id="rId13" Type="http://schemas.openxmlformats.org/officeDocument/2006/relationships/customXml" Target="../ink/ink637.xml"/><Relationship Id="rId18" Type="http://schemas.openxmlformats.org/officeDocument/2006/relationships/image" Target="../media/image741.png"/><Relationship Id="rId3" Type="http://schemas.openxmlformats.org/officeDocument/2006/relationships/image" Target="../media/image733.png"/><Relationship Id="rId21" Type="http://schemas.openxmlformats.org/officeDocument/2006/relationships/customXml" Target="../ink/ink641.xml"/><Relationship Id="rId7" Type="http://schemas.openxmlformats.org/officeDocument/2006/relationships/customXml" Target="../ink/ink634.xml"/><Relationship Id="rId12" Type="http://schemas.openxmlformats.org/officeDocument/2006/relationships/image" Target="../media/image738.png"/><Relationship Id="rId17" Type="http://schemas.openxmlformats.org/officeDocument/2006/relationships/customXml" Target="../ink/ink639.xml"/><Relationship Id="rId2" Type="http://schemas.openxmlformats.org/officeDocument/2006/relationships/image" Target="../media/image732.png"/><Relationship Id="rId16" Type="http://schemas.openxmlformats.org/officeDocument/2006/relationships/image" Target="../media/image740.png"/><Relationship Id="rId20" Type="http://schemas.openxmlformats.org/officeDocument/2006/relationships/image" Target="../media/image7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5.png"/><Relationship Id="rId11" Type="http://schemas.openxmlformats.org/officeDocument/2006/relationships/customXml" Target="../ink/ink636.xml"/><Relationship Id="rId5" Type="http://schemas.openxmlformats.org/officeDocument/2006/relationships/customXml" Target="../ink/ink633.xml"/><Relationship Id="rId15" Type="http://schemas.openxmlformats.org/officeDocument/2006/relationships/customXml" Target="../ink/ink638.xml"/><Relationship Id="rId10" Type="http://schemas.openxmlformats.org/officeDocument/2006/relationships/image" Target="../media/image737.png"/><Relationship Id="rId19" Type="http://schemas.openxmlformats.org/officeDocument/2006/relationships/customXml" Target="../ink/ink640.xml"/><Relationship Id="rId4" Type="http://schemas.openxmlformats.org/officeDocument/2006/relationships/image" Target="../media/image734.png"/><Relationship Id="rId9" Type="http://schemas.openxmlformats.org/officeDocument/2006/relationships/customXml" Target="../ink/ink635.xml"/><Relationship Id="rId14" Type="http://schemas.openxmlformats.org/officeDocument/2006/relationships/image" Target="../media/image739.png"/><Relationship Id="rId22" Type="http://schemas.openxmlformats.org/officeDocument/2006/relationships/image" Target="../media/image74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5.png"/><Relationship Id="rId2" Type="http://schemas.openxmlformats.org/officeDocument/2006/relationships/image" Target="../media/image7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7.png"/><Relationship Id="rId2" Type="http://schemas.openxmlformats.org/officeDocument/2006/relationships/image" Target="../media/image7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9.png"/><Relationship Id="rId5" Type="http://schemas.openxmlformats.org/officeDocument/2006/relationships/customXml" Target="../ink/ink642.xml"/><Relationship Id="rId4" Type="http://schemas.openxmlformats.org/officeDocument/2006/relationships/image" Target="../media/image74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1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3.jpeg"/><Relationship Id="rId2" Type="http://schemas.openxmlformats.org/officeDocument/2006/relationships/image" Target="../media/image7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5.jpeg"/><Relationship Id="rId2" Type="http://schemas.openxmlformats.org/officeDocument/2006/relationships/image" Target="../media/image7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6.png"/><Relationship Id="rId4" Type="http://schemas.openxmlformats.org/officeDocument/2006/relationships/image" Target="../media/image753.jpeg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3.png"/><Relationship Id="rId18" Type="http://schemas.openxmlformats.org/officeDocument/2006/relationships/customXml" Target="../ink/ink650.xml"/><Relationship Id="rId26" Type="http://schemas.openxmlformats.org/officeDocument/2006/relationships/customXml" Target="../ink/ink654.xml"/><Relationship Id="rId3" Type="http://schemas.openxmlformats.org/officeDocument/2006/relationships/image" Target="../media/image758.png"/><Relationship Id="rId21" Type="http://schemas.openxmlformats.org/officeDocument/2006/relationships/image" Target="../media/image767.png"/><Relationship Id="rId7" Type="http://schemas.openxmlformats.org/officeDocument/2006/relationships/image" Target="../media/image760.png"/><Relationship Id="rId12" Type="http://schemas.openxmlformats.org/officeDocument/2006/relationships/customXml" Target="../ink/ink647.xml"/><Relationship Id="rId17" Type="http://schemas.openxmlformats.org/officeDocument/2006/relationships/image" Target="../media/image765.png"/><Relationship Id="rId25" Type="http://schemas.openxmlformats.org/officeDocument/2006/relationships/image" Target="../media/image769.png"/><Relationship Id="rId33" Type="http://schemas.openxmlformats.org/officeDocument/2006/relationships/image" Target="../media/image773.png"/><Relationship Id="rId2" Type="http://schemas.openxmlformats.org/officeDocument/2006/relationships/image" Target="../media/image757.png"/><Relationship Id="rId16" Type="http://schemas.openxmlformats.org/officeDocument/2006/relationships/customXml" Target="../ink/ink649.xml"/><Relationship Id="rId20" Type="http://schemas.openxmlformats.org/officeDocument/2006/relationships/customXml" Target="../ink/ink651.xml"/><Relationship Id="rId29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4.xml"/><Relationship Id="rId11" Type="http://schemas.openxmlformats.org/officeDocument/2006/relationships/image" Target="../media/image762.png"/><Relationship Id="rId24" Type="http://schemas.openxmlformats.org/officeDocument/2006/relationships/customXml" Target="../ink/ink653.xml"/><Relationship Id="rId32" Type="http://schemas.openxmlformats.org/officeDocument/2006/relationships/customXml" Target="../ink/ink657.xml"/><Relationship Id="rId5" Type="http://schemas.openxmlformats.org/officeDocument/2006/relationships/image" Target="../media/image759.png"/><Relationship Id="rId15" Type="http://schemas.openxmlformats.org/officeDocument/2006/relationships/image" Target="../media/image764.png"/><Relationship Id="rId23" Type="http://schemas.openxmlformats.org/officeDocument/2006/relationships/image" Target="../media/image768.png"/><Relationship Id="rId28" Type="http://schemas.openxmlformats.org/officeDocument/2006/relationships/customXml" Target="../ink/ink655.xml"/><Relationship Id="rId10" Type="http://schemas.openxmlformats.org/officeDocument/2006/relationships/customXml" Target="../ink/ink646.xml"/><Relationship Id="rId19" Type="http://schemas.openxmlformats.org/officeDocument/2006/relationships/image" Target="../media/image766.png"/><Relationship Id="rId31" Type="http://schemas.openxmlformats.org/officeDocument/2006/relationships/image" Target="../media/image772.png"/><Relationship Id="rId4" Type="http://schemas.openxmlformats.org/officeDocument/2006/relationships/customXml" Target="../ink/ink643.xml"/><Relationship Id="rId9" Type="http://schemas.openxmlformats.org/officeDocument/2006/relationships/image" Target="../media/image761.png"/><Relationship Id="rId14" Type="http://schemas.openxmlformats.org/officeDocument/2006/relationships/customXml" Target="../ink/ink648.xml"/><Relationship Id="rId22" Type="http://schemas.openxmlformats.org/officeDocument/2006/relationships/customXml" Target="../ink/ink652.xml"/><Relationship Id="rId27" Type="http://schemas.openxmlformats.org/officeDocument/2006/relationships/image" Target="../media/image770.png"/><Relationship Id="rId30" Type="http://schemas.openxmlformats.org/officeDocument/2006/relationships/customXml" Target="../ink/ink656.xml"/><Relationship Id="rId8" Type="http://schemas.openxmlformats.org/officeDocument/2006/relationships/customXml" Target="../ink/ink645.xml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87.png"/><Relationship Id="rId21" Type="http://schemas.openxmlformats.org/officeDocument/2006/relationships/customXml" Target="../ink/ink666.xml"/><Relationship Id="rId42" Type="http://schemas.openxmlformats.org/officeDocument/2006/relationships/image" Target="../media/image795.png"/><Relationship Id="rId47" Type="http://schemas.openxmlformats.org/officeDocument/2006/relationships/customXml" Target="../ink/ink679.xml"/><Relationship Id="rId63" Type="http://schemas.openxmlformats.org/officeDocument/2006/relationships/customXml" Target="../ink/ink687.xml"/><Relationship Id="rId68" Type="http://schemas.openxmlformats.org/officeDocument/2006/relationships/image" Target="../media/image808.png"/><Relationship Id="rId84" Type="http://schemas.openxmlformats.org/officeDocument/2006/relationships/image" Target="../media/image816.png"/><Relationship Id="rId89" Type="http://schemas.openxmlformats.org/officeDocument/2006/relationships/customXml" Target="../ink/ink700.xml"/><Relationship Id="rId112" Type="http://schemas.openxmlformats.org/officeDocument/2006/relationships/image" Target="../media/image830.png"/><Relationship Id="rId16" Type="http://schemas.openxmlformats.org/officeDocument/2006/relationships/image" Target="../media/image782.png"/><Relationship Id="rId107" Type="http://schemas.openxmlformats.org/officeDocument/2006/relationships/customXml" Target="../ink/ink709.xml"/><Relationship Id="rId11" Type="http://schemas.openxmlformats.org/officeDocument/2006/relationships/customXml" Target="../ink/ink661.xml"/><Relationship Id="rId32" Type="http://schemas.openxmlformats.org/officeDocument/2006/relationships/image" Target="../media/image790.png"/><Relationship Id="rId37" Type="http://schemas.openxmlformats.org/officeDocument/2006/relationships/customXml" Target="../ink/ink674.xml"/><Relationship Id="rId53" Type="http://schemas.openxmlformats.org/officeDocument/2006/relationships/customXml" Target="../ink/ink682.xml"/><Relationship Id="rId58" Type="http://schemas.openxmlformats.org/officeDocument/2006/relationships/image" Target="../media/image803.png"/><Relationship Id="rId74" Type="http://schemas.openxmlformats.org/officeDocument/2006/relationships/image" Target="../media/image811.png"/><Relationship Id="rId79" Type="http://schemas.openxmlformats.org/officeDocument/2006/relationships/customXml" Target="../ink/ink695.xml"/><Relationship Id="rId102" Type="http://schemas.openxmlformats.org/officeDocument/2006/relationships/image" Target="../media/image825.png"/><Relationship Id="rId5" Type="http://schemas.openxmlformats.org/officeDocument/2006/relationships/customXml" Target="../ink/ink658.xml"/><Relationship Id="rId90" Type="http://schemas.openxmlformats.org/officeDocument/2006/relationships/image" Target="../media/image819.png"/><Relationship Id="rId95" Type="http://schemas.openxmlformats.org/officeDocument/2006/relationships/customXml" Target="../ink/ink703.xml"/><Relationship Id="rId22" Type="http://schemas.openxmlformats.org/officeDocument/2006/relationships/image" Target="../media/image785.png"/><Relationship Id="rId27" Type="http://schemas.openxmlformats.org/officeDocument/2006/relationships/customXml" Target="../ink/ink669.xml"/><Relationship Id="rId43" Type="http://schemas.openxmlformats.org/officeDocument/2006/relationships/customXml" Target="../ink/ink677.xml"/><Relationship Id="rId48" Type="http://schemas.openxmlformats.org/officeDocument/2006/relationships/image" Target="../media/image798.png"/><Relationship Id="rId64" Type="http://schemas.openxmlformats.org/officeDocument/2006/relationships/image" Target="../media/image806.png"/><Relationship Id="rId69" Type="http://schemas.openxmlformats.org/officeDocument/2006/relationships/customXml" Target="../ink/ink690.xml"/><Relationship Id="rId80" Type="http://schemas.openxmlformats.org/officeDocument/2006/relationships/image" Target="../media/image814.png"/><Relationship Id="rId85" Type="http://schemas.openxmlformats.org/officeDocument/2006/relationships/customXml" Target="../ink/ink698.xml"/><Relationship Id="rId12" Type="http://schemas.openxmlformats.org/officeDocument/2006/relationships/image" Target="../media/image780.png"/><Relationship Id="rId17" Type="http://schemas.openxmlformats.org/officeDocument/2006/relationships/customXml" Target="../ink/ink664.xml"/><Relationship Id="rId33" Type="http://schemas.openxmlformats.org/officeDocument/2006/relationships/customXml" Target="../ink/ink672.xml"/><Relationship Id="rId38" Type="http://schemas.openxmlformats.org/officeDocument/2006/relationships/image" Target="../media/image793.png"/><Relationship Id="rId59" Type="http://schemas.openxmlformats.org/officeDocument/2006/relationships/customXml" Target="../ink/ink685.xml"/><Relationship Id="rId103" Type="http://schemas.openxmlformats.org/officeDocument/2006/relationships/customXml" Target="../ink/ink707.xml"/><Relationship Id="rId108" Type="http://schemas.openxmlformats.org/officeDocument/2006/relationships/image" Target="../media/image828.png"/><Relationship Id="rId54" Type="http://schemas.openxmlformats.org/officeDocument/2006/relationships/image" Target="../media/image801.png"/><Relationship Id="rId70" Type="http://schemas.openxmlformats.org/officeDocument/2006/relationships/image" Target="../media/image809.png"/><Relationship Id="rId75" Type="http://schemas.openxmlformats.org/officeDocument/2006/relationships/customXml" Target="../ink/ink693.xml"/><Relationship Id="rId91" Type="http://schemas.openxmlformats.org/officeDocument/2006/relationships/customXml" Target="../ink/ink701.xml"/><Relationship Id="rId96" Type="http://schemas.openxmlformats.org/officeDocument/2006/relationships/image" Target="../media/image8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7.png"/><Relationship Id="rId15" Type="http://schemas.openxmlformats.org/officeDocument/2006/relationships/customXml" Target="../ink/ink663.xml"/><Relationship Id="rId23" Type="http://schemas.openxmlformats.org/officeDocument/2006/relationships/customXml" Target="../ink/ink667.xml"/><Relationship Id="rId28" Type="http://schemas.openxmlformats.org/officeDocument/2006/relationships/image" Target="../media/image788.png"/><Relationship Id="rId36" Type="http://schemas.openxmlformats.org/officeDocument/2006/relationships/image" Target="../media/image792.png"/><Relationship Id="rId49" Type="http://schemas.openxmlformats.org/officeDocument/2006/relationships/customXml" Target="../ink/ink680.xml"/><Relationship Id="rId57" Type="http://schemas.openxmlformats.org/officeDocument/2006/relationships/customXml" Target="../ink/ink684.xml"/><Relationship Id="rId106" Type="http://schemas.openxmlformats.org/officeDocument/2006/relationships/image" Target="../media/image827.png"/><Relationship Id="rId10" Type="http://schemas.openxmlformats.org/officeDocument/2006/relationships/image" Target="../media/image779.png"/><Relationship Id="rId31" Type="http://schemas.openxmlformats.org/officeDocument/2006/relationships/customXml" Target="../ink/ink671.xml"/><Relationship Id="rId44" Type="http://schemas.openxmlformats.org/officeDocument/2006/relationships/image" Target="../media/image796.png"/><Relationship Id="rId52" Type="http://schemas.openxmlformats.org/officeDocument/2006/relationships/image" Target="../media/image800.png"/><Relationship Id="rId60" Type="http://schemas.openxmlformats.org/officeDocument/2006/relationships/image" Target="../media/image804.png"/><Relationship Id="rId65" Type="http://schemas.openxmlformats.org/officeDocument/2006/relationships/customXml" Target="../ink/ink688.xml"/><Relationship Id="rId73" Type="http://schemas.openxmlformats.org/officeDocument/2006/relationships/customXml" Target="../ink/ink692.xml"/><Relationship Id="rId78" Type="http://schemas.openxmlformats.org/officeDocument/2006/relationships/image" Target="../media/image813.png"/><Relationship Id="rId81" Type="http://schemas.openxmlformats.org/officeDocument/2006/relationships/customXml" Target="../ink/ink696.xml"/><Relationship Id="rId86" Type="http://schemas.openxmlformats.org/officeDocument/2006/relationships/image" Target="../media/image817.png"/><Relationship Id="rId94" Type="http://schemas.openxmlformats.org/officeDocument/2006/relationships/image" Target="../media/image821.png"/><Relationship Id="rId99" Type="http://schemas.openxmlformats.org/officeDocument/2006/relationships/customXml" Target="../ink/ink705.xml"/><Relationship Id="rId101" Type="http://schemas.openxmlformats.org/officeDocument/2006/relationships/customXml" Target="../ink/ink706.xml"/><Relationship Id="rId4" Type="http://schemas.openxmlformats.org/officeDocument/2006/relationships/image" Target="../media/image776.png"/><Relationship Id="rId9" Type="http://schemas.openxmlformats.org/officeDocument/2006/relationships/customXml" Target="../ink/ink660.xml"/><Relationship Id="rId13" Type="http://schemas.openxmlformats.org/officeDocument/2006/relationships/customXml" Target="../ink/ink662.xml"/><Relationship Id="rId18" Type="http://schemas.openxmlformats.org/officeDocument/2006/relationships/image" Target="../media/image783.png"/><Relationship Id="rId39" Type="http://schemas.openxmlformats.org/officeDocument/2006/relationships/customXml" Target="../ink/ink675.xml"/><Relationship Id="rId109" Type="http://schemas.openxmlformats.org/officeDocument/2006/relationships/customXml" Target="../ink/ink710.xml"/><Relationship Id="rId34" Type="http://schemas.openxmlformats.org/officeDocument/2006/relationships/image" Target="../media/image791.png"/><Relationship Id="rId50" Type="http://schemas.openxmlformats.org/officeDocument/2006/relationships/image" Target="../media/image799.png"/><Relationship Id="rId55" Type="http://schemas.openxmlformats.org/officeDocument/2006/relationships/customXml" Target="../ink/ink683.xml"/><Relationship Id="rId76" Type="http://schemas.openxmlformats.org/officeDocument/2006/relationships/image" Target="../media/image812.png"/><Relationship Id="rId97" Type="http://schemas.openxmlformats.org/officeDocument/2006/relationships/customXml" Target="../ink/ink704.xml"/><Relationship Id="rId104" Type="http://schemas.openxmlformats.org/officeDocument/2006/relationships/image" Target="../media/image826.png"/><Relationship Id="rId7" Type="http://schemas.openxmlformats.org/officeDocument/2006/relationships/customXml" Target="../ink/ink659.xml"/><Relationship Id="rId71" Type="http://schemas.openxmlformats.org/officeDocument/2006/relationships/customXml" Target="../ink/ink691.xml"/><Relationship Id="rId92" Type="http://schemas.openxmlformats.org/officeDocument/2006/relationships/image" Target="../media/image820.png"/><Relationship Id="rId2" Type="http://schemas.openxmlformats.org/officeDocument/2006/relationships/image" Target="../media/image774.png"/><Relationship Id="rId29" Type="http://schemas.openxmlformats.org/officeDocument/2006/relationships/customXml" Target="../ink/ink670.xml"/><Relationship Id="rId24" Type="http://schemas.openxmlformats.org/officeDocument/2006/relationships/image" Target="../media/image786.png"/><Relationship Id="rId40" Type="http://schemas.openxmlformats.org/officeDocument/2006/relationships/image" Target="../media/image794.png"/><Relationship Id="rId45" Type="http://schemas.openxmlformats.org/officeDocument/2006/relationships/customXml" Target="../ink/ink678.xml"/><Relationship Id="rId66" Type="http://schemas.openxmlformats.org/officeDocument/2006/relationships/image" Target="../media/image807.png"/><Relationship Id="rId87" Type="http://schemas.openxmlformats.org/officeDocument/2006/relationships/customXml" Target="../ink/ink699.xml"/><Relationship Id="rId110" Type="http://schemas.openxmlformats.org/officeDocument/2006/relationships/image" Target="../media/image829.png"/><Relationship Id="rId61" Type="http://schemas.openxmlformats.org/officeDocument/2006/relationships/customXml" Target="../ink/ink686.xml"/><Relationship Id="rId82" Type="http://schemas.openxmlformats.org/officeDocument/2006/relationships/image" Target="../media/image815.png"/><Relationship Id="rId19" Type="http://schemas.openxmlformats.org/officeDocument/2006/relationships/customXml" Target="../ink/ink665.xml"/><Relationship Id="rId14" Type="http://schemas.openxmlformats.org/officeDocument/2006/relationships/image" Target="../media/image781.png"/><Relationship Id="rId30" Type="http://schemas.openxmlformats.org/officeDocument/2006/relationships/image" Target="../media/image789.png"/><Relationship Id="rId35" Type="http://schemas.openxmlformats.org/officeDocument/2006/relationships/customXml" Target="../ink/ink673.xml"/><Relationship Id="rId56" Type="http://schemas.openxmlformats.org/officeDocument/2006/relationships/image" Target="../media/image802.png"/><Relationship Id="rId77" Type="http://schemas.openxmlformats.org/officeDocument/2006/relationships/customXml" Target="../ink/ink694.xml"/><Relationship Id="rId100" Type="http://schemas.openxmlformats.org/officeDocument/2006/relationships/image" Target="../media/image824.png"/><Relationship Id="rId105" Type="http://schemas.openxmlformats.org/officeDocument/2006/relationships/customXml" Target="../ink/ink708.xml"/><Relationship Id="rId8" Type="http://schemas.openxmlformats.org/officeDocument/2006/relationships/image" Target="../media/image778.png"/><Relationship Id="rId51" Type="http://schemas.openxmlformats.org/officeDocument/2006/relationships/customXml" Target="../ink/ink681.xml"/><Relationship Id="rId72" Type="http://schemas.openxmlformats.org/officeDocument/2006/relationships/image" Target="../media/image810.png"/><Relationship Id="rId93" Type="http://schemas.openxmlformats.org/officeDocument/2006/relationships/customXml" Target="../ink/ink702.xml"/><Relationship Id="rId98" Type="http://schemas.openxmlformats.org/officeDocument/2006/relationships/image" Target="../media/image823.png"/><Relationship Id="rId3" Type="http://schemas.openxmlformats.org/officeDocument/2006/relationships/image" Target="../media/image775.png"/><Relationship Id="rId25" Type="http://schemas.openxmlformats.org/officeDocument/2006/relationships/customXml" Target="../ink/ink668.xml"/><Relationship Id="rId46" Type="http://schemas.openxmlformats.org/officeDocument/2006/relationships/image" Target="../media/image797.png"/><Relationship Id="rId67" Type="http://schemas.openxmlformats.org/officeDocument/2006/relationships/customXml" Target="../ink/ink689.xml"/><Relationship Id="rId20" Type="http://schemas.openxmlformats.org/officeDocument/2006/relationships/image" Target="../media/image784.png"/><Relationship Id="rId41" Type="http://schemas.openxmlformats.org/officeDocument/2006/relationships/customXml" Target="../ink/ink676.xml"/><Relationship Id="rId62" Type="http://schemas.openxmlformats.org/officeDocument/2006/relationships/image" Target="../media/image805.png"/><Relationship Id="rId83" Type="http://schemas.openxmlformats.org/officeDocument/2006/relationships/customXml" Target="../ink/ink697.xml"/><Relationship Id="rId88" Type="http://schemas.openxmlformats.org/officeDocument/2006/relationships/image" Target="../media/image818.png"/><Relationship Id="rId111" Type="http://schemas.openxmlformats.org/officeDocument/2006/relationships/customXml" Target="../ink/ink7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2.png"/><Relationship Id="rId2" Type="http://schemas.openxmlformats.org/officeDocument/2006/relationships/image" Target="../media/image83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4.xml"/><Relationship Id="rId13" Type="http://schemas.openxmlformats.org/officeDocument/2006/relationships/image" Target="../media/image839.png"/><Relationship Id="rId18" Type="http://schemas.openxmlformats.org/officeDocument/2006/relationships/customXml" Target="../ink/ink719.xml"/><Relationship Id="rId3" Type="http://schemas.openxmlformats.org/officeDocument/2006/relationships/image" Target="../media/image834.png"/><Relationship Id="rId21" Type="http://schemas.openxmlformats.org/officeDocument/2006/relationships/image" Target="../media/image843.png"/><Relationship Id="rId7" Type="http://schemas.openxmlformats.org/officeDocument/2006/relationships/image" Target="../media/image836.png"/><Relationship Id="rId12" Type="http://schemas.openxmlformats.org/officeDocument/2006/relationships/customXml" Target="../ink/ink716.xml"/><Relationship Id="rId17" Type="http://schemas.openxmlformats.org/officeDocument/2006/relationships/image" Target="../media/image841.png"/><Relationship Id="rId2" Type="http://schemas.openxmlformats.org/officeDocument/2006/relationships/image" Target="../media/image833.png"/><Relationship Id="rId16" Type="http://schemas.openxmlformats.org/officeDocument/2006/relationships/customXml" Target="../ink/ink718.xml"/><Relationship Id="rId20" Type="http://schemas.openxmlformats.org/officeDocument/2006/relationships/customXml" Target="../ink/ink7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13.xml"/><Relationship Id="rId11" Type="http://schemas.openxmlformats.org/officeDocument/2006/relationships/image" Target="../media/image838.png"/><Relationship Id="rId5" Type="http://schemas.openxmlformats.org/officeDocument/2006/relationships/image" Target="../media/image835.png"/><Relationship Id="rId15" Type="http://schemas.openxmlformats.org/officeDocument/2006/relationships/image" Target="../media/image840.png"/><Relationship Id="rId10" Type="http://schemas.openxmlformats.org/officeDocument/2006/relationships/customXml" Target="../ink/ink715.xml"/><Relationship Id="rId19" Type="http://schemas.openxmlformats.org/officeDocument/2006/relationships/image" Target="../media/image842.png"/><Relationship Id="rId4" Type="http://schemas.openxmlformats.org/officeDocument/2006/relationships/customXml" Target="../ink/ink712.xml"/><Relationship Id="rId9" Type="http://schemas.openxmlformats.org/officeDocument/2006/relationships/image" Target="../media/image837.png"/><Relationship Id="rId14" Type="http://schemas.openxmlformats.org/officeDocument/2006/relationships/customXml" Target="../ink/ink7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5.png"/><Relationship Id="rId2" Type="http://schemas.openxmlformats.org/officeDocument/2006/relationships/image" Target="../media/image8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customXml" Target="../ink/ink725.xml"/><Relationship Id="rId18" Type="http://schemas.openxmlformats.org/officeDocument/2006/relationships/image" Target="../media/image855.png"/><Relationship Id="rId3" Type="http://schemas.openxmlformats.org/officeDocument/2006/relationships/image" Target="../media/image847.png"/><Relationship Id="rId7" Type="http://schemas.openxmlformats.org/officeDocument/2006/relationships/customXml" Target="../ink/ink722.xml"/><Relationship Id="rId12" Type="http://schemas.openxmlformats.org/officeDocument/2006/relationships/image" Target="../media/image852.png"/><Relationship Id="rId17" Type="http://schemas.openxmlformats.org/officeDocument/2006/relationships/customXml" Target="../ink/ink727.xml"/><Relationship Id="rId2" Type="http://schemas.openxmlformats.org/officeDocument/2006/relationships/image" Target="../media/image846.png"/><Relationship Id="rId16" Type="http://schemas.openxmlformats.org/officeDocument/2006/relationships/image" Target="../media/image8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9.png"/><Relationship Id="rId11" Type="http://schemas.openxmlformats.org/officeDocument/2006/relationships/customXml" Target="../ink/ink724.xml"/><Relationship Id="rId5" Type="http://schemas.openxmlformats.org/officeDocument/2006/relationships/customXml" Target="../ink/ink721.xml"/><Relationship Id="rId15" Type="http://schemas.openxmlformats.org/officeDocument/2006/relationships/customXml" Target="../ink/ink726.xml"/><Relationship Id="rId10" Type="http://schemas.openxmlformats.org/officeDocument/2006/relationships/image" Target="../media/image851.png"/><Relationship Id="rId4" Type="http://schemas.openxmlformats.org/officeDocument/2006/relationships/image" Target="../media/image848.png"/><Relationship Id="rId9" Type="http://schemas.openxmlformats.org/officeDocument/2006/relationships/customXml" Target="../ink/ink723.xml"/><Relationship Id="rId14" Type="http://schemas.openxmlformats.org/officeDocument/2006/relationships/image" Target="../media/image8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D38AE-917C-4F0B-98CD-2B7A4D68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장</a:t>
            </a:r>
            <a:r>
              <a:rPr lang="en-US" altLang="ko-KR" dirty="0"/>
              <a:t>: Basic</a:t>
            </a:r>
            <a:r>
              <a:rPr lang="ko-KR" altLang="en-US" dirty="0"/>
              <a:t> </a:t>
            </a:r>
            <a:r>
              <a:rPr lang="en-US" altLang="ko-KR" dirty="0"/>
              <a:t>Concepts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RF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281788-86A7-462B-9B50-EA8792786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General Consideration</a:t>
            </a:r>
          </a:p>
          <a:p>
            <a:r>
              <a:rPr lang="en-US" altLang="ko-KR" dirty="0"/>
              <a:t>Effects of Nonlinearity</a:t>
            </a:r>
          </a:p>
          <a:p>
            <a:r>
              <a:rPr lang="en-US" altLang="ko-KR" dirty="0"/>
              <a:t>Noise</a:t>
            </a:r>
          </a:p>
          <a:p>
            <a:r>
              <a:rPr lang="en-US" altLang="ko-KR" dirty="0"/>
              <a:t>Sensitivity and Dynamic Range</a:t>
            </a:r>
          </a:p>
          <a:p>
            <a:r>
              <a:rPr lang="en-US" altLang="ko-KR" dirty="0"/>
              <a:t>Passive Impedance Transformation</a:t>
            </a:r>
          </a:p>
          <a:p>
            <a:r>
              <a:rPr lang="en-US" altLang="ko-KR" dirty="0"/>
              <a:t>Scattering Parameters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D55399-C946-49D4-A8D8-BF1D22E8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910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3610C-F64F-4A60-9263-45CA7CC5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Units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RF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5DE06-FE49-4223-9040-DDF463F5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전압 이득과 </a:t>
            </a:r>
            <a:r>
              <a:rPr lang="en-US" altLang="ko-KR" dirty="0"/>
              <a:t> </a:t>
            </a:r>
            <a:r>
              <a:rPr lang="ko-KR" altLang="en-US" dirty="0"/>
              <a:t>전력 이득의 정의</a:t>
            </a:r>
            <a:r>
              <a:rPr lang="en-US" altLang="ko-KR" dirty="0"/>
              <a:t> </a:t>
            </a:r>
            <a:r>
              <a:rPr lang="ko-KR" altLang="en-US" dirty="0"/>
              <a:t>및 관계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전력 단위계 </a:t>
            </a:r>
            <a:r>
              <a:rPr lang="en-US" altLang="ko-KR" dirty="0"/>
              <a:t>(dBm) </a:t>
            </a:r>
            <a:r>
              <a:rPr lang="ko-KR" altLang="en-US" dirty="0"/>
              <a:t>정의</a:t>
            </a:r>
            <a:r>
              <a:rPr lang="en-US" altLang="ko-KR" dirty="0"/>
              <a:t>: 1 </a:t>
            </a:r>
            <a:r>
              <a:rPr lang="en-US" altLang="ko-KR" dirty="0" err="1"/>
              <a:t>mW</a:t>
            </a:r>
            <a:r>
              <a:rPr lang="ko-KR" altLang="en-US" dirty="0"/>
              <a:t>를 기준 </a:t>
            </a:r>
            <a:r>
              <a:rPr lang="en-US" altLang="ko-KR" dirty="0"/>
              <a:t>(0 dBm)</a:t>
            </a:r>
            <a:r>
              <a:rPr lang="ko-KR" altLang="en-US" dirty="0"/>
              <a:t>으로 하는 로그 전력 스케일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E60820-97B6-43F7-9CBF-46E661E9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82160D-8297-4EB9-A813-D0CF3BC4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92" y="2386729"/>
            <a:ext cx="2362204" cy="12557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7483C4-ABB5-4DE0-8F5C-CE258A1B7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788" y="2021522"/>
            <a:ext cx="2270764" cy="19476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B98885-EC5B-40BE-8537-A9BD6C40F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781" y="5477933"/>
            <a:ext cx="3048006" cy="6766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5CD04E1-01F1-FC2E-EEF3-668CFE651985}"/>
                  </a:ext>
                </a:extLst>
              </p14:cNvPr>
              <p14:cNvContentPartPr/>
              <p14:nvPr/>
            </p14:nvContentPartPr>
            <p14:xfrm>
              <a:off x="1826704" y="2995416"/>
              <a:ext cx="2434680" cy="619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5CD04E1-01F1-FC2E-EEF3-668CFE6519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90704" y="2959776"/>
                <a:ext cx="2506320" cy="1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1F1CAA-996C-5E6D-6B2C-73D428A32A7F}"/>
              </a:ext>
            </a:extLst>
          </p:cNvPr>
          <p:cNvGrpSpPr/>
          <p:nvPr/>
        </p:nvGrpSpPr>
        <p:grpSpPr>
          <a:xfrm>
            <a:off x="4031704" y="3090816"/>
            <a:ext cx="558360" cy="532800"/>
            <a:chOff x="4031704" y="3090816"/>
            <a:chExt cx="55836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816F92A-470C-2381-B59A-AE4B358D8D29}"/>
                    </a:ext>
                  </a:extLst>
                </p14:cNvPr>
                <p14:cNvContentPartPr/>
                <p14:nvPr/>
              </p14:nvContentPartPr>
              <p14:xfrm>
                <a:off x="4031704" y="3121416"/>
                <a:ext cx="111240" cy="1360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816F92A-470C-2381-B59A-AE4B358D8D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95704" y="3085416"/>
                  <a:ext cx="182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121DFC7-D055-FE52-6723-AD92852C3D86}"/>
                    </a:ext>
                  </a:extLst>
                </p14:cNvPr>
                <p14:cNvContentPartPr/>
                <p14:nvPr/>
              </p14:nvContentPartPr>
              <p14:xfrm>
                <a:off x="4191544" y="3182616"/>
                <a:ext cx="78840" cy="1137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121DFC7-D055-FE52-6723-AD92852C3D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55904" y="3146616"/>
                  <a:ext cx="150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4ECC01C-C41B-1C1C-55CC-5CB22FA97BF8}"/>
                    </a:ext>
                  </a:extLst>
                </p14:cNvPr>
                <p14:cNvContentPartPr/>
                <p14:nvPr/>
              </p14:nvContentPartPr>
              <p14:xfrm>
                <a:off x="4312504" y="3186576"/>
                <a:ext cx="56520" cy="914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4ECC01C-C41B-1C1C-55CC-5CB22FA97B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76504" y="3150936"/>
                  <a:ext cx="128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FC1AD98-86CE-EFF5-DC64-D8A740DC64C7}"/>
                    </a:ext>
                  </a:extLst>
                </p14:cNvPr>
                <p14:cNvContentPartPr/>
                <p14:nvPr/>
              </p14:nvContentPartPr>
              <p14:xfrm>
                <a:off x="4376584" y="3130056"/>
                <a:ext cx="73080" cy="151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FC1AD98-86CE-EFF5-DC64-D8A740DC64C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40944" y="3094056"/>
                  <a:ext cx="144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AB470A6-564F-DFB1-EDF8-E43F1B2FC244}"/>
                    </a:ext>
                  </a:extLst>
                </p14:cNvPr>
                <p14:cNvContentPartPr/>
                <p14:nvPr/>
              </p14:nvContentPartPr>
              <p14:xfrm>
                <a:off x="4414384" y="3119976"/>
                <a:ext cx="32040" cy="1490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AB470A6-564F-DFB1-EDF8-E43F1B2FC2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78744" y="3084336"/>
                  <a:ext cx="103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E90CFEC-3262-3946-6E2E-EA5FAC4E82E2}"/>
                    </a:ext>
                  </a:extLst>
                </p14:cNvPr>
                <p14:cNvContentPartPr/>
                <p14:nvPr/>
              </p14:nvContentPartPr>
              <p14:xfrm>
                <a:off x="4469824" y="3090816"/>
                <a:ext cx="69480" cy="1231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E90CFEC-3262-3946-6E2E-EA5FAC4E82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33824" y="3054816"/>
                  <a:ext cx="141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B27D1B2-7B75-E2BC-58C6-FBF992F5F27E}"/>
                    </a:ext>
                  </a:extLst>
                </p14:cNvPr>
                <p14:cNvContentPartPr/>
                <p14:nvPr/>
              </p14:nvContentPartPr>
              <p14:xfrm>
                <a:off x="4087144" y="3300336"/>
                <a:ext cx="502920" cy="756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B27D1B2-7B75-E2BC-58C6-FBF992F5F27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51144" y="3264336"/>
                  <a:ext cx="574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56598A5-1BF6-505F-AC9B-8585EF7047C6}"/>
                    </a:ext>
                  </a:extLst>
                </p14:cNvPr>
                <p14:cNvContentPartPr/>
                <p14:nvPr/>
              </p14:nvContentPartPr>
              <p14:xfrm>
                <a:off x="4216384" y="3488256"/>
                <a:ext cx="93600" cy="122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56598A5-1BF6-505F-AC9B-8585EF7047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80384" y="3452256"/>
                  <a:ext cx="165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6CD5E43F-95AA-104C-40D0-E4AD64272C30}"/>
                    </a:ext>
                  </a:extLst>
                </p14:cNvPr>
                <p14:cNvContentPartPr/>
                <p14:nvPr/>
              </p14:nvContentPartPr>
              <p14:xfrm>
                <a:off x="4343824" y="3545496"/>
                <a:ext cx="17280" cy="78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6CD5E43F-95AA-104C-40D0-E4AD64272C3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07824" y="3509496"/>
                  <a:ext cx="88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2AFA2BC-403D-7E8A-8D4F-DB64E07FCB1D}"/>
                    </a:ext>
                  </a:extLst>
                </p14:cNvPr>
                <p14:cNvContentPartPr/>
                <p14:nvPr/>
              </p14:nvContentPartPr>
              <p14:xfrm>
                <a:off x="4337344" y="3494736"/>
                <a:ext cx="6480" cy="61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2AFA2BC-403D-7E8A-8D4F-DB64E07FCB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01704" y="3459096"/>
                  <a:ext cx="78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C9F69C6-2877-CD2B-BE66-37E1924C34E0}"/>
                    </a:ext>
                  </a:extLst>
                </p14:cNvPr>
                <p14:cNvContentPartPr/>
                <p14:nvPr/>
              </p14:nvContentPartPr>
              <p14:xfrm>
                <a:off x="4395664" y="3523536"/>
                <a:ext cx="98280" cy="637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C9F69C6-2877-CD2B-BE66-37E1924C34E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59664" y="3487896"/>
                  <a:ext cx="169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A61179F-8B6A-FA2D-740C-E963A14EA68E}"/>
                    </a:ext>
                  </a:extLst>
                </p14:cNvPr>
                <p14:cNvContentPartPr/>
                <p14:nvPr/>
              </p14:nvContentPartPr>
              <p14:xfrm>
                <a:off x="4493584" y="3372696"/>
                <a:ext cx="56160" cy="119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A61179F-8B6A-FA2D-740C-E963A14EA6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57944" y="3337056"/>
                  <a:ext cx="127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45F7FBD-DFA8-FF52-88D4-584B07048180}"/>
                    </a:ext>
                  </a:extLst>
                </p14:cNvPr>
                <p14:cNvContentPartPr/>
                <p14:nvPr/>
              </p14:nvContentPartPr>
              <p14:xfrm>
                <a:off x="4543264" y="3477456"/>
                <a:ext cx="3600" cy="126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45F7FBD-DFA8-FF52-88D4-584B0704818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07264" y="3441816"/>
                  <a:ext cx="752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457E8E6-00DA-DE20-B53F-B0667AAEBEC0}"/>
              </a:ext>
            </a:extLst>
          </p:cNvPr>
          <p:cNvGrpSpPr/>
          <p:nvPr/>
        </p:nvGrpSpPr>
        <p:grpSpPr>
          <a:xfrm>
            <a:off x="5676904" y="2945016"/>
            <a:ext cx="1570680" cy="54360"/>
            <a:chOff x="5676904" y="2945016"/>
            <a:chExt cx="1570680" cy="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ACF4C94-406B-1840-20B8-3ACC91FE4EE2}"/>
                    </a:ext>
                  </a:extLst>
                </p14:cNvPr>
                <p14:cNvContentPartPr/>
                <p14:nvPr/>
              </p14:nvContentPartPr>
              <p14:xfrm>
                <a:off x="5676904" y="2945016"/>
                <a:ext cx="1570680" cy="54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ACF4C94-406B-1840-20B8-3ACC91FE4EE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40904" y="2909376"/>
                  <a:ext cx="1642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2E6269E-9CE6-7627-2B69-236AAF26295F}"/>
                    </a:ext>
                  </a:extLst>
                </p14:cNvPr>
                <p14:cNvContentPartPr/>
                <p14:nvPr/>
              </p14:nvContentPartPr>
              <p14:xfrm>
                <a:off x="7225984" y="2946456"/>
                <a:ext cx="4320" cy="75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2E6269E-9CE6-7627-2B69-236AAF26295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89984" y="2910816"/>
                  <a:ext cx="759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F1194B0-19B0-AE96-E569-BE100BAF8260}"/>
              </a:ext>
            </a:extLst>
          </p:cNvPr>
          <p:cNvGrpSpPr/>
          <p:nvPr/>
        </p:nvGrpSpPr>
        <p:grpSpPr>
          <a:xfrm>
            <a:off x="6956344" y="1729656"/>
            <a:ext cx="890640" cy="426600"/>
            <a:chOff x="6956344" y="1729656"/>
            <a:chExt cx="89064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2D965D4-3AB5-E69D-90DB-A6CE092A94E2}"/>
                    </a:ext>
                  </a:extLst>
                </p14:cNvPr>
                <p14:cNvContentPartPr/>
                <p14:nvPr/>
              </p14:nvContentPartPr>
              <p14:xfrm>
                <a:off x="6975784" y="1970856"/>
                <a:ext cx="153720" cy="741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2D965D4-3AB5-E69D-90DB-A6CE092A94E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39784" y="1935216"/>
                  <a:ext cx="225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7D4D55A-CA7D-B59E-7AD9-20D0F1225912}"/>
                    </a:ext>
                  </a:extLst>
                </p14:cNvPr>
                <p14:cNvContentPartPr/>
                <p14:nvPr/>
              </p14:nvContentPartPr>
              <p14:xfrm>
                <a:off x="6956344" y="2109456"/>
                <a:ext cx="178560" cy="468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7D4D55A-CA7D-B59E-7AD9-20D0F122591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20344" y="2073816"/>
                  <a:ext cx="250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E83F3260-082C-2912-AC56-234B1A7A88C8}"/>
                    </a:ext>
                  </a:extLst>
                </p14:cNvPr>
                <p14:cNvContentPartPr/>
                <p14:nvPr/>
              </p14:nvContentPartPr>
              <p14:xfrm>
                <a:off x="7186024" y="1822176"/>
                <a:ext cx="16920" cy="2109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E83F3260-082C-2912-AC56-234B1A7A88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50384" y="1786536"/>
                  <a:ext cx="885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B8A18F6-6672-82BF-4760-3D7C15C30009}"/>
                    </a:ext>
                  </a:extLst>
                </p14:cNvPr>
                <p14:cNvContentPartPr/>
                <p14:nvPr/>
              </p14:nvContentPartPr>
              <p14:xfrm>
                <a:off x="7178104" y="1785096"/>
                <a:ext cx="111240" cy="993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B8A18F6-6672-82BF-4760-3D7C15C3000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42104" y="1749096"/>
                  <a:ext cx="182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A9762641-F27E-86C0-890F-E0588D931795}"/>
                    </a:ext>
                  </a:extLst>
                </p14:cNvPr>
                <p14:cNvContentPartPr/>
                <p14:nvPr/>
              </p14:nvContentPartPr>
              <p14:xfrm>
                <a:off x="7285744" y="1886256"/>
                <a:ext cx="109800" cy="1256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A9762641-F27E-86C0-890F-E0588D93179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0104" y="1850256"/>
                  <a:ext cx="181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EBE241D-4374-9DD0-EBF5-0CC731AE7E9D}"/>
                    </a:ext>
                  </a:extLst>
                </p14:cNvPr>
                <p14:cNvContentPartPr/>
                <p14:nvPr/>
              </p14:nvContentPartPr>
              <p14:xfrm>
                <a:off x="7421104" y="1864296"/>
                <a:ext cx="115560" cy="9972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EBE241D-4374-9DD0-EBF5-0CC731AE7E9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85104" y="1828296"/>
                  <a:ext cx="187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4E073431-8DF6-89CA-5A9C-A36ECCA66009}"/>
                    </a:ext>
                  </a:extLst>
                </p14:cNvPr>
                <p14:cNvContentPartPr/>
                <p14:nvPr/>
              </p14:nvContentPartPr>
              <p14:xfrm>
                <a:off x="7501384" y="1800576"/>
                <a:ext cx="130320" cy="1944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4E073431-8DF6-89CA-5A9C-A36ECCA6600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65384" y="1764576"/>
                  <a:ext cx="201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6F34D148-A065-7E0E-E432-5D3736382E67}"/>
                    </a:ext>
                  </a:extLst>
                </p14:cNvPr>
                <p14:cNvContentPartPr/>
                <p14:nvPr/>
              </p14:nvContentPartPr>
              <p14:xfrm>
                <a:off x="7578424" y="1729656"/>
                <a:ext cx="24120" cy="22284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6F34D148-A065-7E0E-E432-5D3736382E6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42784" y="1694016"/>
                  <a:ext cx="957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8116CB5-4861-F3FC-44BB-4FEA73BC2F00}"/>
                    </a:ext>
                  </a:extLst>
                </p14:cNvPr>
                <p14:cNvContentPartPr/>
                <p14:nvPr/>
              </p14:nvContentPartPr>
              <p14:xfrm>
                <a:off x="7660144" y="1837656"/>
                <a:ext cx="33840" cy="684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8116CB5-4861-F3FC-44BB-4FEA73BC2F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24144" y="1801656"/>
                  <a:ext cx="105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FC145140-8EAD-D587-7A73-208644DD9EC9}"/>
                    </a:ext>
                  </a:extLst>
                </p14:cNvPr>
                <p14:cNvContentPartPr/>
                <p14:nvPr/>
              </p14:nvContentPartPr>
              <p14:xfrm>
                <a:off x="7683544" y="1785096"/>
                <a:ext cx="20520" cy="741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FC145140-8EAD-D587-7A73-208644DD9EC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47904" y="1749456"/>
                  <a:ext cx="92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7020D6D-789D-B425-B331-F332CE2141D8}"/>
                    </a:ext>
                  </a:extLst>
                </p14:cNvPr>
                <p14:cNvContentPartPr/>
                <p14:nvPr/>
              </p14:nvContentPartPr>
              <p14:xfrm>
                <a:off x="7808104" y="1901016"/>
                <a:ext cx="38880" cy="345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7020D6D-789D-B425-B331-F332CE2141D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772464" y="1865376"/>
                  <a:ext cx="1105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5DE6FBE-1481-B957-75F6-4187F95A6656}"/>
              </a:ext>
            </a:extLst>
          </p:cNvPr>
          <p:cNvGrpSpPr/>
          <p:nvPr/>
        </p:nvGrpSpPr>
        <p:grpSpPr>
          <a:xfrm>
            <a:off x="6942664" y="2484576"/>
            <a:ext cx="690120" cy="249480"/>
            <a:chOff x="6942664" y="2484576"/>
            <a:chExt cx="69012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85EBDAB5-25B2-7527-4BD6-7304C0A28687}"/>
                    </a:ext>
                  </a:extLst>
                </p14:cNvPr>
                <p14:cNvContentPartPr/>
                <p14:nvPr/>
              </p14:nvContentPartPr>
              <p14:xfrm>
                <a:off x="6942664" y="2606256"/>
                <a:ext cx="143640" cy="280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85EBDAB5-25B2-7527-4BD6-7304C0A286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07024" y="2570616"/>
                  <a:ext cx="215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FF82A113-4FF4-7E05-4E64-28412DE01489}"/>
                    </a:ext>
                  </a:extLst>
                </p14:cNvPr>
                <p14:cNvContentPartPr/>
                <p14:nvPr/>
              </p14:nvContentPartPr>
              <p14:xfrm>
                <a:off x="6963184" y="2672496"/>
                <a:ext cx="90000" cy="2268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FF82A113-4FF4-7E05-4E64-28412DE0148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27544" y="2636496"/>
                  <a:ext cx="161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686CA6F6-E6EA-ACE9-3359-A07861F9F276}"/>
                    </a:ext>
                  </a:extLst>
                </p14:cNvPr>
                <p14:cNvContentPartPr/>
                <p14:nvPr/>
              </p14:nvContentPartPr>
              <p14:xfrm>
                <a:off x="7226344" y="2484576"/>
                <a:ext cx="48960" cy="21492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686CA6F6-E6EA-ACE9-3359-A07861F9F2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90704" y="2448936"/>
                  <a:ext cx="1206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60DC0B48-C649-C488-B8AD-E50B8C5166B4}"/>
                    </a:ext>
                  </a:extLst>
                </p14:cNvPr>
                <p14:cNvContentPartPr/>
                <p14:nvPr/>
              </p14:nvContentPartPr>
              <p14:xfrm>
                <a:off x="7214464" y="2491416"/>
                <a:ext cx="179640" cy="8964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60DC0B48-C649-C488-B8AD-E50B8C5166B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78824" y="2455776"/>
                  <a:ext cx="251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8916B3AA-5245-FAD8-47D0-7D9986257D20}"/>
                    </a:ext>
                  </a:extLst>
                </p14:cNvPr>
                <p14:cNvContentPartPr/>
                <p14:nvPr/>
              </p14:nvContentPartPr>
              <p14:xfrm>
                <a:off x="7418584" y="2609856"/>
                <a:ext cx="14400" cy="1242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8916B3AA-5245-FAD8-47D0-7D9986257D2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82944" y="2573856"/>
                  <a:ext cx="86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672930BF-F250-4175-D0B5-A6EF5264CAA2}"/>
                    </a:ext>
                  </a:extLst>
                </p14:cNvPr>
                <p14:cNvContentPartPr/>
                <p14:nvPr/>
              </p14:nvContentPartPr>
              <p14:xfrm>
                <a:off x="7432264" y="2536056"/>
                <a:ext cx="2880" cy="3492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672930BF-F250-4175-D0B5-A6EF5264CAA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96624" y="2500416"/>
                  <a:ext cx="74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DF9AAB7A-CBE2-E421-6650-D4F6925AC437}"/>
                    </a:ext>
                  </a:extLst>
                </p14:cNvPr>
                <p14:cNvContentPartPr/>
                <p14:nvPr/>
              </p14:nvContentPartPr>
              <p14:xfrm>
                <a:off x="7476544" y="2585016"/>
                <a:ext cx="156240" cy="12600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DF9AAB7A-CBE2-E421-6650-D4F6925AC43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40904" y="2549376"/>
                  <a:ext cx="227880" cy="19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876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19DF6-E18F-46A5-A238-7C23DCE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파장</a:t>
            </a:r>
            <a:r>
              <a:rPr lang="en-US" altLang="ko-KR" dirty="0"/>
              <a:t>(</a:t>
            </a:r>
            <a:r>
              <a:rPr lang="el-GR" altLang="ko-KR" dirty="0"/>
              <a:t>λ</a:t>
            </a:r>
            <a:r>
              <a:rPr lang="en-US" altLang="ko-KR" dirty="0"/>
              <a:t>) </a:t>
            </a:r>
            <a:r>
              <a:rPr lang="ko-KR" altLang="en-US" dirty="0"/>
              <a:t>관점에서 </a:t>
            </a:r>
            <a:r>
              <a:rPr lang="en-US" altLang="ko-KR" dirty="0"/>
              <a:t>RF</a:t>
            </a:r>
            <a:r>
              <a:rPr lang="ko-KR" altLang="en-US" dirty="0"/>
              <a:t>가 전력을 다루는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52790-E662-4B52-B134-F164D4EE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저주파 대역 </a:t>
            </a:r>
            <a:r>
              <a:rPr lang="en-US" altLang="ko-KR" dirty="0"/>
              <a:t>(</a:t>
            </a:r>
            <a:r>
              <a:rPr lang="ko-KR" altLang="en-US" dirty="0"/>
              <a:t>집중 정수 회로</a:t>
            </a:r>
            <a:r>
              <a:rPr lang="en-US" altLang="ko-KR" dirty="0"/>
              <a:t>, Lumped Element Model)</a:t>
            </a:r>
          </a:p>
          <a:p>
            <a:pPr lvl="1"/>
            <a:r>
              <a:rPr lang="ko-KR" altLang="en-US" dirty="0"/>
              <a:t>회로 소자 및 도선의 물리적 길이 </a:t>
            </a:r>
            <a:r>
              <a:rPr lang="en-US" altLang="ko-KR" i="1" dirty="0"/>
              <a:t>L</a:t>
            </a:r>
            <a:r>
              <a:rPr lang="ko-KR" altLang="en-US" dirty="0"/>
              <a:t>이 신호 파장 </a:t>
            </a:r>
            <a:r>
              <a:rPr lang="el-GR" altLang="ko-KR" dirty="0"/>
              <a:t>λ</a:t>
            </a:r>
            <a:r>
              <a:rPr lang="ko-KR" altLang="en-US" dirty="0"/>
              <a:t>에 비해 매우 작음 </a:t>
            </a:r>
            <a:r>
              <a:rPr lang="en-US" altLang="ko-KR" dirty="0"/>
              <a:t>(L &lt;&lt; </a:t>
            </a:r>
            <a:r>
              <a:rPr lang="el-GR" altLang="ko-KR" dirty="0"/>
              <a:t>λ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도선 상의 모든 위치에서 전압과 전류의 크기와 위상이 동일하다고 가정할 수 있어</a:t>
            </a:r>
            <a:r>
              <a:rPr lang="en-US" altLang="ko-KR" dirty="0"/>
              <a:t>, Kirchhoff</a:t>
            </a:r>
            <a:r>
              <a:rPr lang="ko-KR" altLang="en-US" dirty="0"/>
              <a:t>의 전압</a:t>
            </a:r>
            <a:r>
              <a:rPr lang="en-US" altLang="ko-KR" dirty="0"/>
              <a:t>/</a:t>
            </a:r>
            <a:r>
              <a:rPr lang="ko-KR" altLang="en-US" dirty="0"/>
              <a:t>전류 법칙</a:t>
            </a:r>
            <a:r>
              <a:rPr lang="en-US" altLang="ko-KR" dirty="0"/>
              <a:t>(KVL/KCL)</a:t>
            </a:r>
            <a:r>
              <a:rPr lang="ko-KR" altLang="en-US" dirty="0"/>
              <a:t>을 그대로 적용함</a:t>
            </a:r>
            <a:endParaRPr lang="en-US" altLang="ko-KR" dirty="0"/>
          </a:p>
          <a:p>
            <a:r>
              <a:rPr lang="en-US" altLang="ko-KR" dirty="0"/>
              <a:t>RF / </a:t>
            </a:r>
            <a:r>
              <a:rPr lang="ko-KR" altLang="en-US" dirty="0"/>
              <a:t>마이크로파 대역 </a:t>
            </a:r>
            <a:r>
              <a:rPr lang="en-US" altLang="ko-KR" dirty="0"/>
              <a:t>(</a:t>
            </a:r>
            <a:r>
              <a:rPr lang="ko-KR" altLang="en-US" dirty="0"/>
              <a:t>분포 정수 회로</a:t>
            </a:r>
            <a:r>
              <a:rPr lang="en-US" altLang="ko-KR" dirty="0"/>
              <a:t>, Distributed Element Model)</a:t>
            </a:r>
          </a:p>
          <a:p>
            <a:pPr lvl="1"/>
            <a:r>
              <a:rPr lang="ko-KR" altLang="en-US" dirty="0"/>
              <a:t>주파수 </a:t>
            </a:r>
            <a:r>
              <a:rPr lang="en-US" altLang="ko-KR" i="1" dirty="0"/>
              <a:t>f</a:t>
            </a:r>
            <a:r>
              <a:rPr lang="ko-KR" altLang="en-US" dirty="0"/>
              <a:t>가 수 </a:t>
            </a:r>
            <a:r>
              <a:rPr lang="en-US" altLang="ko-KR" dirty="0"/>
              <a:t>GHz </a:t>
            </a:r>
            <a:r>
              <a:rPr lang="ko-KR" altLang="en-US" dirty="0"/>
              <a:t>이상으로 올라감에 따라 파장 </a:t>
            </a:r>
            <a:r>
              <a:rPr lang="el-GR" altLang="ko-KR" dirty="0"/>
              <a:t>λ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en-US" altLang="ko-KR" i="1" dirty="0"/>
              <a:t>v</a:t>
            </a:r>
            <a:r>
              <a:rPr lang="en-US" altLang="ko-KR" dirty="0"/>
              <a:t>/</a:t>
            </a:r>
            <a:r>
              <a:rPr lang="en-US" altLang="ko-KR" i="1" dirty="0"/>
              <a:t>f</a:t>
            </a:r>
            <a:r>
              <a:rPr lang="ko-KR" altLang="en-US" dirty="0"/>
              <a:t>이 수 </a:t>
            </a:r>
            <a:r>
              <a:rPr lang="en-US" altLang="ko-KR" dirty="0"/>
              <a:t>cm ~ </a:t>
            </a:r>
            <a:r>
              <a:rPr lang="ko-KR" altLang="en-US" dirty="0"/>
              <a:t>수 </a:t>
            </a:r>
            <a:r>
              <a:rPr lang="en-US" altLang="ko-KR" dirty="0"/>
              <a:t>mm </a:t>
            </a:r>
            <a:r>
              <a:rPr lang="ko-KR" altLang="en-US" dirty="0"/>
              <a:t>단위로 짧아짐</a:t>
            </a:r>
            <a:endParaRPr lang="en-US" altLang="ko-KR" dirty="0"/>
          </a:p>
          <a:p>
            <a:pPr lvl="1"/>
            <a:r>
              <a:rPr lang="ko-KR" altLang="en-US" dirty="0"/>
              <a:t>회로 도선의 물리적 길이 </a:t>
            </a:r>
            <a:r>
              <a:rPr lang="en-US" altLang="ko-KR" i="1" dirty="0"/>
              <a:t>L</a:t>
            </a:r>
            <a:r>
              <a:rPr lang="ko-KR" altLang="en-US" dirty="0"/>
              <a:t>이 파장 </a:t>
            </a:r>
            <a:r>
              <a:rPr lang="el-GR" altLang="ko-KR" dirty="0"/>
              <a:t>λ </a:t>
            </a:r>
            <a:r>
              <a:rPr lang="ko-KR" altLang="en-US" dirty="0"/>
              <a:t>과 비슷하거나 커짐 </a:t>
            </a:r>
            <a:r>
              <a:rPr lang="en-US" altLang="ko-KR" dirty="0"/>
              <a:t>(</a:t>
            </a:r>
            <a:r>
              <a:rPr lang="en-US" altLang="ko-KR" i="1" dirty="0"/>
              <a:t>L</a:t>
            </a:r>
            <a:r>
              <a:rPr lang="en-US" altLang="ko-KR" dirty="0"/>
              <a:t> ≈ </a:t>
            </a:r>
            <a:r>
              <a:rPr lang="el-GR" altLang="ko-KR" dirty="0"/>
              <a:t>λ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i="1" dirty="0"/>
              <a:t>L</a:t>
            </a:r>
            <a:r>
              <a:rPr lang="en-US" altLang="ko-KR" dirty="0"/>
              <a:t> &gt; </a:t>
            </a:r>
            <a:r>
              <a:rPr lang="el-GR" altLang="ko-KR" dirty="0"/>
              <a:t>λ</a:t>
            </a:r>
            <a:r>
              <a:rPr lang="en-US" altLang="ko-KR" dirty="0"/>
              <a:t> )</a:t>
            </a:r>
          </a:p>
          <a:p>
            <a:pPr lvl="1"/>
            <a:r>
              <a:rPr lang="ko-KR" altLang="en-US" dirty="0"/>
              <a:t>도선 상의 위치 </a:t>
            </a:r>
            <a:r>
              <a:rPr lang="en-US" altLang="ko-KR" i="1" dirty="0"/>
              <a:t>x</a:t>
            </a:r>
            <a:r>
              <a:rPr lang="ko-KR" altLang="en-US" dirty="0"/>
              <a:t>에 따라 전압 </a:t>
            </a:r>
            <a:r>
              <a:rPr lang="en-US" altLang="ko-KR" i="1" dirty="0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x</a:t>
            </a:r>
            <a:r>
              <a:rPr lang="en-US" altLang="ko-KR" dirty="0"/>
              <a:t>, 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및 전류 </a:t>
            </a:r>
            <a:r>
              <a:rPr lang="en-US" altLang="ko-KR" i="1" dirty="0"/>
              <a:t>I</a:t>
            </a:r>
            <a:r>
              <a:rPr lang="en-US" altLang="ko-KR" dirty="0"/>
              <a:t>(</a:t>
            </a:r>
            <a:r>
              <a:rPr lang="en-US" altLang="ko-KR" i="1" dirty="0"/>
              <a:t>x</a:t>
            </a:r>
            <a:r>
              <a:rPr lang="en-US" altLang="ko-KR" dirty="0"/>
              <a:t>, 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크기와 위상이 계속 변화</a:t>
            </a:r>
            <a:r>
              <a:rPr lang="en-US" altLang="ko-KR" dirty="0"/>
              <a:t>(</a:t>
            </a:r>
            <a:r>
              <a:rPr lang="ko-KR" altLang="en-US" dirty="0"/>
              <a:t>파동 전파 및 </a:t>
            </a:r>
            <a:r>
              <a:rPr lang="ko-KR" altLang="en-US" dirty="0" err="1"/>
              <a:t>정성파</a:t>
            </a:r>
            <a:r>
              <a:rPr lang="en-US" altLang="ko-KR" dirty="0"/>
              <a:t>/</a:t>
            </a:r>
            <a:r>
              <a:rPr lang="ko-KR" altLang="en-US" dirty="0"/>
              <a:t>반사파 형성</a:t>
            </a:r>
            <a:r>
              <a:rPr lang="en-US" altLang="ko-KR" dirty="0"/>
              <a:t>)</a:t>
            </a:r>
            <a:r>
              <a:rPr lang="ko-KR" altLang="en-US" dirty="0"/>
              <a:t>하므로</a:t>
            </a:r>
            <a:r>
              <a:rPr lang="en-US" altLang="ko-KR" dirty="0"/>
              <a:t>, </a:t>
            </a:r>
            <a:r>
              <a:rPr lang="ko-KR" altLang="en-US" dirty="0"/>
              <a:t>단일 노드에서의 </a:t>
            </a:r>
            <a:r>
              <a:rPr lang="en-US" altLang="ko-KR" dirty="0"/>
              <a:t>"</a:t>
            </a:r>
            <a:r>
              <a:rPr lang="ko-KR" altLang="en-US" dirty="0"/>
              <a:t>단일 전압</a:t>
            </a:r>
            <a:r>
              <a:rPr lang="en-US" altLang="ko-KR" dirty="0"/>
              <a:t>"</a:t>
            </a:r>
            <a:r>
              <a:rPr lang="ko-KR" altLang="en-US" dirty="0"/>
              <a:t>이나 </a:t>
            </a:r>
            <a:r>
              <a:rPr lang="en-US" altLang="ko-KR" dirty="0"/>
              <a:t>"</a:t>
            </a:r>
            <a:r>
              <a:rPr lang="ko-KR" altLang="en-US" dirty="0"/>
              <a:t>단일 전류</a:t>
            </a:r>
            <a:r>
              <a:rPr lang="en-US" altLang="ko-KR" dirty="0"/>
              <a:t>"</a:t>
            </a:r>
            <a:r>
              <a:rPr lang="ko-KR" altLang="en-US" dirty="0"/>
              <a:t>를 정의하기 어렵거나 위치에 따라 달라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9A8C5-42F6-4494-B3B9-9D4B4FA2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864E3B2-A379-422D-F3DB-F0839060B389}"/>
                  </a:ext>
                </a:extLst>
              </p14:cNvPr>
              <p14:cNvContentPartPr/>
              <p14:nvPr/>
            </p14:nvContentPartPr>
            <p14:xfrm>
              <a:off x="1493344" y="1749816"/>
              <a:ext cx="1515600" cy="910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864E3B2-A379-422D-F3DB-F0839060B3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7704" y="1714176"/>
                <a:ext cx="158724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4DC832E4-792C-D007-4D88-0B6A7A6CD42E}"/>
              </a:ext>
            </a:extLst>
          </p:cNvPr>
          <p:cNvGrpSpPr/>
          <p:nvPr/>
        </p:nvGrpSpPr>
        <p:grpSpPr>
          <a:xfrm>
            <a:off x="1897264" y="2167416"/>
            <a:ext cx="8666280" cy="275760"/>
            <a:chOff x="1897264" y="2167416"/>
            <a:chExt cx="866628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0E76EE9-2EDF-E212-D085-C3725201DA64}"/>
                    </a:ext>
                  </a:extLst>
                </p14:cNvPr>
                <p14:cNvContentPartPr/>
                <p14:nvPr/>
              </p14:nvContentPartPr>
              <p14:xfrm>
                <a:off x="1897264" y="2167416"/>
                <a:ext cx="8666280" cy="275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0E76EE9-2EDF-E212-D085-C3725201DA6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61624" y="2131416"/>
                  <a:ext cx="87379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F87CE8A-6631-0357-1D0C-10680F0B9591}"/>
                    </a:ext>
                  </a:extLst>
                </p14:cNvPr>
                <p14:cNvContentPartPr/>
                <p14:nvPr/>
              </p14:nvContentPartPr>
              <p14:xfrm>
                <a:off x="10504504" y="2411136"/>
                <a:ext cx="6120" cy="21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F87CE8A-6631-0357-1D0C-10680F0B95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68504" y="2375136"/>
                  <a:ext cx="7776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9C54E81-1C1E-B9AC-50AD-C46EBFC5159B}"/>
              </a:ext>
            </a:extLst>
          </p:cNvPr>
          <p:cNvGrpSpPr/>
          <p:nvPr/>
        </p:nvGrpSpPr>
        <p:grpSpPr>
          <a:xfrm>
            <a:off x="1145224" y="3750696"/>
            <a:ext cx="3209760" cy="78840"/>
            <a:chOff x="1145224" y="3750696"/>
            <a:chExt cx="320976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EA32BBC-54F1-C1CB-E6E2-78704AA7EFC3}"/>
                    </a:ext>
                  </a:extLst>
                </p14:cNvPr>
                <p14:cNvContentPartPr/>
                <p14:nvPr/>
              </p14:nvContentPartPr>
              <p14:xfrm>
                <a:off x="1145224" y="3752856"/>
                <a:ext cx="3209760" cy="76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EA32BBC-54F1-C1CB-E6E2-78704AA7EF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9584" y="3717216"/>
                  <a:ext cx="3281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930055C-FCB9-27C9-4492-02CAE6D67147}"/>
                    </a:ext>
                  </a:extLst>
                </p14:cNvPr>
                <p14:cNvContentPartPr/>
                <p14:nvPr/>
              </p14:nvContentPartPr>
              <p14:xfrm>
                <a:off x="4331944" y="3750696"/>
                <a:ext cx="18000" cy="43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930055C-FCB9-27C9-4492-02CAE6D671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95944" y="3714696"/>
                  <a:ext cx="89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07168B4-1A41-F53A-1D89-5F7824F4DE17}"/>
              </a:ext>
            </a:extLst>
          </p:cNvPr>
          <p:cNvGrpSpPr/>
          <p:nvPr/>
        </p:nvGrpSpPr>
        <p:grpSpPr>
          <a:xfrm>
            <a:off x="6694624" y="5961096"/>
            <a:ext cx="1076040" cy="714960"/>
            <a:chOff x="6694624" y="5961096"/>
            <a:chExt cx="107604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7BCF81C-125A-0C58-4E2F-6A83CFA79242}"/>
                    </a:ext>
                  </a:extLst>
                </p14:cNvPr>
                <p14:cNvContentPartPr/>
                <p14:nvPr/>
              </p14:nvContentPartPr>
              <p14:xfrm>
                <a:off x="6695704" y="5996376"/>
                <a:ext cx="16560" cy="6645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7BCF81C-125A-0C58-4E2F-6A83CFA792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59704" y="5960736"/>
                  <a:ext cx="8820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8E4C8D0-15F9-124C-563F-8F354E1D0CBF}"/>
                    </a:ext>
                  </a:extLst>
                </p14:cNvPr>
                <p14:cNvContentPartPr/>
                <p14:nvPr/>
              </p14:nvContentPartPr>
              <p14:xfrm>
                <a:off x="7707664" y="5966136"/>
                <a:ext cx="63000" cy="7005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8E4C8D0-15F9-124C-563F-8F354E1D0C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72024" y="5930496"/>
                  <a:ext cx="13464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69FF084-E591-17B4-C773-E522D744D74F}"/>
                    </a:ext>
                  </a:extLst>
                </p14:cNvPr>
                <p14:cNvContentPartPr/>
                <p14:nvPr/>
              </p14:nvContentPartPr>
              <p14:xfrm>
                <a:off x="6694624" y="5961096"/>
                <a:ext cx="980280" cy="7149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69FF084-E591-17B4-C773-E522D744D7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8624" y="5925096"/>
                  <a:ext cx="1051920" cy="78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CD48328-822C-3343-2AB2-76C4F1222CCC}"/>
                  </a:ext>
                </a:extLst>
              </p14:cNvPr>
              <p14:cNvContentPartPr/>
              <p14:nvPr/>
            </p14:nvContentPartPr>
            <p14:xfrm>
              <a:off x="5878504" y="4733136"/>
              <a:ext cx="4731840" cy="759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CD48328-822C-3343-2AB2-76C4F1222C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42864" y="4697136"/>
                <a:ext cx="480348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6D2319B9-C7F0-BB47-5B00-8E9A3E136A41}"/>
              </a:ext>
            </a:extLst>
          </p:cNvPr>
          <p:cNvGrpSpPr/>
          <p:nvPr/>
        </p:nvGrpSpPr>
        <p:grpSpPr>
          <a:xfrm>
            <a:off x="1703224" y="5193576"/>
            <a:ext cx="9502200" cy="208440"/>
            <a:chOff x="1703224" y="5193576"/>
            <a:chExt cx="95022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F4638E1-02E3-94E4-8729-126C8633FC7E}"/>
                    </a:ext>
                  </a:extLst>
                </p14:cNvPr>
                <p14:cNvContentPartPr/>
                <p14:nvPr/>
              </p14:nvContentPartPr>
              <p14:xfrm>
                <a:off x="1703224" y="5202576"/>
                <a:ext cx="9502200" cy="1994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F4638E1-02E3-94E4-8729-126C8633FC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67584" y="5166936"/>
                  <a:ext cx="9573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C088F1A-142A-B804-FD9C-D5CA1D9AD69D}"/>
                    </a:ext>
                  </a:extLst>
                </p14:cNvPr>
                <p14:cNvContentPartPr/>
                <p14:nvPr/>
              </p14:nvContentPartPr>
              <p14:xfrm>
                <a:off x="11048104" y="5193576"/>
                <a:ext cx="10800" cy="104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C088F1A-142A-B804-FD9C-D5CA1D9AD6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12464" y="5157576"/>
                  <a:ext cx="8244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432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D2E3F-EB20-4620-88E8-498DC498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절대 전력 단위 </a:t>
            </a:r>
            <a:r>
              <a:rPr lang="en-US" altLang="ko-KR" dirty="0"/>
              <a:t>dBm</a:t>
            </a:r>
            <a:r>
              <a:rPr lang="ko-KR" altLang="en-US" dirty="0"/>
              <a:t>과 </a:t>
            </a:r>
            <a:r>
              <a:rPr lang="en-US" altLang="ko-KR" dirty="0"/>
              <a:t>Watt(W)</a:t>
            </a:r>
            <a:r>
              <a:rPr lang="ko-KR" altLang="en-US" dirty="0"/>
              <a:t>의 정의 및 변환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2813A-3835-4518-9666-6B494AE2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699000"/>
          </a:xfrm>
        </p:spPr>
        <p:txBody>
          <a:bodyPr>
            <a:normAutofit/>
          </a:bodyPr>
          <a:lstStyle/>
          <a:p>
            <a:r>
              <a:rPr lang="en-US" altLang="ko-KR" dirty="0"/>
              <a:t>dBm</a:t>
            </a:r>
            <a:r>
              <a:rPr lang="ko-KR" altLang="en-US" dirty="0"/>
              <a:t>의 정의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dBm: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en-US" altLang="ko-KR" dirty="0" err="1"/>
              <a:t>mW</a:t>
            </a:r>
            <a:r>
              <a:rPr lang="ko-KR" altLang="en-US" dirty="0"/>
              <a:t>를 기준 전력 </a:t>
            </a:r>
            <a:r>
              <a:rPr lang="en-US" altLang="ko-KR" dirty="0"/>
              <a:t>0 dBm</a:t>
            </a:r>
            <a:r>
              <a:rPr lang="ko-KR" altLang="en-US" dirty="0"/>
              <a:t>으로 설정한 절대 전력 단위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데시벨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(dB)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스케일 공식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r>
              <a:rPr lang="en-US" altLang="ko-KR" dirty="0"/>
              <a:t>Watt (W / </a:t>
            </a:r>
            <a:r>
              <a:rPr lang="en-US" altLang="ko-KR" dirty="0" err="1"/>
              <a:t>mW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dBm </a:t>
            </a:r>
            <a:r>
              <a:rPr lang="ko-KR" altLang="en-US" dirty="0"/>
              <a:t>변환 공식</a:t>
            </a:r>
            <a:endParaRPr lang="en-US" altLang="ko-KR" dirty="0"/>
          </a:p>
          <a:p>
            <a:pPr lvl="1"/>
            <a:r>
              <a:rPr lang="ko-KR" altLang="en-US" dirty="0"/>
              <a:t>공식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주요 전력 레벨 매핑</a:t>
            </a:r>
            <a:endParaRPr lang="en-US" altLang="ko-KR" dirty="0"/>
          </a:p>
          <a:p>
            <a:pPr lvl="2"/>
            <a:r>
              <a:rPr lang="en-US" altLang="ko-KR" dirty="0"/>
              <a:t>1 W (1000 </a:t>
            </a:r>
            <a:r>
              <a:rPr lang="en-US" altLang="ko-KR" dirty="0" err="1"/>
              <a:t>mW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(1000) = + 30 dBm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en-US" altLang="ko-KR" dirty="0" err="1">
                <a:sym typeface="Wingdings" panose="05000000000000000000" pitchFamily="2" charset="2"/>
              </a:rPr>
              <a:t>mW</a:t>
            </a:r>
            <a:r>
              <a:rPr lang="en-US" altLang="ko-KR" dirty="0">
                <a:sym typeface="Wingdings" panose="05000000000000000000" pitchFamily="2" charset="2"/>
              </a:rPr>
              <a:t> 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(1) = 0 dBm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en-US" altLang="ko-KR" dirty="0" err="1">
                <a:sym typeface="Wingdings" panose="05000000000000000000" pitchFamily="2" charset="2"/>
              </a:rPr>
              <a:t>uW</a:t>
            </a:r>
            <a:r>
              <a:rPr lang="en-US" altLang="ko-KR" dirty="0">
                <a:sym typeface="Wingdings" panose="05000000000000000000" pitchFamily="2" charset="2"/>
              </a:rPr>
              <a:t> (10</a:t>
            </a:r>
            <a:r>
              <a:rPr lang="en-US" altLang="ko-KR" baseline="30000" dirty="0">
                <a:sym typeface="Wingdings" panose="05000000000000000000" pitchFamily="2" charset="2"/>
              </a:rPr>
              <a:t>-3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mW</a:t>
            </a:r>
            <a:r>
              <a:rPr lang="en-US" altLang="ko-KR" dirty="0">
                <a:sym typeface="Wingdings" panose="05000000000000000000" pitchFamily="2" charset="2"/>
              </a:rPr>
              <a:t>) 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(10</a:t>
            </a:r>
            <a:r>
              <a:rPr lang="en-US" altLang="ko-KR" baseline="30000" dirty="0">
                <a:sym typeface="Wingdings" panose="05000000000000000000" pitchFamily="2" charset="2"/>
              </a:rPr>
              <a:t>-3</a:t>
            </a:r>
            <a:r>
              <a:rPr lang="en-US" altLang="ko-KR" dirty="0">
                <a:sym typeface="Wingdings" panose="05000000000000000000" pitchFamily="2" charset="2"/>
              </a:rPr>
              <a:t>) =  -30 dBm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697D4-8D7A-4BA6-9719-B9E3B28B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1B4F3D-D101-4C59-AFCF-43538E75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26" y="2633669"/>
            <a:ext cx="3029718" cy="6766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1C747C-E3A7-48AB-865E-06906BF66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06" y="3936871"/>
            <a:ext cx="7409704" cy="32004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C2DFAB8C-CAF2-C7B6-35DA-D2C82E2501AB}"/>
              </a:ext>
            </a:extLst>
          </p:cNvPr>
          <p:cNvGrpSpPr/>
          <p:nvPr/>
        </p:nvGrpSpPr>
        <p:grpSpPr>
          <a:xfrm>
            <a:off x="8856784" y="2079576"/>
            <a:ext cx="2312640" cy="527760"/>
            <a:chOff x="8856784" y="2079576"/>
            <a:chExt cx="23126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209013D-B50B-3644-44F1-EC3539A20F07}"/>
                    </a:ext>
                  </a:extLst>
                </p14:cNvPr>
                <p14:cNvContentPartPr/>
                <p14:nvPr/>
              </p14:nvContentPartPr>
              <p14:xfrm>
                <a:off x="8856784" y="2279376"/>
                <a:ext cx="275040" cy="327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209013D-B50B-3644-44F1-EC3539A20F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21144" y="2243736"/>
                  <a:ext cx="3466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E3482AC-CAE3-9EEA-32C9-63EACE89E32A}"/>
                    </a:ext>
                  </a:extLst>
                </p14:cNvPr>
                <p14:cNvContentPartPr/>
                <p14:nvPr/>
              </p14:nvContentPartPr>
              <p14:xfrm>
                <a:off x="9227224" y="2416536"/>
                <a:ext cx="132120" cy="1594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E3482AC-CAE3-9EEA-32C9-63EACE89E3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91224" y="2380896"/>
                  <a:ext cx="203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9CA2F5B-637A-BA04-25AF-FC8FDDA5CF0D}"/>
                    </a:ext>
                  </a:extLst>
                </p14:cNvPr>
                <p14:cNvContentPartPr/>
                <p14:nvPr/>
              </p14:nvContentPartPr>
              <p14:xfrm>
                <a:off x="9351424" y="2160576"/>
                <a:ext cx="19080" cy="3812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9CA2F5B-637A-BA04-25AF-FC8FDDA5CF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15784" y="2124576"/>
                  <a:ext cx="907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7C529FE-386A-C7F9-DA46-D42AEE7EAE1C}"/>
                    </a:ext>
                  </a:extLst>
                </p14:cNvPr>
                <p14:cNvContentPartPr/>
                <p14:nvPr/>
              </p14:nvContentPartPr>
              <p14:xfrm>
                <a:off x="9497224" y="2275776"/>
                <a:ext cx="28440" cy="2404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7C529FE-386A-C7F9-DA46-D42AEE7EAE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61584" y="2240136"/>
                  <a:ext cx="1000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D2EA882-3069-2121-DC78-D639ACD74307}"/>
                    </a:ext>
                  </a:extLst>
                </p14:cNvPr>
                <p14:cNvContentPartPr/>
                <p14:nvPr/>
              </p14:nvContentPartPr>
              <p14:xfrm>
                <a:off x="9470944" y="2234736"/>
                <a:ext cx="150120" cy="3070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D2EA882-3069-2121-DC78-D639ACD743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34944" y="2199096"/>
                  <a:ext cx="221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CA25B58-B9AB-9B8F-6A0F-A2F541C2D900}"/>
                    </a:ext>
                  </a:extLst>
                </p14:cNvPr>
                <p14:cNvContentPartPr/>
                <p14:nvPr/>
              </p14:nvContentPartPr>
              <p14:xfrm>
                <a:off x="9717544" y="2317896"/>
                <a:ext cx="241200" cy="146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CA25B58-B9AB-9B8F-6A0F-A2F541C2D9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81544" y="2282256"/>
                  <a:ext cx="312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DF832BF-07CE-932D-AD9D-53CF3A744B88}"/>
                    </a:ext>
                  </a:extLst>
                </p14:cNvPr>
                <p14:cNvContentPartPr/>
                <p14:nvPr/>
              </p14:nvContentPartPr>
              <p14:xfrm>
                <a:off x="10048024" y="2235096"/>
                <a:ext cx="139680" cy="33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DF832BF-07CE-932D-AD9D-53CF3A744B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12384" y="2199456"/>
                  <a:ext cx="211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09FFB48-0CC9-7C95-CA47-FDE0C1E5F98F}"/>
                    </a:ext>
                  </a:extLst>
                </p14:cNvPr>
                <p14:cNvContentPartPr/>
                <p14:nvPr/>
              </p14:nvContentPartPr>
              <p14:xfrm>
                <a:off x="10035424" y="2346696"/>
                <a:ext cx="78840" cy="187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09FFB48-0CC9-7C95-CA47-FDE0C1E5F9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99784" y="2311056"/>
                  <a:ext cx="150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D1CF7C7-FCAC-D933-9C5C-8B5D9C65F1A5}"/>
                    </a:ext>
                  </a:extLst>
                </p14:cNvPr>
                <p14:cNvContentPartPr/>
                <p14:nvPr/>
              </p14:nvContentPartPr>
              <p14:xfrm>
                <a:off x="10328464" y="2108736"/>
                <a:ext cx="126720" cy="2635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D1CF7C7-FCAC-D933-9C5C-8B5D9C65F1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92824" y="2073096"/>
                  <a:ext cx="1983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6595CBC-B96E-69FF-2809-BFB4F94A38B2}"/>
                    </a:ext>
                  </a:extLst>
                </p14:cNvPr>
                <p14:cNvContentPartPr/>
                <p14:nvPr/>
              </p14:nvContentPartPr>
              <p14:xfrm>
                <a:off x="10359424" y="2391696"/>
                <a:ext cx="163800" cy="144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6595CBC-B96E-69FF-2809-BFB4F94A38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23424" y="2355696"/>
                  <a:ext cx="235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E6458FF-9E68-6EAF-6838-65890A358CF3}"/>
                    </a:ext>
                  </a:extLst>
                </p14:cNvPr>
                <p14:cNvContentPartPr/>
                <p14:nvPr/>
              </p14:nvContentPartPr>
              <p14:xfrm>
                <a:off x="10591624" y="2169936"/>
                <a:ext cx="210960" cy="1609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E6458FF-9E68-6EAF-6838-65890A358C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55984" y="2133936"/>
                  <a:ext cx="28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DA7A9E1-1580-6BF7-2A86-D22FB2B1F841}"/>
                    </a:ext>
                  </a:extLst>
                </p14:cNvPr>
                <p14:cNvContentPartPr/>
                <p14:nvPr/>
              </p14:nvContentPartPr>
              <p14:xfrm>
                <a:off x="10894384" y="2079576"/>
                <a:ext cx="275040" cy="1987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DA7A9E1-1580-6BF7-2A86-D22FB2B1F8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58384" y="2043576"/>
                  <a:ext cx="34668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E37370-A5B8-7AE7-6B11-27713FEEE962}"/>
              </a:ext>
            </a:extLst>
          </p:cNvPr>
          <p:cNvGrpSpPr/>
          <p:nvPr/>
        </p:nvGrpSpPr>
        <p:grpSpPr>
          <a:xfrm>
            <a:off x="4606624" y="2537856"/>
            <a:ext cx="2904480" cy="761400"/>
            <a:chOff x="4606624" y="2537856"/>
            <a:chExt cx="2904480" cy="76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6957F19-B9F8-6EB5-F743-F955D38C415A}"/>
                    </a:ext>
                  </a:extLst>
                </p14:cNvPr>
                <p14:cNvContentPartPr/>
                <p14:nvPr/>
              </p14:nvContentPartPr>
              <p14:xfrm>
                <a:off x="6495544" y="2537856"/>
                <a:ext cx="826920" cy="4885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6957F19-B9F8-6EB5-F743-F955D38C41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59904" y="2501856"/>
                  <a:ext cx="8985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30F7B68-F2A5-845F-8C9F-555A5C01B84C}"/>
                    </a:ext>
                  </a:extLst>
                </p14:cNvPr>
                <p14:cNvContentPartPr/>
                <p14:nvPr/>
              </p14:nvContentPartPr>
              <p14:xfrm>
                <a:off x="4606624" y="3199536"/>
                <a:ext cx="2904480" cy="99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30F7B68-F2A5-845F-8C9F-555A5C01B8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70984" y="3163896"/>
                  <a:ext cx="2976120" cy="17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629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9282E-CF03-40CD-94C9-E282D035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4E4DB-7D95-4FAC-8C26-FC391FBAE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dBm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Watt </a:t>
            </a:r>
            <a:r>
              <a:rPr lang="ko-KR" altLang="en-US" dirty="0" err="1"/>
              <a:t>역변환</a:t>
            </a:r>
            <a:r>
              <a:rPr lang="ko-KR" altLang="en-US" dirty="0"/>
              <a:t>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공식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계산 예시</a:t>
            </a:r>
            <a:endParaRPr lang="en-US" altLang="ko-KR" dirty="0"/>
          </a:p>
          <a:p>
            <a:pPr lvl="1"/>
            <a:r>
              <a:rPr lang="en-US" altLang="ko-KR" dirty="0"/>
              <a:t>+20 dBm = ?</a:t>
            </a:r>
          </a:p>
          <a:p>
            <a:pPr lvl="1"/>
            <a:r>
              <a:rPr lang="en-US" altLang="ko-KR" dirty="0"/>
              <a:t>- 10 dBm = ?</a:t>
            </a:r>
          </a:p>
          <a:p>
            <a:pPr lvl="1"/>
            <a:r>
              <a:rPr lang="en-US" altLang="ko-KR" dirty="0"/>
              <a:t>+ 3 dBm = ?</a:t>
            </a:r>
          </a:p>
          <a:p>
            <a:pPr lvl="1"/>
            <a:r>
              <a:rPr lang="en-US" altLang="ko-KR" dirty="0"/>
              <a:t>4 </a:t>
            </a:r>
            <a:r>
              <a:rPr lang="en-US" altLang="ko-KR" dirty="0" err="1"/>
              <a:t>mW</a:t>
            </a:r>
            <a:r>
              <a:rPr lang="en-US" altLang="ko-KR" dirty="0"/>
              <a:t> = ?</a:t>
            </a:r>
          </a:p>
          <a:p>
            <a:pPr lvl="1"/>
            <a:r>
              <a:rPr lang="en-US" altLang="ko-KR" dirty="0"/>
              <a:t>1 </a:t>
            </a:r>
            <a:r>
              <a:rPr lang="en-US" altLang="ko-KR" dirty="0" err="1"/>
              <a:t>nW</a:t>
            </a:r>
            <a:r>
              <a:rPr lang="en-US" altLang="ko-KR" dirty="0"/>
              <a:t> = 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B3D21-7F38-43C4-ADC6-710D4A3E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536986-5F7F-4E4E-858A-2E7511A8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450" y="2125846"/>
            <a:ext cx="2496318" cy="48158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912B94B-3026-11F5-79BC-DA05F7DEA40C}"/>
              </a:ext>
            </a:extLst>
          </p:cNvPr>
          <p:cNvGrpSpPr/>
          <p:nvPr/>
        </p:nvGrpSpPr>
        <p:grpSpPr>
          <a:xfrm>
            <a:off x="2367424" y="2592576"/>
            <a:ext cx="3377520" cy="186480"/>
            <a:chOff x="2367424" y="2592576"/>
            <a:chExt cx="337752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E7C1D10-8B3A-942E-8A22-D1FACCEC4F06}"/>
                    </a:ext>
                  </a:extLst>
                </p14:cNvPr>
                <p14:cNvContentPartPr/>
                <p14:nvPr/>
              </p14:nvContentPartPr>
              <p14:xfrm>
                <a:off x="2367424" y="2592576"/>
                <a:ext cx="3377520" cy="1864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E7C1D10-8B3A-942E-8A22-D1FACCEC4F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31784" y="2556576"/>
                  <a:ext cx="3449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232A9A1-F3FE-3119-A46B-8A7CC5EAE2D1}"/>
                    </a:ext>
                  </a:extLst>
                </p14:cNvPr>
                <p14:cNvContentPartPr/>
                <p14:nvPr/>
              </p14:nvContentPartPr>
              <p14:xfrm>
                <a:off x="2498464" y="2656296"/>
                <a:ext cx="2895840" cy="67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232A9A1-F3FE-3119-A46B-8A7CC5EAE2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2824" y="2620656"/>
                  <a:ext cx="296748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29D4752-B49B-DA87-F6BF-8465A94520FC}"/>
              </a:ext>
            </a:extLst>
          </p:cNvPr>
          <p:cNvGrpSpPr/>
          <p:nvPr/>
        </p:nvGrpSpPr>
        <p:grpSpPr>
          <a:xfrm>
            <a:off x="3021184" y="3661056"/>
            <a:ext cx="1272960" cy="365040"/>
            <a:chOff x="3021184" y="3661056"/>
            <a:chExt cx="127296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649E36C-0DDA-6108-B236-604926B85C9C}"/>
                    </a:ext>
                  </a:extLst>
                </p14:cNvPr>
                <p14:cNvContentPartPr/>
                <p14:nvPr/>
              </p14:nvContentPartPr>
              <p14:xfrm>
                <a:off x="3021184" y="3820896"/>
                <a:ext cx="479880" cy="2052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649E36C-0DDA-6108-B236-604926B85C9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85184" y="3784896"/>
                  <a:ext cx="551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13DB145-2100-2853-C18F-DC3DBDDE6D45}"/>
                    </a:ext>
                  </a:extLst>
                </p14:cNvPr>
                <p14:cNvContentPartPr/>
                <p14:nvPr/>
              </p14:nvContentPartPr>
              <p14:xfrm>
                <a:off x="3570904" y="3672936"/>
                <a:ext cx="74520" cy="2008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13DB145-2100-2853-C18F-DC3DBDDE6D4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35264" y="3637296"/>
                  <a:ext cx="146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FD6F609-2CA2-F7E0-FDD3-95E6A3B76265}"/>
                    </a:ext>
                  </a:extLst>
                </p14:cNvPr>
                <p14:cNvContentPartPr/>
                <p14:nvPr/>
              </p14:nvContentPartPr>
              <p14:xfrm>
                <a:off x="3593224" y="3897576"/>
                <a:ext cx="65880" cy="57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FD6F609-2CA2-F7E0-FDD3-95E6A3B762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57584" y="3861576"/>
                  <a:ext cx="137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5B463E1-B27F-7A2D-63B8-B6FBBBEEDA4B}"/>
                    </a:ext>
                  </a:extLst>
                </p14:cNvPr>
                <p14:cNvContentPartPr/>
                <p14:nvPr/>
              </p14:nvContentPartPr>
              <p14:xfrm>
                <a:off x="3696184" y="3791376"/>
                <a:ext cx="94680" cy="975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5B463E1-B27F-7A2D-63B8-B6FBBBEEDA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60544" y="3755376"/>
                  <a:ext cx="166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6A4AA57-E1F4-A1D8-B976-0BAD435386BE}"/>
                    </a:ext>
                  </a:extLst>
                </p14:cNvPr>
                <p14:cNvContentPartPr/>
                <p14:nvPr/>
              </p14:nvContentPartPr>
              <p14:xfrm>
                <a:off x="3812824" y="3767976"/>
                <a:ext cx="73440" cy="99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6A4AA57-E1F4-A1D8-B976-0BAD435386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76824" y="3732336"/>
                  <a:ext cx="145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2192BCF-9B79-C8CC-BEFD-AB89B480181F}"/>
                    </a:ext>
                  </a:extLst>
                </p14:cNvPr>
                <p14:cNvContentPartPr/>
                <p14:nvPr/>
              </p14:nvContentPartPr>
              <p14:xfrm>
                <a:off x="3961864" y="3805416"/>
                <a:ext cx="140040" cy="81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2192BCF-9B79-C8CC-BEFD-AB89B48018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26224" y="3769416"/>
                  <a:ext cx="211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C23E6F6-C7B4-EFF6-5CC7-8512427FAB13}"/>
                    </a:ext>
                  </a:extLst>
                </p14:cNvPr>
                <p14:cNvContentPartPr/>
                <p14:nvPr/>
              </p14:nvContentPartPr>
              <p14:xfrm>
                <a:off x="4156264" y="3661056"/>
                <a:ext cx="137880" cy="2001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C23E6F6-C7B4-EFF6-5CC7-8512427FAB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20264" y="3625056"/>
                  <a:ext cx="20952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B474D34-165D-5A32-AD7D-F44BEAF68C49}"/>
              </a:ext>
            </a:extLst>
          </p:cNvPr>
          <p:cNvGrpSpPr/>
          <p:nvPr/>
        </p:nvGrpSpPr>
        <p:grpSpPr>
          <a:xfrm>
            <a:off x="3163384" y="4208256"/>
            <a:ext cx="1561680" cy="335160"/>
            <a:chOff x="3163384" y="4208256"/>
            <a:chExt cx="156168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BF53C60-63A3-F25B-E891-D475B4AB79E0}"/>
                    </a:ext>
                  </a:extLst>
                </p14:cNvPr>
                <p14:cNvContentPartPr/>
                <p14:nvPr/>
              </p14:nvContentPartPr>
              <p14:xfrm>
                <a:off x="3163384" y="4479696"/>
                <a:ext cx="198000" cy="471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BF53C60-63A3-F25B-E891-D475B4AB79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27384" y="4444056"/>
                  <a:ext cx="269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E132E71-52FD-0177-547C-FE9EB35221BD}"/>
                    </a:ext>
                  </a:extLst>
                </p14:cNvPr>
                <p14:cNvContentPartPr/>
                <p14:nvPr/>
              </p14:nvContentPartPr>
              <p14:xfrm>
                <a:off x="3568744" y="4320936"/>
                <a:ext cx="124920" cy="2149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E132E71-52FD-0177-547C-FE9EB35221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33104" y="4284936"/>
                  <a:ext cx="196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4734EF4-660B-C0FE-31C1-2F56A655A81B}"/>
                    </a:ext>
                  </a:extLst>
                </p14:cNvPr>
                <p14:cNvContentPartPr/>
                <p14:nvPr/>
              </p14:nvContentPartPr>
              <p14:xfrm>
                <a:off x="3790504" y="4475016"/>
                <a:ext cx="12600" cy="2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4734EF4-660B-C0FE-31C1-2F56A655A81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54504" y="4439376"/>
                  <a:ext cx="84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436B4FE-A26B-9E11-04D6-E1EEE22C5D53}"/>
                    </a:ext>
                  </a:extLst>
                </p14:cNvPr>
                <p14:cNvContentPartPr/>
                <p14:nvPr/>
              </p14:nvContentPartPr>
              <p14:xfrm>
                <a:off x="3939184" y="4289976"/>
                <a:ext cx="132120" cy="2534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436B4FE-A26B-9E11-04D6-E1EEE22C5D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03184" y="4253976"/>
                  <a:ext cx="203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91C3E79-9184-4D96-5BC2-E0F3DA6EE937}"/>
                    </a:ext>
                  </a:extLst>
                </p14:cNvPr>
                <p14:cNvContentPartPr/>
                <p14:nvPr/>
              </p14:nvContentPartPr>
              <p14:xfrm>
                <a:off x="4174624" y="4368456"/>
                <a:ext cx="208800" cy="1083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91C3E79-9184-4D96-5BC2-E0F3DA6EE93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38984" y="4332456"/>
                  <a:ext cx="280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8EE6F99-F93C-5782-370F-7C7EBE8B3D1C}"/>
                    </a:ext>
                  </a:extLst>
                </p14:cNvPr>
                <p14:cNvContentPartPr/>
                <p14:nvPr/>
              </p14:nvContentPartPr>
              <p14:xfrm>
                <a:off x="4502584" y="4208256"/>
                <a:ext cx="222480" cy="2498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8EE6F99-F93C-5782-370F-7C7EBE8B3D1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66944" y="4172616"/>
                  <a:ext cx="29412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F4772A-6FD5-8532-D6D7-5716D3976C1B}"/>
              </a:ext>
            </a:extLst>
          </p:cNvPr>
          <p:cNvGrpSpPr/>
          <p:nvPr/>
        </p:nvGrpSpPr>
        <p:grpSpPr>
          <a:xfrm>
            <a:off x="6470344" y="1856376"/>
            <a:ext cx="221400" cy="259200"/>
            <a:chOff x="6470344" y="1856376"/>
            <a:chExt cx="2214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E6460C2-D444-F5B4-1697-4053FB627669}"/>
                    </a:ext>
                  </a:extLst>
                </p14:cNvPr>
                <p14:cNvContentPartPr/>
                <p14:nvPr/>
              </p14:nvContentPartPr>
              <p14:xfrm>
                <a:off x="6470344" y="1920456"/>
                <a:ext cx="221400" cy="468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E6460C2-D444-F5B4-1697-4053FB62766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34344" y="1884456"/>
                  <a:ext cx="293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ED0958F-F928-7C77-AC2E-CDDF9EB86927}"/>
                    </a:ext>
                  </a:extLst>
                </p14:cNvPr>
                <p14:cNvContentPartPr/>
                <p14:nvPr/>
              </p14:nvContentPartPr>
              <p14:xfrm>
                <a:off x="6588784" y="1856376"/>
                <a:ext cx="85320" cy="2592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ED0958F-F928-7C77-AC2E-CDDF9EB869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52784" y="1820736"/>
                  <a:ext cx="1569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D62C4C-1658-AB03-6BAF-B71B39E87579}"/>
              </a:ext>
            </a:extLst>
          </p:cNvPr>
          <p:cNvGrpSpPr/>
          <p:nvPr/>
        </p:nvGrpSpPr>
        <p:grpSpPr>
          <a:xfrm>
            <a:off x="6896224" y="1727496"/>
            <a:ext cx="1058760" cy="325440"/>
            <a:chOff x="6896224" y="1727496"/>
            <a:chExt cx="105876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458109D-E08C-60FB-BBA2-633B6E00444F}"/>
                    </a:ext>
                  </a:extLst>
                </p14:cNvPr>
                <p14:cNvContentPartPr/>
                <p14:nvPr/>
              </p14:nvContentPartPr>
              <p14:xfrm>
                <a:off x="6896224" y="1809936"/>
                <a:ext cx="21960" cy="2026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458109D-E08C-60FB-BBA2-633B6E00444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60584" y="1774296"/>
                  <a:ext cx="93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370D8B8-0B68-D1B5-B7D2-1C1C1E67B334}"/>
                    </a:ext>
                  </a:extLst>
                </p14:cNvPr>
                <p14:cNvContentPartPr/>
                <p14:nvPr/>
              </p14:nvContentPartPr>
              <p14:xfrm>
                <a:off x="6960304" y="1894176"/>
                <a:ext cx="131400" cy="1587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370D8B8-0B68-D1B5-B7D2-1C1C1E67B33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24304" y="1858176"/>
                  <a:ext cx="203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2814731-996D-F729-4728-4DF8345C1A22}"/>
                    </a:ext>
                  </a:extLst>
                </p14:cNvPr>
                <p14:cNvContentPartPr/>
                <p14:nvPr/>
              </p14:nvContentPartPr>
              <p14:xfrm>
                <a:off x="7178464" y="1867896"/>
                <a:ext cx="83520" cy="1764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2814731-996D-F729-4728-4DF8345C1A2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42464" y="1831896"/>
                  <a:ext cx="155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4D41576-389F-F65D-0864-C7696D241CE1}"/>
                    </a:ext>
                  </a:extLst>
                </p14:cNvPr>
                <p14:cNvContentPartPr/>
                <p14:nvPr/>
              </p14:nvContentPartPr>
              <p14:xfrm>
                <a:off x="7294744" y="1739016"/>
                <a:ext cx="75240" cy="2941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4D41576-389F-F65D-0864-C7696D241C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59104" y="1703376"/>
                  <a:ext cx="1468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7283461-F44A-C366-8D53-BC85EB8AD51C}"/>
                    </a:ext>
                  </a:extLst>
                </p14:cNvPr>
                <p14:cNvContentPartPr/>
                <p14:nvPr/>
              </p14:nvContentPartPr>
              <p14:xfrm>
                <a:off x="7405984" y="1745496"/>
                <a:ext cx="18360" cy="2372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7283461-F44A-C366-8D53-BC85EB8AD5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370344" y="1709856"/>
                  <a:ext cx="90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32789E1-726D-2ACF-C412-A13988770B14}"/>
                    </a:ext>
                  </a:extLst>
                </p14:cNvPr>
                <p14:cNvContentPartPr/>
                <p14:nvPr/>
              </p14:nvContentPartPr>
              <p14:xfrm>
                <a:off x="7406344" y="1727496"/>
                <a:ext cx="80640" cy="2646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32789E1-726D-2ACF-C412-A13988770B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70344" y="1691496"/>
                  <a:ext cx="1522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ADF9C06D-89B0-F46E-AD0D-19D08F001FCB}"/>
                    </a:ext>
                  </a:extLst>
                </p14:cNvPr>
                <p14:cNvContentPartPr/>
                <p14:nvPr/>
              </p14:nvContentPartPr>
              <p14:xfrm>
                <a:off x="7653304" y="1871136"/>
                <a:ext cx="244800" cy="3240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ADF9C06D-89B0-F46E-AD0D-19D08F001FC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17664" y="1835496"/>
                  <a:ext cx="316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4D62BBA1-020C-F898-C005-C4F6851BB2DC}"/>
                    </a:ext>
                  </a:extLst>
                </p14:cNvPr>
                <p14:cNvContentPartPr/>
                <p14:nvPr/>
              </p14:nvContentPartPr>
              <p14:xfrm>
                <a:off x="7870744" y="1841256"/>
                <a:ext cx="84240" cy="14328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4D62BBA1-020C-F898-C005-C4F6851BB2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34744" y="1805256"/>
                  <a:ext cx="1558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1953FA8-BFDC-AC2A-57FB-73E1267CE6D6}"/>
              </a:ext>
            </a:extLst>
          </p:cNvPr>
          <p:cNvGrpSpPr/>
          <p:nvPr/>
        </p:nvGrpSpPr>
        <p:grpSpPr>
          <a:xfrm>
            <a:off x="8173144" y="1706256"/>
            <a:ext cx="1085760" cy="242640"/>
            <a:chOff x="8173144" y="1706256"/>
            <a:chExt cx="108576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C7C36C84-859D-A9B8-1F07-406590CF1AB0}"/>
                    </a:ext>
                  </a:extLst>
                </p14:cNvPr>
                <p14:cNvContentPartPr/>
                <p14:nvPr/>
              </p14:nvContentPartPr>
              <p14:xfrm>
                <a:off x="8182864" y="1767456"/>
                <a:ext cx="152640" cy="15480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C7C36C84-859D-A9B8-1F07-406590CF1AB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46864" y="1731816"/>
                  <a:ext cx="224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04293FDF-03F4-2A06-F696-7CF5FA9C8CBC}"/>
                    </a:ext>
                  </a:extLst>
                </p14:cNvPr>
                <p14:cNvContentPartPr/>
                <p14:nvPr/>
              </p14:nvContentPartPr>
              <p14:xfrm>
                <a:off x="8173144" y="1770336"/>
                <a:ext cx="135000" cy="1695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04293FDF-03F4-2A06-F696-7CF5FA9C8C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37504" y="1734696"/>
                  <a:ext cx="206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9063245F-E5C4-60C5-D7CF-7A10823D0294}"/>
                    </a:ext>
                  </a:extLst>
                </p14:cNvPr>
                <p14:cNvContentPartPr/>
                <p14:nvPr/>
              </p14:nvContentPartPr>
              <p14:xfrm>
                <a:off x="8498944" y="1711656"/>
                <a:ext cx="14400" cy="23724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9063245F-E5C4-60C5-D7CF-7A10823D029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62944" y="1675656"/>
                  <a:ext cx="860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581E489F-4E37-B83A-40E6-AECF7B83BC66}"/>
                    </a:ext>
                  </a:extLst>
                </p14:cNvPr>
                <p14:cNvContentPartPr/>
                <p14:nvPr/>
              </p14:nvContentPartPr>
              <p14:xfrm>
                <a:off x="8610904" y="1792296"/>
                <a:ext cx="66600" cy="14760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581E489F-4E37-B83A-40E6-AECF7B83BC6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75264" y="1756296"/>
                  <a:ext cx="138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9BA01ADE-B44C-E4E6-3C1D-CDC7B7A3B188}"/>
                    </a:ext>
                  </a:extLst>
                </p14:cNvPr>
                <p14:cNvContentPartPr/>
                <p14:nvPr/>
              </p14:nvContentPartPr>
              <p14:xfrm>
                <a:off x="8744824" y="1765656"/>
                <a:ext cx="236160" cy="1353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9BA01ADE-B44C-E4E6-3C1D-CDC7B7A3B18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08824" y="1730016"/>
                  <a:ext cx="307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FFAEA7B2-9F99-97EA-CF66-B070A8D28D07}"/>
                    </a:ext>
                  </a:extLst>
                </p14:cNvPr>
                <p14:cNvContentPartPr/>
                <p14:nvPr/>
              </p14:nvContentPartPr>
              <p14:xfrm>
                <a:off x="9098704" y="1706256"/>
                <a:ext cx="160200" cy="2358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FFAEA7B2-9F99-97EA-CF66-B070A8D28D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63064" y="1670256"/>
                  <a:ext cx="23184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0321EA5-5DF4-3703-6928-0FE2568CD459}"/>
              </a:ext>
            </a:extLst>
          </p:cNvPr>
          <p:cNvGrpSpPr/>
          <p:nvPr/>
        </p:nvGrpSpPr>
        <p:grpSpPr>
          <a:xfrm>
            <a:off x="6470704" y="2372616"/>
            <a:ext cx="839160" cy="392400"/>
            <a:chOff x="6470704" y="2372616"/>
            <a:chExt cx="83916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647A9260-665A-CC5A-989E-0969635C6191}"/>
                    </a:ext>
                  </a:extLst>
                </p14:cNvPr>
                <p14:cNvContentPartPr/>
                <p14:nvPr/>
              </p14:nvContentPartPr>
              <p14:xfrm>
                <a:off x="6470704" y="2545776"/>
                <a:ext cx="179640" cy="1908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647A9260-665A-CC5A-989E-0969635C619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35064" y="2510136"/>
                  <a:ext cx="251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4F342C9E-2EF5-B38B-ACDA-EECC9EF38036}"/>
                    </a:ext>
                  </a:extLst>
                </p14:cNvPr>
                <p14:cNvContentPartPr/>
                <p14:nvPr/>
              </p14:nvContentPartPr>
              <p14:xfrm>
                <a:off x="6544504" y="2433456"/>
                <a:ext cx="52200" cy="25128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4F342C9E-2EF5-B38B-ACDA-EECC9EF3803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08864" y="2397456"/>
                  <a:ext cx="123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AC380FA9-63EE-73B2-7710-462D226F61AA}"/>
                    </a:ext>
                  </a:extLst>
                </p14:cNvPr>
                <p14:cNvContentPartPr/>
                <p14:nvPr/>
              </p14:nvContentPartPr>
              <p14:xfrm>
                <a:off x="6755104" y="2496456"/>
                <a:ext cx="134640" cy="2685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AC380FA9-63EE-73B2-7710-462D226F61A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19464" y="2460456"/>
                  <a:ext cx="2062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70E59F26-1AD1-C796-77DB-A6D2434A2202}"/>
                    </a:ext>
                  </a:extLst>
                </p14:cNvPr>
                <p14:cNvContentPartPr/>
                <p14:nvPr/>
              </p14:nvContentPartPr>
              <p14:xfrm>
                <a:off x="6950944" y="2565576"/>
                <a:ext cx="163800" cy="17208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70E59F26-1AD1-C796-77DB-A6D2434A22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14944" y="2529576"/>
                  <a:ext cx="235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6F2580DB-2257-32E4-8BFB-9A4DB41DA435}"/>
                    </a:ext>
                  </a:extLst>
                </p14:cNvPr>
                <p14:cNvContentPartPr/>
                <p14:nvPr/>
              </p14:nvContentPartPr>
              <p14:xfrm>
                <a:off x="7103224" y="2406456"/>
                <a:ext cx="78120" cy="32364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6F2580DB-2257-32E4-8BFB-9A4DB41DA43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67224" y="2370456"/>
                  <a:ext cx="1497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BA6687DF-967D-123A-CD2B-44629FAEBA9C}"/>
                    </a:ext>
                  </a:extLst>
                </p14:cNvPr>
                <p14:cNvContentPartPr/>
                <p14:nvPr/>
              </p14:nvContentPartPr>
              <p14:xfrm>
                <a:off x="7205824" y="2401416"/>
                <a:ext cx="14040" cy="25308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BA6687DF-967D-123A-CD2B-44629FAEBA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69824" y="2365776"/>
                  <a:ext cx="856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D7DA5AA2-F0CD-82AE-E064-0D23DA9DD2F6}"/>
                    </a:ext>
                  </a:extLst>
                </p14:cNvPr>
                <p14:cNvContentPartPr/>
                <p14:nvPr/>
              </p14:nvContentPartPr>
              <p14:xfrm>
                <a:off x="7186744" y="2372616"/>
                <a:ext cx="123120" cy="24516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D7DA5AA2-F0CD-82AE-E064-0D23DA9DD2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151104" y="2336616"/>
                  <a:ext cx="1947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35B81D8-6C11-D102-BECA-7E9F4E13A8F8}"/>
              </a:ext>
            </a:extLst>
          </p:cNvPr>
          <p:cNvGrpSpPr/>
          <p:nvPr/>
        </p:nvGrpSpPr>
        <p:grpSpPr>
          <a:xfrm>
            <a:off x="7546384" y="2542536"/>
            <a:ext cx="219240" cy="162000"/>
            <a:chOff x="7546384" y="2542536"/>
            <a:chExt cx="21924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7BF710E7-55C0-07CB-EF88-EBA6C724C808}"/>
                    </a:ext>
                  </a:extLst>
                </p14:cNvPr>
                <p14:cNvContentPartPr/>
                <p14:nvPr/>
              </p14:nvContentPartPr>
              <p14:xfrm>
                <a:off x="7546384" y="2550816"/>
                <a:ext cx="140040" cy="4464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7BF710E7-55C0-07CB-EF88-EBA6C724C8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10384" y="2515176"/>
                  <a:ext cx="211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A4614D2F-B21B-0EBD-D8AE-60E8F18DD736}"/>
                    </a:ext>
                  </a:extLst>
                </p14:cNvPr>
                <p14:cNvContentPartPr/>
                <p14:nvPr/>
              </p14:nvContentPartPr>
              <p14:xfrm>
                <a:off x="7655104" y="2542536"/>
                <a:ext cx="110520" cy="16200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A4614D2F-B21B-0EBD-D8AE-60E8F18DD73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19464" y="2506536"/>
                  <a:ext cx="18216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98FDE11-7711-646C-755D-B2EE3A2BB9B8}"/>
              </a:ext>
            </a:extLst>
          </p:cNvPr>
          <p:cNvGrpSpPr/>
          <p:nvPr/>
        </p:nvGrpSpPr>
        <p:grpSpPr>
          <a:xfrm>
            <a:off x="8121304" y="2413296"/>
            <a:ext cx="92520" cy="170640"/>
            <a:chOff x="8121304" y="2413296"/>
            <a:chExt cx="9252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B1FF1D9A-252E-47B4-DA60-1D6598FB4A52}"/>
                    </a:ext>
                  </a:extLst>
                </p14:cNvPr>
                <p14:cNvContentPartPr/>
                <p14:nvPr/>
              </p14:nvContentPartPr>
              <p14:xfrm>
                <a:off x="8137864" y="2454696"/>
                <a:ext cx="65160" cy="12924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B1FF1D9A-252E-47B4-DA60-1D6598FB4A5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101864" y="2418696"/>
                  <a:ext cx="136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D9AF34D8-4CA1-960E-AD97-D364F2D336DC}"/>
                    </a:ext>
                  </a:extLst>
                </p14:cNvPr>
                <p14:cNvContentPartPr/>
                <p14:nvPr/>
              </p14:nvContentPartPr>
              <p14:xfrm>
                <a:off x="8121304" y="2413296"/>
                <a:ext cx="92520" cy="16596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D9AF34D8-4CA1-960E-AD97-D364F2D336D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85304" y="2377656"/>
                  <a:ext cx="16416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92A3E74-0636-7CA6-72EB-EBD1958AA0B5}"/>
              </a:ext>
            </a:extLst>
          </p:cNvPr>
          <p:cNvGrpSpPr/>
          <p:nvPr/>
        </p:nvGrpSpPr>
        <p:grpSpPr>
          <a:xfrm>
            <a:off x="8403544" y="2389176"/>
            <a:ext cx="746280" cy="220320"/>
            <a:chOff x="8403544" y="2389176"/>
            <a:chExt cx="7462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33B31132-FF9C-C147-20D3-91587A3658E2}"/>
                    </a:ext>
                  </a:extLst>
                </p14:cNvPr>
                <p14:cNvContentPartPr/>
                <p14:nvPr/>
              </p14:nvContentPartPr>
              <p14:xfrm>
                <a:off x="8403544" y="2447136"/>
                <a:ext cx="84600" cy="15768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33B31132-FF9C-C147-20D3-91587A3658E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67544" y="2411496"/>
                  <a:ext cx="156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855C8679-5993-F404-8D48-4C82E8B8F7B1}"/>
                    </a:ext>
                  </a:extLst>
                </p14:cNvPr>
                <p14:cNvContentPartPr/>
                <p14:nvPr/>
              </p14:nvContentPartPr>
              <p14:xfrm>
                <a:off x="8619184" y="2475576"/>
                <a:ext cx="228960" cy="11844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855C8679-5993-F404-8D48-4C82E8B8F7B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83544" y="2439576"/>
                  <a:ext cx="300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DC90CA58-16A6-6399-23F4-154D6CE50E30}"/>
                    </a:ext>
                  </a:extLst>
                </p14:cNvPr>
                <p14:cNvContentPartPr/>
                <p14:nvPr/>
              </p14:nvContentPartPr>
              <p14:xfrm>
                <a:off x="8969104" y="2389176"/>
                <a:ext cx="180720" cy="22032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DC90CA58-16A6-6399-23F4-154D6CE50E3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933464" y="2353536"/>
                  <a:ext cx="25236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615B77E-823C-BE1C-E4D9-4FCBFC014337}"/>
              </a:ext>
            </a:extLst>
          </p:cNvPr>
          <p:cNvGrpSpPr/>
          <p:nvPr/>
        </p:nvGrpSpPr>
        <p:grpSpPr>
          <a:xfrm>
            <a:off x="3150784" y="4736376"/>
            <a:ext cx="1891800" cy="307080"/>
            <a:chOff x="3150784" y="4736376"/>
            <a:chExt cx="18918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01A2910D-CCA7-24F7-AF5E-43D5B79E28DC}"/>
                    </a:ext>
                  </a:extLst>
                </p14:cNvPr>
                <p14:cNvContentPartPr/>
                <p14:nvPr/>
              </p14:nvContentPartPr>
              <p14:xfrm>
                <a:off x="3150784" y="4915656"/>
                <a:ext cx="501120" cy="6012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01A2910D-CCA7-24F7-AF5E-43D5B79E28D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15144" y="4880016"/>
                  <a:ext cx="572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60F96B1D-662F-4942-3CCA-C6B070A31CF8}"/>
                    </a:ext>
                  </a:extLst>
                </p14:cNvPr>
                <p14:cNvContentPartPr/>
                <p14:nvPr/>
              </p14:nvContentPartPr>
              <p14:xfrm>
                <a:off x="3557224" y="4889736"/>
                <a:ext cx="93600" cy="15372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60F96B1D-662F-4942-3CCA-C6B070A31C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21584" y="4853736"/>
                  <a:ext cx="165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5A9FC1A-AAAC-B002-A170-7C334E38A30F}"/>
                    </a:ext>
                  </a:extLst>
                </p14:cNvPr>
                <p14:cNvContentPartPr/>
                <p14:nvPr/>
              </p14:nvContentPartPr>
              <p14:xfrm>
                <a:off x="3787264" y="4834656"/>
                <a:ext cx="110880" cy="17748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5A9FC1A-AAAC-B002-A170-7C334E38A30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751264" y="4799016"/>
                  <a:ext cx="182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0EF4EC63-AD5A-B81E-F82A-D9F3384BDD27}"/>
                    </a:ext>
                  </a:extLst>
                </p14:cNvPr>
                <p14:cNvContentPartPr/>
                <p14:nvPr/>
              </p14:nvContentPartPr>
              <p14:xfrm>
                <a:off x="4034944" y="4887216"/>
                <a:ext cx="181800" cy="10620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0EF4EC63-AD5A-B81E-F82A-D9F3384BDD2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98944" y="4851576"/>
                  <a:ext cx="253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7B42FE6F-6029-6412-79D8-BA57FE619E9C}"/>
                    </a:ext>
                  </a:extLst>
                </p14:cNvPr>
                <p14:cNvContentPartPr/>
                <p14:nvPr/>
              </p14:nvContentPartPr>
              <p14:xfrm>
                <a:off x="4310344" y="4753656"/>
                <a:ext cx="316440" cy="22860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7B42FE6F-6029-6412-79D8-BA57FE619E9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274704" y="4717656"/>
                  <a:ext cx="388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B97A5056-09C8-294A-AEA2-3A382424E0A5}"/>
                    </a:ext>
                  </a:extLst>
                </p14:cNvPr>
                <p14:cNvContentPartPr/>
                <p14:nvPr/>
              </p14:nvContentPartPr>
              <p14:xfrm>
                <a:off x="4819024" y="4758696"/>
                <a:ext cx="223560" cy="6588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B97A5056-09C8-294A-AEA2-3A382424E0A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83384" y="4723056"/>
                  <a:ext cx="295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74DF49E5-6ECE-10D1-6171-916F03D1D054}"/>
                    </a:ext>
                  </a:extLst>
                </p14:cNvPr>
                <p14:cNvContentPartPr/>
                <p14:nvPr/>
              </p14:nvContentPartPr>
              <p14:xfrm>
                <a:off x="4957264" y="4736376"/>
                <a:ext cx="22680" cy="19296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74DF49E5-6ECE-10D1-6171-916F03D1D05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21624" y="4700376"/>
                  <a:ext cx="9432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649955C-B521-2575-47CD-8AADDF4AB6C6}"/>
              </a:ext>
            </a:extLst>
          </p:cNvPr>
          <p:cNvGrpSpPr/>
          <p:nvPr/>
        </p:nvGrpSpPr>
        <p:grpSpPr>
          <a:xfrm>
            <a:off x="5498344" y="4562496"/>
            <a:ext cx="880200" cy="350640"/>
            <a:chOff x="5498344" y="4562496"/>
            <a:chExt cx="88020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41BB65B1-BF39-002A-439C-4A817879E539}"/>
                    </a:ext>
                  </a:extLst>
                </p14:cNvPr>
                <p14:cNvContentPartPr/>
                <p14:nvPr/>
              </p14:nvContentPartPr>
              <p14:xfrm>
                <a:off x="5498344" y="4644216"/>
                <a:ext cx="141120" cy="26784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41BB65B1-BF39-002A-439C-4A817879E53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62704" y="4608576"/>
                  <a:ext cx="212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B8E1B73D-1AED-5956-6EA0-8C1D97202D87}"/>
                    </a:ext>
                  </a:extLst>
                </p14:cNvPr>
                <p14:cNvContentPartPr/>
                <p14:nvPr/>
              </p14:nvContentPartPr>
              <p14:xfrm>
                <a:off x="5689864" y="4773096"/>
                <a:ext cx="93600" cy="14004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B8E1B73D-1AED-5956-6EA0-8C1D97202D8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54224" y="4737456"/>
                  <a:ext cx="165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0BE42560-8701-97AC-635C-C10C5BFD8F9C}"/>
                    </a:ext>
                  </a:extLst>
                </p14:cNvPr>
                <p14:cNvContentPartPr/>
                <p14:nvPr/>
              </p14:nvContentPartPr>
              <p14:xfrm>
                <a:off x="5801824" y="4589496"/>
                <a:ext cx="64080" cy="28404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0BE42560-8701-97AC-635C-C10C5BFD8F9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766184" y="4553496"/>
                  <a:ext cx="1357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4A6AFA88-5FDA-1DB2-9F9E-3638C504F4D1}"/>
                    </a:ext>
                  </a:extLst>
                </p14:cNvPr>
                <p14:cNvContentPartPr/>
                <p14:nvPr/>
              </p14:nvContentPartPr>
              <p14:xfrm>
                <a:off x="5967064" y="4590936"/>
                <a:ext cx="19800" cy="22032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4A6AFA88-5FDA-1DB2-9F9E-3638C504F4D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31424" y="4554936"/>
                  <a:ext cx="91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7B2A8E16-BDCA-253B-69BF-5B897C04C013}"/>
                    </a:ext>
                  </a:extLst>
                </p14:cNvPr>
                <p14:cNvContentPartPr/>
                <p14:nvPr/>
              </p14:nvContentPartPr>
              <p14:xfrm>
                <a:off x="5955184" y="4562496"/>
                <a:ext cx="97200" cy="27576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7B2A8E16-BDCA-253B-69BF-5B897C04C0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19544" y="4526856"/>
                  <a:ext cx="168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600008B1-392F-70C9-07FF-ECC84B1FB547}"/>
                    </a:ext>
                  </a:extLst>
                </p14:cNvPr>
                <p14:cNvContentPartPr/>
                <p14:nvPr/>
              </p14:nvContentPartPr>
              <p14:xfrm>
                <a:off x="6153544" y="4704336"/>
                <a:ext cx="225000" cy="11664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600008B1-392F-70C9-07FF-ECC84B1FB54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17544" y="4668696"/>
                  <a:ext cx="2966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7AE3F70-DB6D-5675-1E2A-33B3099413A6}"/>
              </a:ext>
            </a:extLst>
          </p:cNvPr>
          <p:cNvGrpSpPr/>
          <p:nvPr/>
        </p:nvGrpSpPr>
        <p:grpSpPr>
          <a:xfrm>
            <a:off x="6944464" y="4595616"/>
            <a:ext cx="1103760" cy="267480"/>
            <a:chOff x="6944464" y="4595616"/>
            <a:chExt cx="11037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8302DC1E-88D8-002A-C617-ECEDD496AF47}"/>
                    </a:ext>
                  </a:extLst>
                </p14:cNvPr>
                <p14:cNvContentPartPr/>
                <p14:nvPr/>
              </p14:nvContentPartPr>
              <p14:xfrm>
                <a:off x="6944464" y="4615416"/>
                <a:ext cx="207000" cy="12924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8302DC1E-88D8-002A-C617-ECEDD496AF4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08824" y="4579776"/>
                  <a:ext cx="278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67DCC4FE-1AE1-BBAB-8238-DBC0CFE0C138}"/>
                    </a:ext>
                  </a:extLst>
                </p14:cNvPr>
                <p14:cNvContentPartPr/>
                <p14:nvPr/>
              </p14:nvContentPartPr>
              <p14:xfrm>
                <a:off x="7038064" y="4608936"/>
                <a:ext cx="18720" cy="25416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67DCC4FE-1AE1-BBAB-8238-DBC0CFE0C13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02424" y="4573296"/>
                  <a:ext cx="90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7D1971B4-F005-3189-46AB-A98FED893F69}"/>
                    </a:ext>
                  </a:extLst>
                </p14:cNvPr>
                <p14:cNvContentPartPr/>
                <p14:nvPr/>
              </p14:nvContentPartPr>
              <p14:xfrm>
                <a:off x="7247224" y="4675536"/>
                <a:ext cx="306360" cy="11340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7D1971B4-F005-3189-46AB-A98FED893F6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11224" y="4639896"/>
                  <a:ext cx="378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80783407-CF71-2DD1-45A0-56520ED90000}"/>
                    </a:ext>
                  </a:extLst>
                </p14:cNvPr>
                <p14:cNvContentPartPr/>
                <p14:nvPr/>
              </p14:nvContentPartPr>
              <p14:xfrm>
                <a:off x="7683544" y="4595616"/>
                <a:ext cx="364680" cy="18972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80783407-CF71-2DD1-45A0-56520ED900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47904" y="4559616"/>
                  <a:ext cx="436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A17359D-7A12-5126-0A4B-5A4AEBAEE24A}"/>
                    </a:ext>
                  </a:extLst>
                </p14:cNvPr>
                <p14:cNvContentPartPr/>
                <p14:nvPr/>
              </p14:nvContentPartPr>
              <p14:xfrm>
                <a:off x="7988464" y="4656816"/>
                <a:ext cx="2880" cy="756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A17359D-7A12-5126-0A4B-5A4AEBAEE24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52824" y="4620816"/>
                  <a:ext cx="745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A9240F9-F71C-F1B8-E9D1-64B35E9DF38A}"/>
              </a:ext>
            </a:extLst>
          </p:cNvPr>
          <p:cNvGrpSpPr/>
          <p:nvPr/>
        </p:nvGrpSpPr>
        <p:grpSpPr>
          <a:xfrm>
            <a:off x="2875024" y="5305536"/>
            <a:ext cx="1497960" cy="360720"/>
            <a:chOff x="2875024" y="5305536"/>
            <a:chExt cx="149796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719124B6-5445-32BB-FC34-63374E8C1F92}"/>
                    </a:ext>
                  </a:extLst>
                </p14:cNvPr>
                <p14:cNvContentPartPr/>
                <p14:nvPr/>
              </p14:nvContentPartPr>
              <p14:xfrm>
                <a:off x="2875024" y="5412456"/>
                <a:ext cx="246960" cy="8784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719124B6-5445-32BB-FC34-63374E8C1F9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39024" y="5376816"/>
                  <a:ext cx="318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E3A225D4-5DCD-D3C6-326B-253C9E3DDE39}"/>
                    </a:ext>
                  </a:extLst>
                </p14:cNvPr>
                <p14:cNvContentPartPr/>
                <p14:nvPr/>
              </p14:nvContentPartPr>
              <p14:xfrm>
                <a:off x="3096064" y="5441976"/>
                <a:ext cx="73080" cy="16092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E3A225D4-5DCD-D3C6-326B-253C9E3DDE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060424" y="5405976"/>
                  <a:ext cx="1447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9F6C1533-E30E-513E-C57F-BF890BEA411A}"/>
                    </a:ext>
                  </a:extLst>
                </p14:cNvPr>
                <p14:cNvContentPartPr/>
                <p14:nvPr/>
              </p14:nvContentPartPr>
              <p14:xfrm>
                <a:off x="3344464" y="5473296"/>
                <a:ext cx="146880" cy="4356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9F6C1533-E30E-513E-C57F-BF890BEA411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08464" y="5437296"/>
                  <a:ext cx="218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C8B465BD-CD17-4861-8F37-43D2D9B01200}"/>
                    </a:ext>
                  </a:extLst>
                </p14:cNvPr>
                <p14:cNvContentPartPr/>
                <p14:nvPr/>
              </p14:nvContentPartPr>
              <p14:xfrm>
                <a:off x="3402064" y="5423976"/>
                <a:ext cx="15120" cy="227520"/>
              </p14:xfrm>
            </p:contentPart>
          </mc:Choice>
          <mc:Fallback xmlns=""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C8B465BD-CD17-4861-8F37-43D2D9B0120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366424" y="5388336"/>
                  <a:ext cx="86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63D5AA61-9894-6DEA-1386-A6CBED4C0C30}"/>
                    </a:ext>
                  </a:extLst>
                </p14:cNvPr>
                <p14:cNvContentPartPr/>
                <p14:nvPr/>
              </p14:nvContentPartPr>
              <p14:xfrm>
                <a:off x="3565144" y="5369256"/>
                <a:ext cx="88920" cy="252000"/>
              </p14:xfrm>
            </p:contentPart>
          </mc:Choice>
          <mc:Fallback xmlns=""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63D5AA61-9894-6DEA-1386-A6CBED4C0C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29504" y="5333616"/>
                  <a:ext cx="160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1CCCDACD-0DDB-8AD2-1009-232B82AEE8D5}"/>
                    </a:ext>
                  </a:extLst>
                </p14:cNvPr>
                <p14:cNvContentPartPr/>
                <p14:nvPr/>
              </p14:nvContentPartPr>
              <p14:xfrm>
                <a:off x="3781864" y="5469696"/>
                <a:ext cx="112320" cy="1965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1CCCDACD-0DDB-8AD2-1009-232B82AEE8D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46224" y="5434056"/>
                  <a:ext cx="183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E25FCC6D-5CE6-A800-4FFB-7E1EB8844FD4}"/>
                    </a:ext>
                  </a:extLst>
                </p14:cNvPr>
                <p14:cNvContentPartPr/>
                <p14:nvPr/>
              </p14:nvContentPartPr>
              <p14:xfrm>
                <a:off x="3918304" y="5305536"/>
                <a:ext cx="66600" cy="31968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E25FCC6D-5CE6-A800-4FFB-7E1EB8844FD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82304" y="5269896"/>
                  <a:ext cx="138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CEA6D060-7724-CBBF-7805-BBB57E2DCE4A}"/>
                    </a:ext>
                  </a:extLst>
                </p14:cNvPr>
                <p14:cNvContentPartPr/>
                <p14:nvPr/>
              </p14:nvContentPartPr>
              <p14:xfrm>
                <a:off x="4030984" y="5385816"/>
                <a:ext cx="32040" cy="20124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CEA6D060-7724-CBBF-7805-BBB57E2DCE4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95344" y="5350176"/>
                  <a:ext cx="1036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FBB86075-8813-5115-4FB0-07D408F07450}"/>
                    </a:ext>
                  </a:extLst>
                </p14:cNvPr>
                <p14:cNvContentPartPr/>
                <p14:nvPr/>
              </p14:nvContentPartPr>
              <p14:xfrm>
                <a:off x="4042864" y="5359536"/>
                <a:ext cx="55800" cy="25956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FBB86075-8813-5115-4FB0-07D408F0745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07224" y="5323896"/>
                  <a:ext cx="127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37458132-6636-1361-4187-0AEF09E9C2A1}"/>
                    </a:ext>
                  </a:extLst>
                </p14:cNvPr>
                <p14:cNvContentPartPr/>
                <p14:nvPr/>
              </p14:nvContentPartPr>
              <p14:xfrm>
                <a:off x="4137184" y="5474376"/>
                <a:ext cx="222840" cy="158760"/>
              </p14:xfrm>
            </p:contentPart>
          </mc:Choice>
          <mc:Fallback xmlns=""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37458132-6636-1361-4187-0AEF09E9C2A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101544" y="5438376"/>
                  <a:ext cx="294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269B2072-D777-6462-600D-B0F41F5304CF}"/>
                    </a:ext>
                  </a:extLst>
                </p14:cNvPr>
                <p14:cNvContentPartPr/>
                <p14:nvPr/>
              </p14:nvContentPartPr>
              <p14:xfrm>
                <a:off x="4358944" y="5618376"/>
                <a:ext cx="14040" cy="288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269B2072-D777-6462-600D-B0F41F5304C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23304" y="5582736"/>
                  <a:ext cx="856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9B114B41-E942-BC97-49B2-5E7A5144A855}"/>
              </a:ext>
            </a:extLst>
          </p:cNvPr>
          <p:cNvGrpSpPr/>
          <p:nvPr/>
        </p:nvGrpSpPr>
        <p:grpSpPr>
          <a:xfrm>
            <a:off x="9047224" y="3893256"/>
            <a:ext cx="1013760" cy="312840"/>
            <a:chOff x="9047224" y="3893256"/>
            <a:chExt cx="10137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9B70114D-C71B-51EC-87C7-959978874622}"/>
                    </a:ext>
                  </a:extLst>
                </p14:cNvPr>
                <p14:cNvContentPartPr/>
                <p14:nvPr/>
              </p14:nvContentPartPr>
              <p14:xfrm>
                <a:off x="9047224" y="3893256"/>
                <a:ext cx="125280" cy="15732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9B70114D-C71B-51EC-87C7-95997887462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11584" y="3857256"/>
                  <a:ext cx="196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B72AFDD2-DFCB-649E-715D-9445FAF9616A}"/>
                    </a:ext>
                  </a:extLst>
                </p14:cNvPr>
                <p14:cNvContentPartPr/>
                <p14:nvPr/>
              </p14:nvContentPartPr>
              <p14:xfrm>
                <a:off x="9095824" y="4180896"/>
                <a:ext cx="130680" cy="2520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B72AFDD2-DFCB-649E-715D-9445FAF9616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59824" y="4144896"/>
                  <a:ext cx="202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BE213E38-15F0-1F86-595D-88DD6B131E30}"/>
                    </a:ext>
                  </a:extLst>
                </p14:cNvPr>
                <p14:cNvContentPartPr/>
                <p14:nvPr/>
              </p14:nvContentPartPr>
              <p14:xfrm>
                <a:off x="9342424" y="3980376"/>
                <a:ext cx="229320" cy="15696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BE213E38-15F0-1F86-595D-88DD6B131E3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06424" y="3944376"/>
                  <a:ext cx="300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364BBD41-B88E-A981-3E55-39F4C845107A}"/>
                    </a:ext>
                  </a:extLst>
                </p14:cNvPr>
                <p14:cNvContentPartPr/>
                <p14:nvPr/>
              </p14:nvContentPartPr>
              <p14:xfrm>
                <a:off x="9582544" y="3951936"/>
                <a:ext cx="97920" cy="17496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364BBD41-B88E-A981-3E55-39F4C845107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546904" y="3915936"/>
                  <a:ext cx="169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1BE670BD-9DCD-CDE0-3733-7BD7DE472572}"/>
                    </a:ext>
                  </a:extLst>
                </p14:cNvPr>
                <p14:cNvContentPartPr/>
                <p14:nvPr/>
              </p14:nvContentPartPr>
              <p14:xfrm>
                <a:off x="9772984" y="4014216"/>
                <a:ext cx="172440" cy="4068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1BE670BD-9DCD-CDE0-3733-7BD7DE47257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37344" y="3978576"/>
                  <a:ext cx="244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85AD2FAF-5F7C-7371-078D-40F93BA79232}"/>
                    </a:ext>
                  </a:extLst>
                </p14:cNvPr>
                <p14:cNvContentPartPr/>
                <p14:nvPr/>
              </p14:nvContentPartPr>
              <p14:xfrm>
                <a:off x="9875944" y="3978576"/>
                <a:ext cx="185040" cy="17784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85AD2FAF-5F7C-7371-078D-40F93BA7923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840304" y="3942576"/>
                  <a:ext cx="25668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93B14DA7-BC04-9AFA-7CDB-603A251E1DF9}"/>
              </a:ext>
            </a:extLst>
          </p:cNvPr>
          <p:cNvGrpSpPr/>
          <p:nvPr/>
        </p:nvGrpSpPr>
        <p:grpSpPr>
          <a:xfrm>
            <a:off x="10341424" y="3605616"/>
            <a:ext cx="942480" cy="466200"/>
            <a:chOff x="10341424" y="3605616"/>
            <a:chExt cx="942480" cy="4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11AB8AD6-1AC1-3D6E-CE6D-741982B2F5D3}"/>
                    </a:ext>
                  </a:extLst>
                </p14:cNvPr>
                <p14:cNvContentPartPr/>
                <p14:nvPr/>
              </p14:nvContentPartPr>
              <p14:xfrm>
                <a:off x="10341424" y="3864096"/>
                <a:ext cx="213120" cy="20772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11AB8AD6-1AC1-3D6E-CE6D-741982B2F5D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305424" y="3828096"/>
                  <a:ext cx="284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A9E4836D-4D19-AD86-41BF-05004A302454}"/>
                    </a:ext>
                  </a:extLst>
                </p14:cNvPr>
                <p14:cNvContentPartPr/>
                <p14:nvPr/>
              </p14:nvContentPartPr>
              <p14:xfrm>
                <a:off x="10612504" y="3820536"/>
                <a:ext cx="159120" cy="23652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A9E4836D-4D19-AD86-41BF-05004A30245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576504" y="3784896"/>
                  <a:ext cx="230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9BE98959-1184-07E0-88E8-99735C0D0F8C}"/>
                    </a:ext>
                  </a:extLst>
                </p14:cNvPr>
                <p14:cNvContentPartPr/>
                <p14:nvPr/>
              </p14:nvContentPartPr>
              <p14:xfrm>
                <a:off x="10737064" y="3605616"/>
                <a:ext cx="76680" cy="424440"/>
              </p14:xfrm>
            </p:contentPart>
          </mc:Choice>
          <mc:Fallback xmlns=""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9BE98959-1184-07E0-88E8-99735C0D0F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701424" y="3569616"/>
                  <a:ext cx="1483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49BBAF74-8254-7C16-F75B-71D644FF86DE}"/>
                    </a:ext>
                  </a:extLst>
                </p14:cNvPr>
                <p14:cNvContentPartPr/>
                <p14:nvPr/>
              </p14:nvContentPartPr>
              <p14:xfrm>
                <a:off x="10902664" y="3647016"/>
                <a:ext cx="21960" cy="293040"/>
              </p14:xfrm>
            </p:contentPart>
          </mc:Choice>
          <mc:Fallback xmlns=""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49BBAF74-8254-7C16-F75B-71D644FF86D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867024" y="3611376"/>
                  <a:ext cx="936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1CAEF9B1-0B91-88CA-D573-B26016856FF4}"/>
                    </a:ext>
                  </a:extLst>
                </p14:cNvPr>
                <p14:cNvContentPartPr/>
                <p14:nvPr/>
              </p14:nvContentPartPr>
              <p14:xfrm>
                <a:off x="10912024" y="3608496"/>
                <a:ext cx="153720" cy="277560"/>
              </p14:xfrm>
            </p:contentPart>
          </mc:Choice>
          <mc:Fallback xmlns=""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1CAEF9B1-0B91-88CA-D573-B26016856FF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876024" y="3572496"/>
                  <a:ext cx="2253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B79790AB-CD55-9D14-15D0-5D6FF7AA6A90}"/>
                    </a:ext>
                  </a:extLst>
                </p14:cNvPr>
                <p14:cNvContentPartPr/>
                <p14:nvPr/>
              </p14:nvContentPartPr>
              <p14:xfrm>
                <a:off x="11150704" y="3831696"/>
                <a:ext cx="133200" cy="126360"/>
              </p14:xfrm>
            </p:contentPart>
          </mc:Choice>
          <mc:Fallback xmlns=""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B79790AB-CD55-9D14-15D0-5D6FF7AA6A9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114704" y="3795696"/>
                  <a:ext cx="2048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08DF510F-CC94-64B5-09B1-C5BF51D80F2E}"/>
              </a:ext>
            </a:extLst>
          </p:cNvPr>
          <p:cNvGrpSpPr/>
          <p:nvPr/>
        </p:nvGrpSpPr>
        <p:grpSpPr>
          <a:xfrm>
            <a:off x="8983864" y="4354056"/>
            <a:ext cx="2276280" cy="552600"/>
            <a:chOff x="8983864" y="4354056"/>
            <a:chExt cx="227628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1DF2CB1B-2A6B-A4A7-61E2-E87528FED3C4}"/>
                    </a:ext>
                  </a:extLst>
                </p14:cNvPr>
                <p14:cNvContentPartPr/>
                <p14:nvPr/>
              </p14:nvContentPartPr>
              <p14:xfrm>
                <a:off x="8983864" y="4617576"/>
                <a:ext cx="167760" cy="257040"/>
              </p14:xfrm>
            </p:contentPart>
          </mc:Choice>
          <mc:Fallback xmlns=""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1DF2CB1B-2A6B-A4A7-61E2-E87528FED3C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947864" y="4581936"/>
                  <a:ext cx="239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4" name="잉크 123">
                  <a:extLst>
                    <a:ext uri="{FF2B5EF4-FFF2-40B4-BE49-F238E27FC236}">
                      <a16:creationId xmlns:a16="http://schemas.microsoft.com/office/drawing/2014/main" id="{4CA4DB3B-B4FB-8CD2-0A5B-AFB1B32EB45E}"/>
                    </a:ext>
                  </a:extLst>
                </p14:cNvPr>
                <p14:cNvContentPartPr/>
                <p14:nvPr/>
              </p14:nvContentPartPr>
              <p14:xfrm>
                <a:off x="9065224" y="4890456"/>
                <a:ext cx="85680" cy="16200"/>
              </p14:xfrm>
            </p:contentPart>
          </mc:Choice>
          <mc:Fallback xmlns="">
            <p:pic>
              <p:nvPicPr>
                <p:cNvPr id="124" name="잉크 123">
                  <a:extLst>
                    <a:ext uri="{FF2B5EF4-FFF2-40B4-BE49-F238E27FC236}">
                      <a16:creationId xmlns:a16="http://schemas.microsoft.com/office/drawing/2014/main" id="{4CA4DB3B-B4FB-8CD2-0A5B-AFB1B32EB45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29224" y="4854456"/>
                  <a:ext cx="157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9389B025-B877-E2E8-E037-2A9B63019FF8}"/>
                    </a:ext>
                  </a:extLst>
                </p14:cNvPr>
                <p14:cNvContentPartPr/>
                <p14:nvPr/>
              </p14:nvContentPartPr>
              <p14:xfrm>
                <a:off x="9331264" y="4738176"/>
                <a:ext cx="198720" cy="147600"/>
              </p14:xfrm>
            </p:contentPart>
          </mc:Choice>
          <mc:Fallback xmlns=""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9389B025-B877-E2E8-E037-2A9B63019FF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95264" y="4702176"/>
                  <a:ext cx="270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293BE0F2-D73C-7045-9F35-59F84863161E}"/>
                    </a:ext>
                  </a:extLst>
                </p14:cNvPr>
                <p14:cNvContentPartPr/>
                <p14:nvPr/>
              </p14:nvContentPartPr>
              <p14:xfrm>
                <a:off x="9664624" y="4571856"/>
                <a:ext cx="326880" cy="210960"/>
              </p14:xfrm>
            </p:contentPart>
          </mc:Choice>
          <mc:Fallback xmlns=""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293BE0F2-D73C-7045-9F35-59F84863161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28984" y="4535856"/>
                  <a:ext cx="398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C129490C-0752-AD47-C2E5-CAB56FAFDAAD}"/>
                    </a:ext>
                  </a:extLst>
                </p14:cNvPr>
                <p14:cNvContentPartPr/>
                <p14:nvPr/>
              </p14:nvContentPartPr>
              <p14:xfrm>
                <a:off x="10046224" y="4595976"/>
                <a:ext cx="168120" cy="77760"/>
              </p14:xfrm>
            </p:contentPart>
          </mc:Choice>
          <mc:Fallback xmlns=""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C129490C-0752-AD47-C2E5-CAB56FAFDAA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10224" y="4560336"/>
                  <a:ext cx="239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5430483E-C81D-19F6-BB9C-F7DA42FE4318}"/>
                    </a:ext>
                  </a:extLst>
                </p14:cNvPr>
                <p14:cNvContentPartPr/>
                <p14:nvPr/>
              </p14:nvContentPartPr>
              <p14:xfrm>
                <a:off x="10187704" y="4537296"/>
                <a:ext cx="156960" cy="180360"/>
              </p14:xfrm>
            </p:contentPart>
          </mc:Choice>
          <mc:Fallback xmlns=""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5430483E-C81D-19F6-BB9C-F7DA42FE431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51704" y="4501296"/>
                  <a:ext cx="228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9C83BC3C-FAAC-516F-424B-5E1A82B48E3D}"/>
                    </a:ext>
                  </a:extLst>
                </p14:cNvPr>
                <p14:cNvContentPartPr/>
                <p14:nvPr/>
              </p14:nvContentPartPr>
              <p14:xfrm>
                <a:off x="10557064" y="4489776"/>
                <a:ext cx="181440" cy="39960"/>
              </p14:xfrm>
            </p:contentPart>
          </mc:Choice>
          <mc:Fallback xmlns=""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9C83BC3C-FAAC-516F-424B-5E1A82B48E3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521064" y="4454136"/>
                  <a:ext cx="25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118EC60B-D726-B79E-C2B0-4C154F09574B}"/>
                    </a:ext>
                  </a:extLst>
                </p14:cNvPr>
                <p14:cNvContentPartPr/>
                <p14:nvPr/>
              </p14:nvContentPartPr>
              <p14:xfrm>
                <a:off x="10782064" y="4356576"/>
                <a:ext cx="152280" cy="20844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118EC60B-D726-B79E-C2B0-4C154F09574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746424" y="4320936"/>
                  <a:ext cx="223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F7CBFBC6-6456-0B4B-8871-E7966D5153FC}"/>
                    </a:ext>
                  </a:extLst>
                </p14:cNvPr>
                <p14:cNvContentPartPr/>
                <p14:nvPr/>
              </p14:nvContentPartPr>
              <p14:xfrm>
                <a:off x="10913104" y="4358376"/>
                <a:ext cx="154080" cy="16884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F7CBFBC6-6456-0B4B-8871-E7966D5153F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877464" y="4322376"/>
                  <a:ext cx="225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9BA742CC-2B1D-228C-098E-37C7B0E0E7EE}"/>
                    </a:ext>
                  </a:extLst>
                </p14:cNvPr>
                <p14:cNvContentPartPr/>
                <p14:nvPr/>
              </p14:nvContentPartPr>
              <p14:xfrm>
                <a:off x="11103184" y="4354056"/>
                <a:ext cx="156960" cy="154440"/>
              </p14:xfrm>
            </p:contentPart>
          </mc:Choice>
          <mc:Fallback xmlns=""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9BA742CC-2B1D-228C-098E-37C7B0E0E7E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067184" y="4318056"/>
                  <a:ext cx="228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A84BA610-F7A3-EEDB-738F-43A51818042C}"/>
                    </a:ext>
                  </a:extLst>
                </p14:cNvPr>
                <p14:cNvContentPartPr/>
                <p14:nvPr/>
              </p14:nvContentPartPr>
              <p14:xfrm>
                <a:off x="11232424" y="4505616"/>
                <a:ext cx="21600" cy="6840"/>
              </p14:xfrm>
            </p:contentPart>
          </mc:Choice>
          <mc:Fallback xmlns=""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A84BA610-F7A3-EEDB-738F-43A51818042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196424" y="4469976"/>
                  <a:ext cx="932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421844C-181B-7FD7-5422-6B60D0386B7C}"/>
              </a:ext>
            </a:extLst>
          </p:cNvPr>
          <p:cNvGrpSpPr/>
          <p:nvPr/>
        </p:nvGrpSpPr>
        <p:grpSpPr>
          <a:xfrm>
            <a:off x="8982424" y="5191416"/>
            <a:ext cx="795240" cy="307440"/>
            <a:chOff x="8982424" y="5191416"/>
            <a:chExt cx="79524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82EE3951-0D98-C3A8-4BF7-E72B55B1C607}"/>
                    </a:ext>
                  </a:extLst>
                </p14:cNvPr>
                <p14:cNvContentPartPr/>
                <p14:nvPr/>
              </p14:nvContentPartPr>
              <p14:xfrm>
                <a:off x="8982424" y="5191416"/>
                <a:ext cx="128160" cy="256320"/>
              </p14:xfrm>
            </p:contentPart>
          </mc:Choice>
          <mc:Fallback xmlns=""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82EE3951-0D98-C3A8-4BF7-E72B55B1C60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946784" y="5155416"/>
                  <a:ext cx="199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610F63EB-54F3-451D-918D-F16CAF8A4047}"/>
                    </a:ext>
                  </a:extLst>
                </p14:cNvPr>
                <p14:cNvContentPartPr/>
                <p14:nvPr/>
              </p14:nvContentPartPr>
              <p14:xfrm>
                <a:off x="9012664" y="5477976"/>
                <a:ext cx="115560" cy="20880"/>
              </p14:xfrm>
            </p:contentPart>
          </mc:Choice>
          <mc:Fallback xmlns=""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610F63EB-54F3-451D-918D-F16CAF8A404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76664" y="5441976"/>
                  <a:ext cx="187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0BE82CCE-A62E-4A79-F919-3721CB2C8CAE}"/>
                    </a:ext>
                  </a:extLst>
                </p14:cNvPr>
                <p14:cNvContentPartPr/>
                <p14:nvPr/>
              </p14:nvContentPartPr>
              <p14:xfrm>
                <a:off x="9339904" y="5304456"/>
                <a:ext cx="109800" cy="11700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0BE82CCE-A62E-4A79-F919-3721CB2C8CA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03904" y="5268456"/>
                  <a:ext cx="181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F580B24D-2E44-BDF7-6EE2-D008FC1A4F60}"/>
                    </a:ext>
                  </a:extLst>
                </p14:cNvPr>
                <p14:cNvContentPartPr/>
                <p14:nvPr/>
              </p14:nvContentPartPr>
              <p14:xfrm>
                <a:off x="9537904" y="5200056"/>
                <a:ext cx="239760" cy="18756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F580B24D-2E44-BDF7-6EE2-D008FC1A4F6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501904" y="5164416"/>
                  <a:ext cx="31140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FAFD65B-629D-888C-BDD6-F89DFC1887D9}"/>
              </a:ext>
            </a:extLst>
          </p:cNvPr>
          <p:cNvGrpSpPr/>
          <p:nvPr/>
        </p:nvGrpSpPr>
        <p:grpSpPr>
          <a:xfrm>
            <a:off x="10023544" y="5182056"/>
            <a:ext cx="223200" cy="154440"/>
            <a:chOff x="10023544" y="5182056"/>
            <a:chExt cx="22320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11F53E0F-C04D-5AF5-36A7-BB3C9044EF12}"/>
                    </a:ext>
                  </a:extLst>
                </p14:cNvPr>
                <p14:cNvContentPartPr/>
                <p14:nvPr/>
              </p14:nvContentPartPr>
              <p14:xfrm>
                <a:off x="10023544" y="5216616"/>
                <a:ext cx="143640" cy="5292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11F53E0F-C04D-5AF5-36A7-BB3C9044EF1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987904" y="5180616"/>
                  <a:ext cx="215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4660AC49-591C-D241-0E58-8A6F3082C284}"/>
                    </a:ext>
                  </a:extLst>
                </p14:cNvPr>
                <p14:cNvContentPartPr/>
                <p14:nvPr/>
              </p14:nvContentPartPr>
              <p14:xfrm>
                <a:off x="10108504" y="5182056"/>
                <a:ext cx="138240" cy="154440"/>
              </p14:xfrm>
            </p:contentPart>
          </mc:Choice>
          <mc:Fallback xmlns=""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4660AC49-591C-D241-0E58-8A6F3082C28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072864" y="5146416"/>
                  <a:ext cx="20988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A878C262-6A10-7E3D-8D0B-1A9595B837C2}"/>
              </a:ext>
            </a:extLst>
          </p:cNvPr>
          <p:cNvGrpSpPr/>
          <p:nvPr/>
        </p:nvGrpSpPr>
        <p:grpSpPr>
          <a:xfrm>
            <a:off x="10480744" y="4915656"/>
            <a:ext cx="614160" cy="273600"/>
            <a:chOff x="10480744" y="4915656"/>
            <a:chExt cx="61416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57F7BB1B-A292-A35A-3CCA-37046127E9D9}"/>
                    </a:ext>
                  </a:extLst>
                </p14:cNvPr>
                <p14:cNvContentPartPr/>
                <p14:nvPr/>
              </p14:nvContentPartPr>
              <p14:xfrm>
                <a:off x="10480744" y="5169816"/>
                <a:ext cx="124560" cy="19440"/>
              </p14:xfrm>
            </p:contentPart>
          </mc:Choice>
          <mc:Fallback xmlns=""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57F7BB1B-A292-A35A-3CCA-37046127E9D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445104" y="5134176"/>
                  <a:ext cx="196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C0829D9D-89A6-8F65-5D80-958F88CF70A4}"/>
                    </a:ext>
                  </a:extLst>
                </p14:cNvPr>
                <p14:cNvContentPartPr/>
                <p14:nvPr/>
              </p14:nvContentPartPr>
              <p14:xfrm>
                <a:off x="10783864" y="4915656"/>
                <a:ext cx="146160" cy="26496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C0829D9D-89A6-8F65-5D80-958F88CF70A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47864" y="4880016"/>
                  <a:ext cx="217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CC786F03-A404-A0A9-4C0C-DCA89D138E19}"/>
                    </a:ext>
                  </a:extLst>
                </p14:cNvPr>
                <p14:cNvContentPartPr/>
                <p14:nvPr/>
              </p14:nvContentPartPr>
              <p14:xfrm>
                <a:off x="10997704" y="4954176"/>
                <a:ext cx="97200" cy="196560"/>
              </p14:xfrm>
            </p:contentPart>
          </mc:Choice>
          <mc:Fallback xmlns=""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CC786F03-A404-A0A9-4C0C-DCA89D138E1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962064" y="4918536"/>
                  <a:ext cx="168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A885A5A2-C37B-0D94-0122-B7AA9BAA0D31}"/>
                    </a:ext>
                  </a:extLst>
                </p14:cNvPr>
                <p14:cNvContentPartPr/>
                <p14:nvPr/>
              </p14:nvContentPartPr>
              <p14:xfrm>
                <a:off x="11024704" y="5007816"/>
                <a:ext cx="5040" cy="4320"/>
              </p14:xfrm>
            </p:contentPart>
          </mc:Choice>
          <mc:Fallback xmlns=""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A885A5A2-C37B-0D94-0122-B7AA9BAA0D3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988704" y="4971816"/>
                  <a:ext cx="766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1EDA7A74-20F1-04F9-23F1-0FADE4DA4081}"/>
              </a:ext>
            </a:extLst>
          </p:cNvPr>
          <p:cNvGrpSpPr/>
          <p:nvPr/>
        </p:nvGrpSpPr>
        <p:grpSpPr>
          <a:xfrm>
            <a:off x="6449464" y="3057696"/>
            <a:ext cx="1158480" cy="389160"/>
            <a:chOff x="6449464" y="3057696"/>
            <a:chExt cx="115848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46C67316-1D4F-A043-6B68-357D8DE180AE}"/>
                    </a:ext>
                  </a:extLst>
                </p14:cNvPr>
                <p14:cNvContentPartPr/>
                <p14:nvPr/>
              </p14:nvContentPartPr>
              <p14:xfrm>
                <a:off x="6449464" y="3252816"/>
                <a:ext cx="102960" cy="3744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46C67316-1D4F-A043-6B68-357D8DE180A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413824" y="3216816"/>
                  <a:ext cx="174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F7571208-A84D-8E7B-1A09-00E4C87193F4}"/>
                    </a:ext>
                  </a:extLst>
                </p14:cNvPr>
                <p14:cNvContentPartPr/>
                <p14:nvPr/>
              </p14:nvContentPartPr>
              <p14:xfrm>
                <a:off x="6485464" y="3155976"/>
                <a:ext cx="32760" cy="22104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F7571208-A84D-8E7B-1A09-00E4C87193F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49464" y="3120336"/>
                  <a:ext cx="1044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FB1AEAC8-1608-6C2F-FF8E-1C77966F7467}"/>
                    </a:ext>
                  </a:extLst>
                </p14:cNvPr>
                <p14:cNvContentPartPr/>
                <p14:nvPr/>
              </p14:nvContentPartPr>
              <p14:xfrm>
                <a:off x="6742504" y="3201336"/>
                <a:ext cx="159120" cy="24552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FB1AEAC8-1608-6C2F-FF8E-1C77966F746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06864" y="3165696"/>
                  <a:ext cx="230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13AC7C87-1D10-47A9-DFF2-094384B08088}"/>
                    </a:ext>
                  </a:extLst>
                </p14:cNvPr>
                <p14:cNvContentPartPr/>
                <p14:nvPr/>
              </p14:nvContentPartPr>
              <p14:xfrm>
                <a:off x="6963184" y="3232656"/>
                <a:ext cx="135000" cy="14076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13AC7C87-1D10-47A9-DFF2-094384B0808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27184" y="3197016"/>
                  <a:ext cx="206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05F8DCD1-3B17-083C-934D-4D9685639B1C}"/>
                    </a:ext>
                  </a:extLst>
                </p14:cNvPr>
                <p14:cNvContentPartPr/>
                <p14:nvPr/>
              </p14:nvContentPartPr>
              <p14:xfrm>
                <a:off x="7117984" y="3090096"/>
                <a:ext cx="33480" cy="29376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05F8DCD1-3B17-083C-934D-4D9685639B1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081984" y="3054456"/>
                  <a:ext cx="1051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FE63750-97CE-CAFB-AA6E-FD1F8EC1AE5C}"/>
                    </a:ext>
                  </a:extLst>
                </p14:cNvPr>
                <p14:cNvContentPartPr/>
                <p14:nvPr/>
              </p14:nvContentPartPr>
              <p14:xfrm>
                <a:off x="7208704" y="3109896"/>
                <a:ext cx="12240" cy="24624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FE63750-97CE-CAFB-AA6E-FD1F8EC1AE5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173064" y="3074256"/>
                  <a:ext cx="83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1869BD77-0B32-F32C-8D2E-13DE4F7F2BE1}"/>
                    </a:ext>
                  </a:extLst>
                </p14:cNvPr>
                <p14:cNvContentPartPr/>
                <p14:nvPr/>
              </p14:nvContentPartPr>
              <p14:xfrm>
                <a:off x="7211584" y="3057696"/>
                <a:ext cx="111960" cy="29160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1869BD77-0B32-F32C-8D2E-13DE4F7F2BE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75944" y="3021696"/>
                  <a:ext cx="183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6E9A022B-FBA3-4072-BEA5-AA9873B72A0A}"/>
                    </a:ext>
                  </a:extLst>
                </p14:cNvPr>
                <p14:cNvContentPartPr/>
                <p14:nvPr/>
              </p14:nvContentPartPr>
              <p14:xfrm>
                <a:off x="7485544" y="3089736"/>
                <a:ext cx="111240" cy="20448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6E9A022B-FBA3-4072-BEA5-AA9873B72A0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49544" y="3054096"/>
                  <a:ext cx="182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E8A80C71-C1D1-BC9A-F0F4-0342A4ADED38}"/>
                    </a:ext>
                  </a:extLst>
                </p14:cNvPr>
                <p14:cNvContentPartPr/>
                <p14:nvPr/>
              </p14:nvContentPartPr>
              <p14:xfrm>
                <a:off x="7438744" y="3143016"/>
                <a:ext cx="169200" cy="21636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E8A80C71-C1D1-BC9A-F0F4-0342A4ADED3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403104" y="3107376"/>
                  <a:ext cx="240840" cy="28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6C357C9-97A6-7429-BADC-61E017338B30}"/>
              </a:ext>
            </a:extLst>
          </p:cNvPr>
          <p:cNvGrpSpPr/>
          <p:nvPr/>
        </p:nvGrpSpPr>
        <p:grpSpPr>
          <a:xfrm>
            <a:off x="7892704" y="3074256"/>
            <a:ext cx="239040" cy="228240"/>
            <a:chOff x="7892704" y="3074256"/>
            <a:chExt cx="23904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559B9E11-1AE6-4E22-ADCF-9C0E670C2174}"/>
                    </a:ext>
                  </a:extLst>
                </p14:cNvPr>
                <p14:cNvContentPartPr/>
                <p14:nvPr/>
              </p14:nvContentPartPr>
              <p14:xfrm>
                <a:off x="7892704" y="3074256"/>
                <a:ext cx="239040" cy="22824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559B9E11-1AE6-4E22-ADCF-9C0E670C217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56704" y="3038256"/>
                  <a:ext cx="3106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B7F903EE-24BA-573E-6284-C87B20FB97D7}"/>
                    </a:ext>
                  </a:extLst>
                </p14:cNvPr>
                <p14:cNvContentPartPr/>
                <p14:nvPr/>
              </p14:nvContentPartPr>
              <p14:xfrm>
                <a:off x="8060104" y="3284496"/>
                <a:ext cx="2880" cy="108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B7F903EE-24BA-573E-6284-C87B20FB97D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024104" y="3248856"/>
                  <a:ext cx="7452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C40CA1FF-7810-D839-71E1-070BAB34C0C8}"/>
              </a:ext>
            </a:extLst>
          </p:cNvPr>
          <p:cNvGrpSpPr/>
          <p:nvPr/>
        </p:nvGrpSpPr>
        <p:grpSpPr>
          <a:xfrm>
            <a:off x="6395824" y="3690576"/>
            <a:ext cx="898200" cy="320400"/>
            <a:chOff x="6395824" y="3690576"/>
            <a:chExt cx="898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4A8648CF-4670-5986-FA73-F80C9260A102}"/>
                    </a:ext>
                  </a:extLst>
                </p14:cNvPr>
                <p14:cNvContentPartPr/>
                <p14:nvPr/>
              </p14:nvContentPartPr>
              <p14:xfrm>
                <a:off x="6395824" y="3792456"/>
                <a:ext cx="91080" cy="2088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4A8648CF-4670-5986-FA73-F80C9260A1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360184" y="3756816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B80769C9-D6DB-E659-CC7D-F9DC3D772ABB}"/>
                    </a:ext>
                  </a:extLst>
                </p14:cNvPr>
                <p14:cNvContentPartPr/>
                <p14:nvPr/>
              </p14:nvContentPartPr>
              <p14:xfrm>
                <a:off x="6448744" y="3716496"/>
                <a:ext cx="15120" cy="2167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B80769C9-D6DB-E659-CC7D-F9DC3D772AB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413104" y="3680496"/>
                  <a:ext cx="86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0A3ADEBC-E782-8139-F804-85AD98941438}"/>
                    </a:ext>
                  </a:extLst>
                </p14:cNvPr>
                <p14:cNvContentPartPr/>
                <p14:nvPr/>
              </p14:nvContentPartPr>
              <p14:xfrm>
                <a:off x="6682744" y="3690576"/>
                <a:ext cx="10800" cy="22752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0A3ADEBC-E782-8139-F804-85AD9894143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46744" y="3654576"/>
                  <a:ext cx="82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2216CD1D-9313-F6ED-E17A-ED94420228B0}"/>
                    </a:ext>
                  </a:extLst>
                </p14:cNvPr>
                <p14:cNvContentPartPr/>
                <p14:nvPr/>
              </p14:nvContentPartPr>
              <p14:xfrm>
                <a:off x="6736384" y="3779496"/>
                <a:ext cx="147960" cy="145440"/>
              </p14:xfrm>
            </p:contentPart>
          </mc:Choice>
          <mc:Fallback xmlns=""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2216CD1D-9313-F6ED-E17A-ED94420228B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700384" y="3743856"/>
                  <a:ext cx="219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4EE7E063-1BE6-75C4-1C1D-0F88F410A313}"/>
                    </a:ext>
                  </a:extLst>
                </p14:cNvPr>
                <p14:cNvContentPartPr/>
                <p14:nvPr/>
              </p14:nvContentPartPr>
              <p14:xfrm>
                <a:off x="6934744" y="3834576"/>
                <a:ext cx="87480" cy="14940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4EE7E063-1BE6-75C4-1C1D-0F88F410A31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99104" y="3798576"/>
                  <a:ext cx="159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7DCAC1BE-8F2B-ACEE-F166-AC17829E9488}"/>
                    </a:ext>
                  </a:extLst>
                </p14:cNvPr>
                <p14:cNvContentPartPr/>
                <p14:nvPr/>
              </p14:nvContentPartPr>
              <p14:xfrm>
                <a:off x="7010344" y="3717216"/>
                <a:ext cx="100800" cy="27864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7DCAC1BE-8F2B-ACEE-F166-AC17829E948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74344" y="3681216"/>
                  <a:ext cx="1724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2F14300C-F543-899A-96D2-0F72A82C8DA1}"/>
                    </a:ext>
                  </a:extLst>
                </p14:cNvPr>
                <p14:cNvContentPartPr/>
                <p14:nvPr/>
              </p14:nvContentPartPr>
              <p14:xfrm>
                <a:off x="7170544" y="3782016"/>
                <a:ext cx="15840" cy="22896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2F14300C-F543-899A-96D2-0F72A82C8DA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134544" y="3746016"/>
                  <a:ext cx="874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3D5E1E38-7AE5-B07A-5F31-C9BF9DDB838C}"/>
                    </a:ext>
                  </a:extLst>
                </p14:cNvPr>
                <p14:cNvContentPartPr/>
                <p14:nvPr/>
              </p14:nvContentPartPr>
              <p14:xfrm>
                <a:off x="7177744" y="3718296"/>
                <a:ext cx="116280" cy="259200"/>
              </p14:xfrm>
            </p:contentPart>
          </mc:Choice>
          <mc:Fallback xmlns=""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3D5E1E38-7AE5-B07A-5F31-C9BF9DDB838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42104" y="3682296"/>
                  <a:ext cx="18792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9B1AEFB-AB90-C5C5-3A6A-8F0EE2A16EF3}"/>
              </a:ext>
            </a:extLst>
          </p:cNvPr>
          <p:cNvGrpSpPr/>
          <p:nvPr/>
        </p:nvGrpSpPr>
        <p:grpSpPr>
          <a:xfrm>
            <a:off x="7642144" y="3652776"/>
            <a:ext cx="412200" cy="199080"/>
            <a:chOff x="7642144" y="3652776"/>
            <a:chExt cx="41220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6922C1A9-AA95-F419-7251-DF0102E8705B}"/>
                    </a:ext>
                  </a:extLst>
                </p14:cNvPr>
                <p14:cNvContentPartPr/>
                <p14:nvPr/>
              </p14:nvContentPartPr>
              <p14:xfrm>
                <a:off x="7642144" y="3697056"/>
                <a:ext cx="70920" cy="122400"/>
              </p14:xfrm>
            </p:contentPart>
          </mc:Choice>
          <mc:Fallback xmlns=""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6922C1A9-AA95-F419-7251-DF0102E8705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606144" y="3661056"/>
                  <a:ext cx="142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B0F33946-7EA7-E409-C469-FDA0378E1719}"/>
                    </a:ext>
                  </a:extLst>
                </p14:cNvPr>
                <p14:cNvContentPartPr/>
                <p14:nvPr/>
              </p14:nvContentPartPr>
              <p14:xfrm>
                <a:off x="7655104" y="3722256"/>
                <a:ext cx="62280" cy="129600"/>
              </p14:xfrm>
            </p:contentPart>
          </mc:Choice>
          <mc:Fallback xmlns=""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B0F33946-7EA7-E409-C469-FDA0378E171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19464" y="3686256"/>
                  <a:ext cx="133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5B0943DE-200C-F37C-3C30-5AFDF35DEB5B}"/>
                    </a:ext>
                  </a:extLst>
                </p14:cNvPr>
                <p14:cNvContentPartPr/>
                <p14:nvPr/>
              </p14:nvContentPartPr>
              <p14:xfrm>
                <a:off x="7849504" y="3652776"/>
                <a:ext cx="16200" cy="198720"/>
              </p14:xfrm>
            </p:contentPart>
          </mc:Choice>
          <mc:Fallback xmlns=""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5B0943DE-200C-F37C-3C30-5AFDF35DEB5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813864" y="3616776"/>
                  <a:ext cx="878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42D9AC1C-CDD4-F138-FBD2-B86E0B02BDFC}"/>
                    </a:ext>
                  </a:extLst>
                </p14:cNvPr>
                <p14:cNvContentPartPr/>
                <p14:nvPr/>
              </p14:nvContentPartPr>
              <p14:xfrm>
                <a:off x="7930864" y="3687696"/>
                <a:ext cx="123480" cy="13536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42D9AC1C-CDD4-F138-FBD2-B86E0B02BDF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895224" y="3651696"/>
                  <a:ext cx="195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EC3D9DB4-F6B0-AEEC-6D5E-0AE3E25BE7C6}"/>
                    </a:ext>
                  </a:extLst>
                </p14:cNvPr>
                <p14:cNvContentPartPr/>
                <p14:nvPr/>
              </p14:nvContentPartPr>
              <p14:xfrm>
                <a:off x="7900624" y="3712176"/>
                <a:ext cx="6840" cy="432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EC3D9DB4-F6B0-AEEC-6D5E-0AE3E25BE7C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64984" y="3676536"/>
                  <a:ext cx="784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D0A306A3-97FA-0745-F1D0-7010C464D37D}"/>
              </a:ext>
            </a:extLst>
          </p:cNvPr>
          <p:cNvGrpSpPr/>
          <p:nvPr/>
        </p:nvGrpSpPr>
        <p:grpSpPr>
          <a:xfrm>
            <a:off x="6280624" y="5338656"/>
            <a:ext cx="794520" cy="400320"/>
            <a:chOff x="6280624" y="5338656"/>
            <a:chExt cx="7945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22B16B22-5E4D-13F9-17A1-DF365228AD45}"/>
                    </a:ext>
                  </a:extLst>
                </p14:cNvPr>
                <p14:cNvContentPartPr/>
                <p14:nvPr/>
              </p14:nvContentPartPr>
              <p14:xfrm>
                <a:off x="6280624" y="5495616"/>
                <a:ext cx="238680" cy="21384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22B16B22-5E4D-13F9-17A1-DF365228AD4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44984" y="5459616"/>
                  <a:ext cx="310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E6B4B2DD-E75C-715B-E7F6-EB646AD784FF}"/>
                    </a:ext>
                  </a:extLst>
                </p14:cNvPr>
                <p14:cNvContentPartPr/>
                <p14:nvPr/>
              </p14:nvContentPartPr>
              <p14:xfrm>
                <a:off x="6586984" y="5519736"/>
                <a:ext cx="124560" cy="20088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E6B4B2DD-E75C-715B-E7F6-EB646AD784F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51344" y="5484096"/>
                  <a:ext cx="196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FE8189F1-8BEE-FEB1-6875-DC7F8D090D15}"/>
                    </a:ext>
                  </a:extLst>
                </p14:cNvPr>
                <p14:cNvContentPartPr/>
                <p14:nvPr/>
              </p14:nvContentPartPr>
              <p14:xfrm>
                <a:off x="6729184" y="5338656"/>
                <a:ext cx="79920" cy="40032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FE8189F1-8BEE-FEB1-6875-DC7F8D090D1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693544" y="5302656"/>
                  <a:ext cx="1515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205D2A60-1BCD-BEC8-292B-FE2760EA9ACF}"/>
                    </a:ext>
                  </a:extLst>
                </p14:cNvPr>
                <p14:cNvContentPartPr/>
                <p14:nvPr/>
              </p14:nvContentPartPr>
              <p14:xfrm>
                <a:off x="6877864" y="5546376"/>
                <a:ext cx="197280" cy="16416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205D2A60-1BCD-BEC8-292B-FE2760EA9AC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841864" y="5510376"/>
                  <a:ext cx="268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4EBCB3B5-F33C-4642-06D7-1E4C532CE5A5}"/>
                    </a:ext>
                  </a:extLst>
                </p14:cNvPr>
                <p14:cNvContentPartPr/>
                <p14:nvPr/>
              </p14:nvContentPartPr>
              <p14:xfrm>
                <a:off x="6777424" y="5447016"/>
                <a:ext cx="39240" cy="24768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4EBCB3B5-F33C-4642-06D7-1E4C532CE5A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41784" y="5411376"/>
                  <a:ext cx="1108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E0C93B58-FF37-B880-201F-219BC55338DE}"/>
                    </a:ext>
                  </a:extLst>
                </p14:cNvPr>
                <p14:cNvContentPartPr/>
                <p14:nvPr/>
              </p14:nvContentPartPr>
              <p14:xfrm>
                <a:off x="6800104" y="5439456"/>
                <a:ext cx="125280" cy="25344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E0C93B58-FF37-B880-201F-219BC55338D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64104" y="5403456"/>
                  <a:ext cx="19692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A2B446E6-E4C2-1113-E11A-3408063CB9CB}"/>
              </a:ext>
            </a:extLst>
          </p:cNvPr>
          <p:cNvGrpSpPr/>
          <p:nvPr/>
        </p:nvGrpSpPr>
        <p:grpSpPr>
          <a:xfrm>
            <a:off x="7667704" y="5363496"/>
            <a:ext cx="842040" cy="311400"/>
            <a:chOff x="7667704" y="5363496"/>
            <a:chExt cx="84204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ABA9F168-A5BC-B7C9-36CE-B6ADC3B5C2B3}"/>
                    </a:ext>
                  </a:extLst>
                </p14:cNvPr>
                <p14:cNvContentPartPr/>
                <p14:nvPr/>
              </p14:nvContentPartPr>
              <p14:xfrm>
                <a:off x="7667704" y="5398416"/>
                <a:ext cx="136800" cy="24588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ABA9F168-A5BC-B7C9-36CE-B6ADC3B5C2B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632064" y="5362776"/>
                  <a:ext cx="208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81696AF2-6612-7E49-07FA-A89689AB9B58}"/>
                    </a:ext>
                  </a:extLst>
                </p14:cNvPr>
                <p14:cNvContentPartPr/>
                <p14:nvPr/>
              </p14:nvContentPartPr>
              <p14:xfrm>
                <a:off x="7675984" y="5633136"/>
                <a:ext cx="59760" cy="4176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81696AF2-6612-7E49-07FA-A89689AB9B5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639984" y="5597136"/>
                  <a:ext cx="131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5CC5FD3F-D522-03EA-99A3-B9C202C905BB}"/>
                    </a:ext>
                  </a:extLst>
                </p14:cNvPr>
                <p14:cNvContentPartPr/>
                <p14:nvPr/>
              </p14:nvContentPartPr>
              <p14:xfrm>
                <a:off x="7826824" y="5483736"/>
                <a:ext cx="193320" cy="12564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5CC5FD3F-D522-03EA-99A3-B9C202C905B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91184" y="5447736"/>
                  <a:ext cx="264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BE6E860F-BFF8-104A-C982-8D950F80AE36}"/>
                    </a:ext>
                  </a:extLst>
                </p14:cNvPr>
                <p14:cNvContentPartPr/>
                <p14:nvPr/>
              </p14:nvContentPartPr>
              <p14:xfrm>
                <a:off x="8164144" y="5363496"/>
                <a:ext cx="345600" cy="19404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BE6E860F-BFF8-104A-C982-8D950F80AE3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128144" y="5327496"/>
                  <a:ext cx="417240" cy="26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221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BF3BF-BAA0-4F8B-8096-078B5D3D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99" y="249718"/>
            <a:ext cx="10515600" cy="79480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EB8BA-DD2A-4A4C-BEEB-698DB7D4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LNA</a:t>
            </a:r>
            <a:r>
              <a:rPr lang="ko-KR" altLang="en-US" dirty="0"/>
              <a:t>가 저항이 아닌 </a:t>
            </a:r>
            <a:r>
              <a:rPr lang="ko-KR" altLang="en-US" dirty="0" err="1"/>
              <a:t>커패시터</a:t>
            </a:r>
            <a:r>
              <a:rPr lang="ko-KR" altLang="en-US" dirty="0"/>
              <a:t> </a:t>
            </a:r>
            <a:r>
              <a:rPr lang="en-US" altLang="ko-KR" i="1" dirty="0" err="1"/>
              <a:t>C</a:t>
            </a:r>
            <a:r>
              <a:rPr lang="en-US" altLang="ko-KR" baseline="-25000" dirty="0" err="1"/>
              <a:t>in</a:t>
            </a:r>
            <a:r>
              <a:rPr lang="ko-KR" altLang="en-US" dirty="0"/>
              <a:t>을 구동할 때의 신호 레벨 정량화 문제</a:t>
            </a:r>
            <a:endParaRPr lang="en-US" altLang="ko-KR" dirty="0"/>
          </a:p>
          <a:p>
            <a:pPr lvl="2"/>
            <a:r>
              <a:rPr lang="en-US" altLang="ko-KR" dirty="0"/>
              <a:t>(a) </a:t>
            </a:r>
            <a:r>
              <a:rPr lang="ko-KR" altLang="en-US" dirty="0" err="1"/>
              <a:t>용량성</a:t>
            </a:r>
            <a:r>
              <a:rPr lang="ko-KR" altLang="en-US" dirty="0"/>
              <a:t> 부하 구동</a:t>
            </a:r>
            <a:r>
              <a:rPr lang="en-US" altLang="ko-KR" dirty="0"/>
              <a:t>: </a:t>
            </a:r>
            <a:r>
              <a:rPr lang="ko-KR" altLang="en-US" dirty="0"/>
              <a:t>순수 </a:t>
            </a:r>
            <a:r>
              <a:rPr lang="ko-KR" altLang="en-US" dirty="0" err="1"/>
              <a:t>리액턴스</a:t>
            </a:r>
            <a:r>
              <a:rPr lang="ko-KR" altLang="en-US" dirty="0"/>
              <a:t> 부하는 전력을 소비하지 않아 전력</a:t>
            </a:r>
            <a:r>
              <a:rPr lang="en-US" altLang="ko-KR" dirty="0"/>
              <a:t>(dBm) </a:t>
            </a:r>
            <a:r>
              <a:rPr lang="ko-KR" altLang="en-US" dirty="0"/>
              <a:t>정의가 모호함</a:t>
            </a:r>
            <a:endParaRPr lang="en-US" altLang="ko-KR" dirty="0"/>
          </a:p>
          <a:p>
            <a:pPr lvl="2"/>
            <a:r>
              <a:rPr lang="en-US" altLang="ko-KR" dirty="0"/>
              <a:t>(b) </a:t>
            </a:r>
            <a:r>
              <a:rPr lang="ko-KR" altLang="en-US" dirty="0"/>
              <a:t>이상적 버퍼 모델</a:t>
            </a:r>
            <a:r>
              <a:rPr lang="en-US" altLang="ko-KR" dirty="0"/>
              <a:t>: </a:t>
            </a:r>
            <a:r>
              <a:rPr lang="ko-KR" altLang="en-US" dirty="0"/>
              <a:t>가상의 무손실 버퍼</a:t>
            </a:r>
            <a:r>
              <a:rPr lang="en-US" altLang="ko-KR" dirty="0"/>
              <a:t>(</a:t>
            </a:r>
            <a:r>
              <a:rPr lang="en-US" altLang="ko-KR" i="1" dirty="0"/>
              <a:t>A</a:t>
            </a:r>
            <a:r>
              <a:rPr lang="en-US" altLang="ko-KR" baseline="-25000" dirty="0"/>
              <a:t>v</a:t>
            </a:r>
            <a:r>
              <a:rPr lang="en-US" altLang="ko-KR" dirty="0"/>
              <a:t> = 1)</a:t>
            </a:r>
            <a:r>
              <a:rPr lang="ko-KR" altLang="en-US" dirty="0"/>
              <a:t>를 두고 </a:t>
            </a:r>
            <a:r>
              <a:rPr lang="en-US" altLang="ko-KR" dirty="0"/>
              <a:t>50-Ω </a:t>
            </a:r>
            <a:r>
              <a:rPr lang="ko-KR" altLang="en-US" dirty="0"/>
              <a:t>부하를 구동하여 전압 스윙을 </a:t>
            </a:r>
            <a:r>
              <a:rPr lang="en-US" altLang="ko-KR" dirty="0"/>
              <a:t>dBm</a:t>
            </a:r>
            <a:r>
              <a:rPr lang="ko-KR" altLang="en-US" dirty="0"/>
              <a:t>으로 직관적 환산</a:t>
            </a:r>
            <a:endParaRPr lang="en-US" altLang="ko-KR" dirty="0"/>
          </a:p>
          <a:p>
            <a:pPr lvl="2"/>
            <a:r>
              <a:rPr lang="ko-KR" altLang="en-US" sz="2000" dirty="0">
                <a:solidFill>
                  <a:srgbClr val="1A202C"/>
                </a:solidFill>
                <a:latin typeface="Arial"/>
              </a:rPr>
              <a:t>전압 구동 </a:t>
            </a:r>
            <a:r>
              <a:rPr lang="en-US" altLang="ko-KR" sz="2000" dirty="0">
                <a:solidFill>
                  <a:srgbClr val="1A202C"/>
                </a:solidFill>
                <a:latin typeface="Arial"/>
              </a:rPr>
              <a:t>vs </a:t>
            </a:r>
            <a:r>
              <a:rPr lang="ko-KR" altLang="en-US" sz="2000" dirty="0">
                <a:solidFill>
                  <a:srgbClr val="1A202C"/>
                </a:solidFill>
                <a:latin typeface="Arial"/>
              </a:rPr>
              <a:t>전력 정합</a:t>
            </a:r>
            <a:r>
              <a:rPr lang="en-US" altLang="ko-KR" sz="2000" dirty="0">
                <a:solidFill>
                  <a:srgbClr val="1A202C"/>
                </a:solidFill>
                <a:latin typeface="Arial"/>
              </a:rPr>
              <a:t>:</a:t>
            </a:r>
            <a:r>
              <a:rPr lang="en-US" altLang="ko-KR" sz="20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저주파에서는 높은 입력 임피던스가 유리하나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, 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고주파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RF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에서는 </a:t>
            </a:r>
            <a:r>
              <a:rPr lang="ko-KR" altLang="en-US" sz="2000" b="0" dirty="0" err="1">
                <a:solidFill>
                  <a:srgbClr val="1A202C"/>
                </a:solidFill>
                <a:latin typeface="Arial"/>
              </a:rPr>
              <a:t>전송선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 반사 방지를 위해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50-Ω </a:t>
            </a:r>
            <a:r>
              <a:rPr lang="ko-KR" altLang="en-US" sz="2000" b="0" dirty="0" err="1">
                <a:solidFill>
                  <a:srgbClr val="1A202C"/>
                </a:solidFill>
                <a:latin typeface="Arial"/>
              </a:rPr>
              <a:t>공액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 정합 필수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43185-A6F2-4F58-8F69-44B51CB6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AC1723-5BB6-4F86-9C65-1E811CA79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428471"/>
            <a:ext cx="6125430" cy="20005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C63C486-0D32-3DB5-AE3C-40657920EFF3}"/>
                  </a:ext>
                </a:extLst>
              </p14:cNvPr>
              <p14:cNvContentPartPr/>
              <p14:nvPr/>
            </p14:nvContentPartPr>
            <p14:xfrm>
              <a:off x="10426024" y="1855656"/>
              <a:ext cx="437400" cy="6912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C63C486-0D32-3DB5-AE3C-40657920EF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90384" y="1819656"/>
                <a:ext cx="509040" cy="76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033ECBD0-D805-87D7-51B2-5B8A5141ACF9}"/>
              </a:ext>
            </a:extLst>
          </p:cNvPr>
          <p:cNvGrpSpPr/>
          <p:nvPr/>
        </p:nvGrpSpPr>
        <p:grpSpPr>
          <a:xfrm>
            <a:off x="9025264" y="1355616"/>
            <a:ext cx="1933200" cy="1239840"/>
            <a:chOff x="9025264" y="1355616"/>
            <a:chExt cx="1933200" cy="12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2E21D97-8AF0-FFE9-6F45-FD88AB2AEDE3}"/>
                    </a:ext>
                  </a:extLst>
                </p14:cNvPr>
                <p14:cNvContentPartPr/>
                <p14:nvPr/>
              </p14:nvContentPartPr>
              <p14:xfrm>
                <a:off x="9204904" y="2085336"/>
                <a:ext cx="1469160" cy="57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2E21D97-8AF0-FFE9-6F45-FD88AB2AE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8904" y="2049696"/>
                  <a:ext cx="1540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1C811C2-FA27-DAD5-FDA2-D10F3548A60F}"/>
                    </a:ext>
                  </a:extLst>
                </p14:cNvPr>
                <p14:cNvContentPartPr/>
                <p14:nvPr/>
              </p14:nvContentPartPr>
              <p14:xfrm>
                <a:off x="9205264" y="1937736"/>
                <a:ext cx="333720" cy="657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1C811C2-FA27-DAD5-FDA2-D10F3548A6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69264" y="1902096"/>
                  <a:ext cx="40536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F577425-BB8E-9D3F-E518-D502734CA67C}"/>
                    </a:ext>
                  </a:extLst>
                </p14:cNvPr>
                <p14:cNvContentPartPr/>
                <p14:nvPr/>
              </p14:nvContentPartPr>
              <p14:xfrm>
                <a:off x="9578224" y="1871136"/>
                <a:ext cx="855360" cy="399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F577425-BB8E-9D3F-E518-D502734CA6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2584" y="1835496"/>
                  <a:ext cx="927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EB1619C-0464-53B0-2F2E-5297F33CC953}"/>
                    </a:ext>
                  </a:extLst>
                </p14:cNvPr>
                <p14:cNvContentPartPr/>
                <p14:nvPr/>
              </p14:nvContentPartPr>
              <p14:xfrm>
                <a:off x="9536464" y="1473336"/>
                <a:ext cx="34200" cy="3758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EB1619C-0464-53B0-2F2E-5297F33CC9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00464" y="1437336"/>
                  <a:ext cx="1058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547D5B1-66E8-C9E7-A839-537996153B2A}"/>
                    </a:ext>
                  </a:extLst>
                </p14:cNvPr>
                <p14:cNvContentPartPr/>
                <p14:nvPr/>
              </p14:nvContentPartPr>
              <p14:xfrm>
                <a:off x="9587224" y="1355616"/>
                <a:ext cx="894600" cy="3355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547D5B1-66E8-C9E7-A839-537996153B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51224" y="1319976"/>
                  <a:ext cx="9662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519B455-C835-58D0-B042-11272B7320A7}"/>
                    </a:ext>
                  </a:extLst>
                </p14:cNvPr>
                <p14:cNvContentPartPr/>
                <p14:nvPr/>
              </p14:nvContentPartPr>
              <p14:xfrm>
                <a:off x="9560224" y="1904976"/>
                <a:ext cx="112680" cy="1688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519B455-C835-58D0-B042-11272B7320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24224" y="1868976"/>
                  <a:ext cx="184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43153B3-E9BF-4C65-1776-45CBD40C8ADE}"/>
                    </a:ext>
                  </a:extLst>
                </p14:cNvPr>
                <p14:cNvContentPartPr/>
                <p14:nvPr/>
              </p14:nvContentPartPr>
              <p14:xfrm>
                <a:off x="9638344" y="1901376"/>
                <a:ext cx="205200" cy="1832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43153B3-E9BF-4C65-1776-45CBD40C8A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02344" y="1865376"/>
                  <a:ext cx="2768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21DB2A3-E5B6-35F7-9241-521701366E68}"/>
                    </a:ext>
                  </a:extLst>
                </p14:cNvPr>
                <p14:cNvContentPartPr/>
                <p14:nvPr/>
              </p14:nvContentPartPr>
              <p14:xfrm>
                <a:off x="9825904" y="1948536"/>
                <a:ext cx="174240" cy="1519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21DB2A3-E5B6-35F7-9241-521701366E6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0264" y="1912536"/>
                  <a:ext cx="245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6F2976E-5C4B-E52A-DAF3-D80755AD114B}"/>
                    </a:ext>
                  </a:extLst>
                </p14:cNvPr>
                <p14:cNvContentPartPr/>
                <p14:nvPr/>
              </p14:nvContentPartPr>
              <p14:xfrm>
                <a:off x="9994384" y="1939176"/>
                <a:ext cx="201960" cy="1886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6F2976E-5C4B-E52A-DAF3-D80755AD11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58384" y="1903176"/>
                  <a:ext cx="273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006568C-3068-17D6-AFCD-313A7606BA20}"/>
                    </a:ext>
                  </a:extLst>
                </p14:cNvPr>
                <p14:cNvContentPartPr/>
                <p14:nvPr/>
              </p14:nvContentPartPr>
              <p14:xfrm>
                <a:off x="10032544" y="1955016"/>
                <a:ext cx="313560" cy="2138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006568C-3068-17D6-AFCD-313A7606BA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96544" y="1919376"/>
                  <a:ext cx="385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326A34F-0AF0-5C29-2088-0567C0A52BA7}"/>
                    </a:ext>
                  </a:extLst>
                </p14:cNvPr>
                <p14:cNvContentPartPr/>
                <p14:nvPr/>
              </p14:nvContentPartPr>
              <p14:xfrm>
                <a:off x="10122904" y="2022336"/>
                <a:ext cx="211680" cy="1116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326A34F-0AF0-5C29-2088-0567C0A52B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86904" y="1986336"/>
                  <a:ext cx="2833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EF4F90B-307B-B4E0-341A-ECF6D7B86607}"/>
                    </a:ext>
                  </a:extLst>
                </p14:cNvPr>
                <p14:cNvContentPartPr/>
                <p14:nvPr/>
              </p14:nvContentPartPr>
              <p14:xfrm>
                <a:off x="9025264" y="2210616"/>
                <a:ext cx="119880" cy="2743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EF4F90B-307B-B4E0-341A-ECF6D7B866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89624" y="2174616"/>
                  <a:ext cx="1915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F600C2D-1D72-8602-2177-BAF161D24588}"/>
                    </a:ext>
                  </a:extLst>
                </p14:cNvPr>
                <p14:cNvContentPartPr/>
                <p14:nvPr/>
              </p14:nvContentPartPr>
              <p14:xfrm>
                <a:off x="10723744" y="2162736"/>
                <a:ext cx="34200" cy="1540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F600C2D-1D72-8602-2177-BAF161D2458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87744" y="2126736"/>
                  <a:ext cx="105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CF49BBD-A226-30AE-73E0-14748A22B655}"/>
                    </a:ext>
                  </a:extLst>
                </p14:cNvPr>
                <p14:cNvContentPartPr/>
                <p14:nvPr/>
              </p14:nvContentPartPr>
              <p14:xfrm>
                <a:off x="10768024" y="2141136"/>
                <a:ext cx="190440" cy="1663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CF49BBD-A226-30AE-73E0-14748A22B6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32384" y="2105496"/>
                  <a:ext cx="262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BB42738-D158-3E7A-28E9-65B75D9666AD}"/>
                    </a:ext>
                  </a:extLst>
                </p14:cNvPr>
                <p14:cNvContentPartPr/>
                <p14:nvPr/>
              </p14:nvContentPartPr>
              <p14:xfrm>
                <a:off x="10792864" y="2295936"/>
                <a:ext cx="68400" cy="324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BB42738-D158-3E7A-28E9-65B75D9666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56864" y="2259936"/>
                  <a:ext cx="14004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94808EB-F872-41C5-AF84-2B73EE643090}"/>
              </a:ext>
            </a:extLst>
          </p:cNvPr>
          <p:cNvGrpSpPr/>
          <p:nvPr/>
        </p:nvGrpSpPr>
        <p:grpSpPr>
          <a:xfrm>
            <a:off x="9874504" y="689616"/>
            <a:ext cx="959400" cy="563400"/>
            <a:chOff x="9874504" y="689616"/>
            <a:chExt cx="959400" cy="56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0CE837F-F7C2-8BE9-73B0-8F0194C4EC23}"/>
                    </a:ext>
                  </a:extLst>
                </p14:cNvPr>
                <p14:cNvContentPartPr/>
                <p14:nvPr/>
              </p14:nvContentPartPr>
              <p14:xfrm>
                <a:off x="10315144" y="863136"/>
                <a:ext cx="180720" cy="118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0CE837F-F7C2-8BE9-73B0-8F0194C4EC2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79144" y="827496"/>
                  <a:ext cx="252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E9BD0785-D949-F753-BB03-6CB7CAAEAF2E}"/>
                    </a:ext>
                  </a:extLst>
                </p14:cNvPr>
                <p14:cNvContentPartPr/>
                <p14:nvPr/>
              </p14:nvContentPartPr>
              <p14:xfrm>
                <a:off x="10275184" y="892656"/>
                <a:ext cx="28440" cy="342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E9BD0785-D949-F753-BB03-6CB7CAAEAF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39184" y="856656"/>
                  <a:ext cx="1000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0FF89571-F6AF-2BDC-A008-6CAEE9F028B2}"/>
                    </a:ext>
                  </a:extLst>
                </p14:cNvPr>
                <p14:cNvContentPartPr/>
                <p14:nvPr/>
              </p14:nvContentPartPr>
              <p14:xfrm>
                <a:off x="10607824" y="689616"/>
                <a:ext cx="226080" cy="27108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0FF89571-F6AF-2BDC-A008-6CAEE9F028B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72184" y="653976"/>
                  <a:ext cx="297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DF563A1C-65B1-B4B5-FC4C-7F6C8D2E3149}"/>
                    </a:ext>
                  </a:extLst>
                </p14:cNvPr>
                <p14:cNvContentPartPr/>
                <p14:nvPr/>
              </p14:nvContentPartPr>
              <p14:xfrm>
                <a:off x="10711504" y="944496"/>
                <a:ext cx="1080" cy="10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DF563A1C-65B1-B4B5-FC4C-7F6C8D2E31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75504" y="908856"/>
                  <a:ext cx="72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A71D65F4-3189-BF8C-1D5A-506F1873F882}"/>
                    </a:ext>
                  </a:extLst>
                </p14:cNvPr>
                <p14:cNvContentPartPr/>
                <p14:nvPr/>
              </p14:nvContentPartPr>
              <p14:xfrm>
                <a:off x="9874504" y="785736"/>
                <a:ext cx="222120" cy="46728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A71D65F4-3189-BF8C-1D5A-506F1873F8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38864" y="750096"/>
                  <a:ext cx="293760" cy="53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52B3ACC6-89FF-7344-CE3E-7D197A51D933}"/>
                  </a:ext>
                </a:extLst>
              </p14:cNvPr>
              <p14:cNvContentPartPr/>
              <p14:nvPr/>
            </p14:nvContentPartPr>
            <p14:xfrm>
              <a:off x="10003744" y="1182816"/>
              <a:ext cx="120600" cy="12960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52B3ACC6-89FF-7344-CE3E-7D197A51D93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967744" y="1147176"/>
                <a:ext cx="19224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그룹 77">
            <a:extLst>
              <a:ext uri="{FF2B5EF4-FFF2-40B4-BE49-F238E27FC236}">
                <a16:creationId xmlns:a16="http://schemas.microsoft.com/office/drawing/2014/main" id="{0384B0F2-FDB8-9CD7-98E3-F8A5D6EF951B}"/>
              </a:ext>
            </a:extLst>
          </p:cNvPr>
          <p:cNvGrpSpPr/>
          <p:nvPr/>
        </p:nvGrpSpPr>
        <p:grpSpPr>
          <a:xfrm>
            <a:off x="925984" y="931176"/>
            <a:ext cx="2952720" cy="3020760"/>
            <a:chOff x="925984" y="931176"/>
            <a:chExt cx="2952720" cy="30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8B638400-55D8-D805-FCAF-AA84DE209710}"/>
                    </a:ext>
                  </a:extLst>
                </p14:cNvPr>
                <p14:cNvContentPartPr/>
                <p14:nvPr/>
              </p14:nvContentPartPr>
              <p14:xfrm>
                <a:off x="1699264" y="2095776"/>
                <a:ext cx="253440" cy="3708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8B638400-55D8-D805-FCAF-AA84DE20971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63264" y="2060136"/>
                  <a:ext cx="325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9292D1D4-B9D4-B377-1DED-CB9EF8B31C2E}"/>
                    </a:ext>
                  </a:extLst>
                </p14:cNvPr>
                <p14:cNvContentPartPr/>
                <p14:nvPr/>
              </p14:nvContentPartPr>
              <p14:xfrm>
                <a:off x="1883224" y="1992096"/>
                <a:ext cx="14400" cy="30600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9292D1D4-B9D4-B377-1DED-CB9EF8B31C2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47584" y="1956456"/>
                  <a:ext cx="860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8DB2F10-F615-1E23-2F61-600F7412C7C2}"/>
                    </a:ext>
                  </a:extLst>
                </p14:cNvPr>
                <p14:cNvContentPartPr/>
                <p14:nvPr/>
              </p14:nvContentPartPr>
              <p14:xfrm>
                <a:off x="1670104" y="2550096"/>
                <a:ext cx="310680" cy="2664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8DB2F10-F615-1E23-2F61-600F7412C7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34464" y="2514456"/>
                  <a:ext cx="382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E2A750A0-DA3F-BE12-253E-E9FD801A72A0}"/>
                    </a:ext>
                  </a:extLst>
                </p14:cNvPr>
                <p14:cNvContentPartPr/>
                <p14:nvPr/>
              </p14:nvContentPartPr>
              <p14:xfrm>
                <a:off x="1382824" y="1859256"/>
                <a:ext cx="997200" cy="103464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E2A750A0-DA3F-BE12-253E-E9FD801A72A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47184" y="1823616"/>
                  <a:ext cx="1068840" cy="11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CD30B69-E717-4862-B038-A27C29F87025}"/>
                    </a:ext>
                  </a:extLst>
                </p14:cNvPr>
                <p14:cNvContentPartPr/>
                <p14:nvPr/>
              </p14:nvContentPartPr>
              <p14:xfrm>
                <a:off x="1450144" y="2667456"/>
                <a:ext cx="402120" cy="22212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CD30B69-E717-4862-B038-A27C29F8702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14504" y="2631816"/>
                  <a:ext cx="4737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1C2B64B1-C443-A0F2-6A83-706301BAF4FF}"/>
                    </a:ext>
                  </a:extLst>
                </p14:cNvPr>
                <p14:cNvContentPartPr/>
                <p14:nvPr/>
              </p14:nvContentPartPr>
              <p14:xfrm>
                <a:off x="1764064" y="2922336"/>
                <a:ext cx="46440" cy="46584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1C2B64B1-C443-A0F2-6A83-706301BAF4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728424" y="2886696"/>
                  <a:ext cx="1180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D1D9950-0D2F-F94D-C4C3-F2D4A63A7CA9}"/>
                    </a:ext>
                  </a:extLst>
                </p14:cNvPr>
                <p14:cNvContentPartPr/>
                <p14:nvPr/>
              </p14:nvContentPartPr>
              <p14:xfrm>
                <a:off x="1686304" y="3301056"/>
                <a:ext cx="206640" cy="25056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D1D9950-0D2F-F94D-C4C3-F2D4A63A7CA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50304" y="3265416"/>
                  <a:ext cx="278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072DE5F8-36EC-BF74-6786-694C4C4CAA21}"/>
                    </a:ext>
                  </a:extLst>
                </p14:cNvPr>
                <p14:cNvContentPartPr/>
                <p14:nvPr/>
              </p14:nvContentPartPr>
              <p14:xfrm>
                <a:off x="1858024" y="1477296"/>
                <a:ext cx="20880" cy="40032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072DE5F8-36EC-BF74-6786-694C4C4CAA2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22024" y="1441656"/>
                  <a:ext cx="925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D896EA30-7386-10DB-C8CC-04E150317C23}"/>
                    </a:ext>
                  </a:extLst>
                </p14:cNvPr>
                <p14:cNvContentPartPr/>
                <p14:nvPr/>
              </p14:nvContentPartPr>
              <p14:xfrm>
                <a:off x="1856224" y="1423656"/>
                <a:ext cx="1460880" cy="124812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D896EA30-7386-10DB-C8CC-04E150317C2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20224" y="1387656"/>
                  <a:ext cx="1532520" cy="13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5101A929-7221-380D-41B8-29FE58487078}"/>
                    </a:ext>
                  </a:extLst>
                </p14:cNvPr>
                <p14:cNvContentPartPr/>
                <p14:nvPr/>
              </p14:nvContentPartPr>
              <p14:xfrm>
                <a:off x="2306224" y="1636416"/>
                <a:ext cx="13320" cy="20520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5101A929-7221-380D-41B8-29FE5848707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270584" y="1600776"/>
                  <a:ext cx="84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A49C34E-6AAC-A7A5-F62A-675E674859AF}"/>
                    </a:ext>
                  </a:extLst>
                </p14:cNvPr>
                <p14:cNvContentPartPr/>
                <p14:nvPr/>
              </p14:nvContentPartPr>
              <p14:xfrm>
                <a:off x="2306224" y="1656576"/>
                <a:ext cx="86400" cy="15552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A49C34E-6AAC-A7A5-F62A-675E674859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70584" y="1620936"/>
                  <a:ext cx="158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33C331A-C671-F63F-E232-F0D66741B441}"/>
                    </a:ext>
                  </a:extLst>
                </p14:cNvPr>
                <p14:cNvContentPartPr/>
                <p14:nvPr/>
              </p14:nvContentPartPr>
              <p14:xfrm>
                <a:off x="2443384" y="1700136"/>
                <a:ext cx="70200" cy="15624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33C331A-C671-F63F-E232-F0D66741B44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07744" y="1664136"/>
                  <a:ext cx="141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095ED12-E26A-4137-2F98-0EC7A7E013C2}"/>
                    </a:ext>
                  </a:extLst>
                </p14:cNvPr>
                <p14:cNvContentPartPr/>
                <p14:nvPr/>
              </p14:nvContentPartPr>
              <p14:xfrm>
                <a:off x="3508984" y="1486656"/>
                <a:ext cx="369720" cy="684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095ED12-E26A-4137-2F98-0EC7A7E013C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73344" y="1450656"/>
                  <a:ext cx="441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83B1232-BA91-5710-27C7-602E6D82D4B0}"/>
                    </a:ext>
                  </a:extLst>
                </p14:cNvPr>
                <p14:cNvContentPartPr/>
                <p14:nvPr/>
              </p14:nvContentPartPr>
              <p14:xfrm>
                <a:off x="3601144" y="1368216"/>
                <a:ext cx="24840" cy="29160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83B1232-BA91-5710-27C7-602E6D82D4B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65504" y="1332216"/>
                  <a:ext cx="964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68A886EF-F507-4104-9A17-B967D1B45E6F}"/>
                    </a:ext>
                  </a:extLst>
                </p14:cNvPr>
                <p14:cNvContentPartPr/>
                <p14:nvPr/>
              </p14:nvContentPartPr>
              <p14:xfrm>
                <a:off x="3016504" y="2807496"/>
                <a:ext cx="187200" cy="3276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68A886EF-F507-4104-9A17-B967D1B45E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80504" y="2771856"/>
                  <a:ext cx="258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6BDFDDEC-507D-5D09-1A5D-F607EAE86440}"/>
                    </a:ext>
                  </a:extLst>
                </p14:cNvPr>
                <p14:cNvContentPartPr/>
                <p14:nvPr/>
              </p14:nvContentPartPr>
              <p14:xfrm>
                <a:off x="3098584" y="2860056"/>
                <a:ext cx="10440" cy="20520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6BDFDDEC-507D-5D09-1A5D-F607EAE8644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62584" y="2824416"/>
                  <a:ext cx="82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C8343E0-354E-9AED-B018-A7463131B174}"/>
                    </a:ext>
                  </a:extLst>
                </p14:cNvPr>
                <p14:cNvContentPartPr/>
                <p14:nvPr/>
              </p14:nvContentPartPr>
              <p14:xfrm>
                <a:off x="3088504" y="3043296"/>
                <a:ext cx="125280" cy="8496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C8343E0-354E-9AED-B018-A7463131B1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52504" y="3007656"/>
                  <a:ext cx="196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DA2DBC95-1DDA-B2F1-AFB9-18E616F7D4AA}"/>
                    </a:ext>
                  </a:extLst>
                </p14:cNvPr>
                <p14:cNvContentPartPr/>
                <p14:nvPr/>
              </p14:nvContentPartPr>
              <p14:xfrm>
                <a:off x="3237544" y="2183976"/>
                <a:ext cx="201960" cy="39744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DA2DBC95-1DDA-B2F1-AFB9-18E616F7D4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01904" y="2147976"/>
                  <a:ext cx="2736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CD284D3A-A585-6344-D352-C905EFBF7721}"/>
                    </a:ext>
                  </a:extLst>
                </p14:cNvPr>
                <p14:cNvContentPartPr/>
                <p14:nvPr/>
              </p14:nvContentPartPr>
              <p14:xfrm>
                <a:off x="3556864" y="2613816"/>
                <a:ext cx="12240" cy="17316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CD284D3A-A585-6344-D352-C905EFBF772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20864" y="2578176"/>
                  <a:ext cx="83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6E4DA13B-7A0A-40AC-CBF7-E581E960244E}"/>
                    </a:ext>
                  </a:extLst>
                </p14:cNvPr>
                <p14:cNvContentPartPr/>
                <p14:nvPr/>
              </p14:nvContentPartPr>
              <p14:xfrm>
                <a:off x="3554344" y="2595816"/>
                <a:ext cx="12240" cy="29880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6E4DA13B-7A0A-40AC-CBF7-E581E960244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518344" y="2559816"/>
                  <a:ext cx="838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A1098089-7A32-C242-3D68-DE1758D1D792}"/>
                    </a:ext>
                  </a:extLst>
                </p14:cNvPr>
                <p14:cNvContentPartPr/>
                <p14:nvPr/>
              </p14:nvContentPartPr>
              <p14:xfrm>
                <a:off x="3544984" y="2572416"/>
                <a:ext cx="107640" cy="25668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A1098089-7A32-C242-3D68-DE1758D1D79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508984" y="2536416"/>
                  <a:ext cx="179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D91FF1E6-F569-B7F1-3C9E-9A2AF2542433}"/>
                    </a:ext>
                  </a:extLst>
                </p14:cNvPr>
                <p14:cNvContentPartPr/>
                <p14:nvPr/>
              </p14:nvContentPartPr>
              <p14:xfrm>
                <a:off x="3668464" y="2656656"/>
                <a:ext cx="145800" cy="16848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D91FF1E6-F569-B7F1-3C9E-9A2AF25424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632464" y="2620656"/>
                  <a:ext cx="217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53AD47CD-568D-1238-DE3D-DA340CB2B343}"/>
                    </a:ext>
                  </a:extLst>
                </p14:cNvPr>
                <p14:cNvContentPartPr/>
                <p14:nvPr/>
              </p14:nvContentPartPr>
              <p14:xfrm>
                <a:off x="3402064" y="3148056"/>
                <a:ext cx="314280" cy="2340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53AD47CD-568D-1238-DE3D-DA340CB2B34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66424" y="3112056"/>
                  <a:ext cx="385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302F6184-93BE-BB4D-E0EB-014032CB0ECE}"/>
                    </a:ext>
                  </a:extLst>
                </p14:cNvPr>
                <p14:cNvContentPartPr/>
                <p14:nvPr/>
              </p14:nvContentPartPr>
              <p14:xfrm>
                <a:off x="925984" y="931176"/>
                <a:ext cx="2008800" cy="22896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302F6184-93BE-BB4D-E0EB-014032CB0EC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90344" y="895176"/>
                  <a:ext cx="2080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5DBCF0CD-B755-2B0C-454A-27FB32CAB5A2}"/>
                    </a:ext>
                  </a:extLst>
                </p14:cNvPr>
                <p14:cNvContentPartPr/>
                <p14:nvPr/>
              </p14:nvContentPartPr>
              <p14:xfrm>
                <a:off x="2470384" y="938736"/>
                <a:ext cx="475920" cy="278820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5DBCF0CD-B755-2B0C-454A-27FB32CAB5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34384" y="902736"/>
                  <a:ext cx="547560" cy="28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56FEA056-271B-4278-FE57-AF828B5AB8D2}"/>
                    </a:ext>
                  </a:extLst>
                </p14:cNvPr>
                <p14:cNvContentPartPr/>
                <p14:nvPr/>
              </p14:nvContentPartPr>
              <p14:xfrm>
                <a:off x="932464" y="1206936"/>
                <a:ext cx="1493280" cy="274500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56FEA056-271B-4278-FE57-AF828B5AB8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6824" y="1171296"/>
                  <a:ext cx="1564920" cy="28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217A7F33-3B80-B3DA-425D-37F0952B7CF4}"/>
                    </a:ext>
                  </a:extLst>
                </p14:cNvPr>
                <p14:cNvContentPartPr/>
                <p14:nvPr/>
              </p14:nvContentPartPr>
              <p14:xfrm>
                <a:off x="994744" y="2164176"/>
                <a:ext cx="192600" cy="48816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217A7F33-3B80-B3DA-425D-37F0952B7CF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9104" y="2128536"/>
                  <a:ext cx="26424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C9E8C010-468C-7046-6310-1198CDB49D40}"/>
                    </a:ext>
                  </a:extLst>
                </p14:cNvPr>
                <p14:cNvContentPartPr/>
                <p14:nvPr/>
              </p14:nvContentPartPr>
              <p14:xfrm>
                <a:off x="1091584" y="2473056"/>
                <a:ext cx="219240" cy="33012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C9E8C010-468C-7046-6310-1198CDB49D4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55944" y="2437056"/>
                  <a:ext cx="2908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7EB13332-26F8-A116-277C-C0D6374204B3}"/>
              </a:ext>
            </a:extLst>
          </p:cNvPr>
          <p:cNvGrpSpPr/>
          <p:nvPr/>
        </p:nvGrpSpPr>
        <p:grpSpPr>
          <a:xfrm>
            <a:off x="4973464" y="2485958"/>
            <a:ext cx="1889409" cy="659578"/>
            <a:chOff x="4973464" y="2485958"/>
            <a:chExt cx="1889409" cy="65957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64C3447-8D01-1315-F079-806FB88B1593}"/>
                    </a:ext>
                  </a:extLst>
                </p14:cNvPr>
                <p14:cNvContentPartPr/>
                <p14:nvPr/>
              </p14:nvContentPartPr>
              <p14:xfrm>
                <a:off x="4973464" y="2869776"/>
                <a:ext cx="118800" cy="27108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64C3447-8D01-1315-F079-806FB88B159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37464" y="2833776"/>
                  <a:ext cx="1904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9DD84A40-32DE-95D9-A983-6F2FC7BFB36F}"/>
                    </a:ext>
                  </a:extLst>
                </p14:cNvPr>
                <p14:cNvContentPartPr/>
                <p14:nvPr/>
              </p14:nvContentPartPr>
              <p14:xfrm>
                <a:off x="5114584" y="2977416"/>
                <a:ext cx="117000" cy="14940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9DD84A40-32DE-95D9-A983-6F2FC7BFB3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78584" y="2941416"/>
                  <a:ext cx="188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E3964447-E909-05BC-6293-C8E012F33349}"/>
                    </a:ext>
                  </a:extLst>
                </p14:cNvPr>
                <p14:cNvContentPartPr/>
                <p14:nvPr/>
              </p14:nvContentPartPr>
              <p14:xfrm>
                <a:off x="5242024" y="2967696"/>
                <a:ext cx="66960" cy="11700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E3964447-E909-05BC-6293-C8E012F3334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06384" y="2932056"/>
                  <a:ext cx="138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6582ADAE-D487-8E64-372E-E4D51CC73217}"/>
                    </a:ext>
                  </a:extLst>
                </p14:cNvPr>
                <p14:cNvContentPartPr/>
                <p14:nvPr/>
              </p14:nvContentPartPr>
              <p14:xfrm>
                <a:off x="5333464" y="2918016"/>
                <a:ext cx="117720" cy="1620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6582ADAE-D487-8E64-372E-E4D51CC7321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97824" y="2882016"/>
                  <a:ext cx="189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807AE777-BC10-E2A9-046D-E5D81A46F00C}"/>
                    </a:ext>
                  </a:extLst>
                </p14:cNvPr>
                <p14:cNvContentPartPr/>
                <p14:nvPr/>
              </p14:nvContentPartPr>
              <p14:xfrm>
                <a:off x="5420944" y="2880576"/>
                <a:ext cx="24840" cy="19548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807AE777-BC10-E2A9-046D-E5D81A46F00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385304" y="2844576"/>
                  <a:ext cx="96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1F4DE797-373D-A6C2-ACD0-175FC7A06637}"/>
                    </a:ext>
                  </a:extLst>
                </p14:cNvPr>
                <p14:cNvContentPartPr/>
                <p14:nvPr/>
              </p14:nvContentPartPr>
              <p14:xfrm>
                <a:off x="5590864" y="2837736"/>
                <a:ext cx="113040" cy="4608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1F4DE797-373D-A6C2-ACD0-175FC7A066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54864" y="2801736"/>
                  <a:ext cx="184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6B7C2A94-866E-793F-27BD-771D8F7973FE}"/>
                    </a:ext>
                  </a:extLst>
                </p14:cNvPr>
                <p14:cNvContentPartPr/>
                <p14:nvPr/>
              </p14:nvContentPartPr>
              <p14:xfrm>
                <a:off x="5607064" y="2909376"/>
                <a:ext cx="98640" cy="1260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6B7C2A94-866E-793F-27BD-771D8F7973F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71064" y="2873736"/>
                  <a:ext cx="170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6AA9ED86-9870-6292-1049-A35E87ADE478}"/>
                    </a:ext>
                  </a:extLst>
                </p14:cNvPr>
                <p14:cNvContentPartPr/>
                <p14:nvPr/>
              </p14:nvContentPartPr>
              <p14:xfrm>
                <a:off x="5846104" y="2660976"/>
                <a:ext cx="129960" cy="24048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6AA9ED86-9870-6292-1049-A35E87ADE47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810464" y="2625336"/>
                  <a:ext cx="201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FBB1C04B-0A87-D95C-807C-7598587948CF}"/>
                    </a:ext>
                  </a:extLst>
                </p14:cNvPr>
                <p14:cNvContentPartPr/>
                <p14:nvPr/>
              </p14:nvContentPartPr>
              <p14:xfrm>
                <a:off x="5958784" y="2789136"/>
                <a:ext cx="67680" cy="150480"/>
              </p14:xfrm>
            </p:contentPart>
          </mc:Choice>
          <mc:Fallback xmlns=""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FBB1C04B-0A87-D95C-807C-7598587948C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22784" y="2753136"/>
                  <a:ext cx="139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676D0640-328E-A23A-3DFB-8CEF7E5AA8EF}"/>
                    </a:ext>
                  </a:extLst>
                </p14:cNvPr>
                <p14:cNvContentPartPr/>
                <p14:nvPr/>
              </p14:nvContentPartPr>
              <p14:xfrm>
                <a:off x="6150664" y="2717856"/>
                <a:ext cx="51120" cy="10188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676D0640-328E-A23A-3DFB-8CEF7E5AA8E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14664" y="2681856"/>
                  <a:ext cx="122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55990D65-FD82-91DA-FA12-7EA971638739}"/>
                    </a:ext>
                  </a:extLst>
                </p14:cNvPr>
                <p14:cNvContentPartPr/>
                <p14:nvPr/>
              </p14:nvContentPartPr>
              <p14:xfrm>
                <a:off x="6167584" y="2728656"/>
                <a:ext cx="55080" cy="12060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55990D65-FD82-91DA-FA12-7EA97163873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31944" y="2692656"/>
                  <a:ext cx="126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52A136DD-9218-2104-74EB-4F1B170FF4F6}"/>
                    </a:ext>
                  </a:extLst>
                </p14:cNvPr>
                <p14:cNvContentPartPr/>
                <p14:nvPr/>
              </p14:nvContentPartPr>
              <p14:xfrm>
                <a:off x="6266224" y="2724336"/>
                <a:ext cx="434160" cy="41040"/>
              </p14:xfrm>
            </p:contentPart>
          </mc:Choice>
          <mc:Fallback xmlns=""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52A136DD-9218-2104-74EB-4F1B170FF4F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30224" y="2688696"/>
                  <a:ext cx="505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5A8EDCF7-B798-AA94-3226-15FEE9221381}"/>
                    </a:ext>
                  </a:extLst>
                </p14:cNvPr>
                <p14:cNvContentPartPr/>
                <p14:nvPr/>
              </p14:nvContentPartPr>
              <p14:xfrm>
                <a:off x="6304024" y="2880216"/>
                <a:ext cx="11520" cy="21024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5A8EDCF7-B798-AA94-3226-15FEE922138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268024" y="2844576"/>
                  <a:ext cx="83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14C08811-A1B6-42B0-44A5-21F89C39EB19}"/>
                    </a:ext>
                  </a:extLst>
                </p14:cNvPr>
                <p14:cNvContentPartPr/>
                <p14:nvPr/>
              </p14:nvContentPartPr>
              <p14:xfrm>
                <a:off x="6309784" y="2883816"/>
                <a:ext cx="113040" cy="21420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14C08811-A1B6-42B0-44A5-21F89C39EB1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73784" y="2848176"/>
                  <a:ext cx="1846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26440C0E-91D9-E857-6ECD-8A2DC8B50CEE}"/>
                    </a:ext>
                  </a:extLst>
                </p14:cNvPr>
                <p14:cNvContentPartPr/>
                <p14:nvPr/>
              </p14:nvContentPartPr>
              <p14:xfrm>
                <a:off x="6434344" y="3016296"/>
                <a:ext cx="43200" cy="129240"/>
              </p14:xfrm>
            </p:contentPart>
          </mc:Choice>
          <mc:Fallback xmlns=""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26440C0E-91D9-E857-6ECD-8A2DC8B50C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98704" y="2980296"/>
                  <a:ext cx="114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DD201A0E-3ED7-27DE-A480-15CBC19EF200}"/>
                    </a:ext>
                  </a:extLst>
                </p14:cNvPr>
                <p14:cNvContentPartPr/>
                <p14:nvPr/>
              </p14:nvContentPartPr>
              <p14:xfrm>
                <a:off x="6475513" y="2918678"/>
                <a:ext cx="132480" cy="1692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DD201A0E-3ED7-27DE-A480-15CBC19EF20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439873" y="2882678"/>
                  <a:ext cx="204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F0BFA1E2-1B9D-B95E-CD4C-3746CD865320}"/>
                    </a:ext>
                  </a:extLst>
                </p14:cNvPr>
                <p14:cNvContentPartPr/>
                <p14:nvPr/>
              </p14:nvContentPartPr>
              <p14:xfrm>
                <a:off x="6548593" y="2876198"/>
                <a:ext cx="18360" cy="173160"/>
              </p14:xfrm>
            </p:contentPart>
          </mc:Choice>
          <mc:Fallback xmlns=""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F0BFA1E2-1B9D-B95E-CD4C-3746CD86532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512593" y="2840558"/>
                  <a:ext cx="90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336CA145-29B4-A06F-31DB-2029F03C78B3}"/>
                    </a:ext>
                  </a:extLst>
                </p14:cNvPr>
                <p14:cNvContentPartPr/>
                <p14:nvPr/>
              </p14:nvContentPartPr>
              <p14:xfrm>
                <a:off x="6655873" y="2868638"/>
                <a:ext cx="15480" cy="149400"/>
              </p14:xfrm>
            </p:contentPart>
          </mc:Choice>
          <mc:Fallback xmlns=""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336CA145-29B4-A06F-31DB-2029F03C78B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619873" y="2832998"/>
                  <a:ext cx="87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5F6E0F36-1B16-B917-7567-BAB27682DE16}"/>
                    </a:ext>
                  </a:extLst>
                </p14:cNvPr>
                <p14:cNvContentPartPr/>
                <p14:nvPr/>
              </p14:nvContentPartPr>
              <p14:xfrm>
                <a:off x="6663433" y="2832278"/>
                <a:ext cx="82800" cy="160920"/>
              </p14:xfrm>
            </p:contentPart>
          </mc:Choice>
          <mc:Fallback xmlns=""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5F6E0F36-1B16-B917-7567-BAB27682DE1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627793" y="2796278"/>
                  <a:ext cx="154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3CE77214-DF94-2DEB-AFE3-E9FC964B23EA}"/>
                    </a:ext>
                  </a:extLst>
                </p14:cNvPr>
                <p14:cNvContentPartPr/>
                <p14:nvPr/>
              </p14:nvContentPartPr>
              <p14:xfrm>
                <a:off x="6790513" y="2940998"/>
                <a:ext cx="72360" cy="1029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3CE77214-DF94-2DEB-AFE3-E9FC964B23E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754513" y="2905358"/>
                  <a:ext cx="144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FC5D0C3C-E71A-89E1-C2C5-992B80E94B59}"/>
                    </a:ext>
                  </a:extLst>
                </p14:cNvPr>
                <p14:cNvContentPartPr/>
                <p14:nvPr/>
              </p14:nvContentPartPr>
              <p14:xfrm>
                <a:off x="6375073" y="2535278"/>
                <a:ext cx="9720" cy="13176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FC5D0C3C-E71A-89E1-C2C5-992B80E94B5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339073" y="2499638"/>
                  <a:ext cx="8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5BA0CB99-CE61-A63B-E3E2-C060A48EB2FC}"/>
                    </a:ext>
                  </a:extLst>
                </p14:cNvPr>
                <p14:cNvContentPartPr/>
                <p14:nvPr/>
              </p14:nvContentPartPr>
              <p14:xfrm>
                <a:off x="6371113" y="2485958"/>
                <a:ext cx="74520" cy="16596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5BA0CB99-CE61-A63B-E3E2-C060A48EB2F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335473" y="2449958"/>
                  <a:ext cx="146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AF12CC7E-9E8A-5E91-48E9-1B779A0B92C6}"/>
                    </a:ext>
                  </a:extLst>
                </p14:cNvPr>
                <p14:cNvContentPartPr/>
                <p14:nvPr/>
              </p14:nvContentPartPr>
              <p14:xfrm>
                <a:off x="6493513" y="2600798"/>
                <a:ext cx="112320" cy="7308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AF12CC7E-9E8A-5E91-48E9-1B779A0B92C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57513" y="2564798"/>
                  <a:ext cx="1839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6F10818-6ED6-AE5B-E855-3DA1B484881C}"/>
              </a:ext>
            </a:extLst>
          </p:cNvPr>
          <p:cNvGrpSpPr/>
          <p:nvPr/>
        </p:nvGrpSpPr>
        <p:grpSpPr>
          <a:xfrm>
            <a:off x="9129618" y="3190575"/>
            <a:ext cx="308160" cy="357120"/>
            <a:chOff x="9129618" y="3190575"/>
            <a:chExt cx="30816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01D1EBBB-34DC-73CE-A89A-F7C5A80D19E5}"/>
                    </a:ext>
                  </a:extLst>
                </p14:cNvPr>
                <p14:cNvContentPartPr/>
                <p14:nvPr/>
              </p14:nvContentPartPr>
              <p14:xfrm>
                <a:off x="9135378" y="3223335"/>
                <a:ext cx="11880" cy="27108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01D1EBBB-34DC-73CE-A89A-F7C5A80D19E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099738" y="3187695"/>
                  <a:ext cx="83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23A05FBE-F113-69C8-0A4A-72A24F1EA05D}"/>
                    </a:ext>
                  </a:extLst>
                </p14:cNvPr>
                <p14:cNvContentPartPr/>
                <p14:nvPr/>
              </p14:nvContentPartPr>
              <p14:xfrm>
                <a:off x="9129618" y="3190575"/>
                <a:ext cx="108000" cy="27324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23A05FBE-F113-69C8-0A4A-72A24F1EA05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93978" y="3154935"/>
                  <a:ext cx="1796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135E7B1A-D1E7-C4A3-3CBD-37DA1656C354}"/>
                    </a:ext>
                  </a:extLst>
                </p14:cNvPr>
                <p14:cNvContentPartPr/>
                <p14:nvPr/>
              </p14:nvContentPartPr>
              <p14:xfrm>
                <a:off x="9336258" y="3244215"/>
                <a:ext cx="101520" cy="10440"/>
              </p14:xfrm>
            </p:contentPart>
          </mc:Choice>
          <mc:Fallback xmlns=""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135E7B1A-D1E7-C4A3-3CBD-37DA1656C35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300258" y="3208575"/>
                  <a:ext cx="173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A96BECC3-767F-392F-AF98-B247A2A18864}"/>
                    </a:ext>
                  </a:extLst>
                </p14:cNvPr>
                <p14:cNvContentPartPr/>
                <p14:nvPr/>
              </p14:nvContentPartPr>
              <p14:xfrm>
                <a:off x="9367218" y="3257175"/>
                <a:ext cx="20880" cy="280800"/>
              </p14:xfrm>
            </p:contentPart>
          </mc:Choice>
          <mc:Fallback xmlns=""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A96BECC3-767F-392F-AF98-B247A2A1886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31218" y="3221535"/>
                  <a:ext cx="92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E7F63EDB-DB3A-E82C-FFE5-B789E408AB89}"/>
                    </a:ext>
                  </a:extLst>
                </p14:cNvPr>
                <p14:cNvContentPartPr/>
                <p14:nvPr/>
              </p14:nvContentPartPr>
              <p14:xfrm>
                <a:off x="9339858" y="3535455"/>
                <a:ext cx="51480" cy="12240"/>
              </p14:xfrm>
            </p:contentPart>
          </mc:Choice>
          <mc:Fallback xmlns=""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E7F63EDB-DB3A-E82C-FFE5-B789E408AB8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303858" y="3499815"/>
                  <a:ext cx="12312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2084194F-8027-ABD6-13D4-32692E1BE772}"/>
              </a:ext>
            </a:extLst>
          </p:cNvPr>
          <p:cNvGrpSpPr/>
          <p:nvPr/>
        </p:nvGrpSpPr>
        <p:grpSpPr>
          <a:xfrm>
            <a:off x="10019898" y="2983575"/>
            <a:ext cx="840240" cy="548640"/>
            <a:chOff x="10019898" y="2983575"/>
            <a:chExt cx="840240" cy="5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35AF6436-583B-E401-FEB7-E5A0C8E5397A}"/>
                    </a:ext>
                  </a:extLst>
                </p14:cNvPr>
                <p14:cNvContentPartPr/>
                <p14:nvPr/>
              </p14:nvContentPartPr>
              <p14:xfrm>
                <a:off x="10020618" y="3292455"/>
                <a:ext cx="15480" cy="239760"/>
              </p14:xfrm>
            </p:contentPart>
          </mc:Choice>
          <mc:Fallback xmlns=""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35AF6436-583B-E401-FEB7-E5A0C8E5397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84978" y="3256455"/>
                  <a:ext cx="871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DF659422-1725-7A63-41A8-88FACD0C88D8}"/>
                    </a:ext>
                  </a:extLst>
                </p14:cNvPr>
                <p14:cNvContentPartPr/>
                <p14:nvPr/>
              </p14:nvContentPartPr>
              <p14:xfrm>
                <a:off x="10019898" y="3296415"/>
                <a:ext cx="101160" cy="186480"/>
              </p14:xfrm>
            </p:contentPart>
          </mc:Choice>
          <mc:Fallback xmlns=""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DF659422-1725-7A63-41A8-88FACD0C88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984258" y="3260415"/>
                  <a:ext cx="172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EACA789A-E405-E93E-A3FA-FCEE373B37DE}"/>
                    </a:ext>
                  </a:extLst>
                </p14:cNvPr>
                <p14:cNvContentPartPr/>
                <p14:nvPr/>
              </p14:nvContentPartPr>
              <p14:xfrm>
                <a:off x="10191978" y="3405135"/>
                <a:ext cx="72360" cy="72720"/>
              </p14:xfrm>
            </p:contentPart>
          </mc:Choice>
          <mc:Fallback xmlns=""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EACA789A-E405-E93E-A3FA-FCEE373B37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156338" y="3369135"/>
                  <a:ext cx="144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AE607CAD-6C3D-35AA-25D3-0011406ABC44}"/>
                    </a:ext>
                  </a:extLst>
                </p14:cNvPr>
                <p14:cNvContentPartPr/>
                <p14:nvPr/>
              </p14:nvContentPartPr>
              <p14:xfrm>
                <a:off x="10315818" y="3347895"/>
                <a:ext cx="83520" cy="9000"/>
              </p14:xfrm>
            </p:contentPart>
          </mc:Choice>
          <mc:Fallback xmlns=""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AE607CAD-6C3D-35AA-25D3-0011406ABC4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280178" y="3312255"/>
                  <a:ext cx="155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C766F7AB-0797-F106-4AFE-86B95A74B3D7}"/>
                    </a:ext>
                  </a:extLst>
                </p14:cNvPr>
                <p14:cNvContentPartPr/>
                <p14:nvPr/>
              </p14:nvContentPartPr>
              <p14:xfrm>
                <a:off x="10323738" y="3390375"/>
                <a:ext cx="61920" cy="12600"/>
              </p14:xfrm>
            </p:contentPart>
          </mc:Choice>
          <mc:Fallback xmlns=""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C766F7AB-0797-F106-4AFE-86B95A74B3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288098" y="3354735"/>
                  <a:ext cx="133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24E97361-9527-9196-B6F8-BDF176B6BEED}"/>
                    </a:ext>
                  </a:extLst>
                </p14:cNvPr>
                <p14:cNvContentPartPr/>
                <p14:nvPr/>
              </p14:nvContentPartPr>
              <p14:xfrm>
                <a:off x="10533618" y="3262215"/>
                <a:ext cx="12240" cy="187920"/>
              </p14:xfrm>
            </p:contentPart>
          </mc:Choice>
          <mc:Fallback xmlns=""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24E97361-9527-9196-B6F8-BDF176B6BEE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497618" y="3226575"/>
                  <a:ext cx="83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BB626A9F-E04A-9D6C-958B-B30869060821}"/>
                    </a:ext>
                  </a:extLst>
                </p14:cNvPr>
                <p14:cNvContentPartPr/>
                <p14:nvPr/>
              </p14:nvContentPartPr>
              <p14:xfrm>
                <a:off x="10543698" y="3251415"/>
                <a:ext cx="112320" cy="159840"/>
              </p14:xfrm>
            </p:contentPart>
          </mc:Choice>
          <mc:Fallback xmlns=""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BB626A9F-E04A-9D6C-958B-B3086906082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508058" y="3215775"/>
                  <a:ext cx="183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A3DBEF75-9378-BD2A-EB19-98B648628164}"/>
                    </a:ext>
                  </a:extLst>
                </p14:cNvPr>
                <p14:cNvContentPartPr/>
                <p14:nvPr/>
              </p14:nvContentPartPr>
              <p14:xfrm>
                <a:off x="10676178" y="3353655"/>
                <a:ext cx="92520" cy="127440"/>
              </p14:xfrm>
            </p:contentPart>
          </mc:Choice>
          <mc:Fallback xmlns=""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A3DBEF75-9378-BD2A-EB19-98B64862816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40178" y="3318015"/>
                  <a:ext cx="164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A1AB5FF0-EF04-DD40-A391-AAA821A98612}"/>
                    </a:ext>
                  </a:extLst>
                </p14:cNvPr>
                <p14:cNvContentPartPr/>
                <p14:nvPr/>
              </p14:nvContentPartPr>
              <p14:xfrm>
                <a:off x="10644138" y="2983575"/>
                <a:ext cx="216000" cy="200160"/>
              </p14:xfrm>
            </p:contentPart>
          </mc:Choice>
          <mc:Fallback xmlns=""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A1AB5FF0-EF04-DD40-A391-AAA821A9861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608498" y="2947575"/>
                  <a:ext cx="287640" cy="27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6815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DECC3-6680-4B08-8B46-9F54AC69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8473C-43A8-4A61-9BE5-13A551C0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50-Ω </a:t>
            </a:r>
            <a:r>
              <a:rPr lang="ko-KR" altLang="en-US" dirty="0"/>
              <a:t>저항에 인가된 전압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= 2 mV</a:t>
            </a:r>
            <a:r>
              <a:rPr lang="ko-KR" altLang="en-US" dirty="0"/>
              <a:t>인 </a:t>
            </a:r>
            <a:r>
              <a:rPr lang="ko-KR" altLang="en-US" dirty="0" err="1"/>
              <a:t>정현파</a:t>
            </a:r>
            <a:r>
              <a:rPr lang="ko-KR" altLang="en-US" dirty="0"/>
              <a:t> 신호의 전력을 </a:t>
            </a:r>
            <a:r>
              <a:rPr lang="en-US" altLang="ko-KR" dirty="0"/>
              <a:t>dBm </a:t>
            </a:r>
            <a:r>
              <a:rPr lang="ko-KR" altLang="en-US" dirty="0"/>
              <a:t>단위로 계산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실효 전압</a:t>
            </a:r>
            <a:r>
              <a:rPr lang="en-US" altLang="ko-KR" dirty="0"/>
              <a:t>(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rms</a:t>
            </a:r>
            <a:r>
              <a:rPr lang="en-US" altLang="ko-KR" dirty="0"/>
              <a:t>) </a:t>
            </a:r>
            <a:r>
              <a:rPr lang="ko-KR" altLang="en-US" dirty="0"/>
              <a:t>산출</a:t>
            </a:r>
            <a:endParaRPr lang="en-US" altLang="ko-KR" dirty="0"/>
          </a:p>
          <a:p>
            <a:pPr lvl="2"/>
            <a:r>
              <a:rPr lang="en-US" altLang="ko-KR" i="1" dirty="0" err="1"/>
              <a:t>V</a:t>
            </a:r>
            <a:r>
              <a:rPr lang="en-US" altLang="ko-KR" baseline="-25000" dirty="0" err="1"/>
              <a:t>rms</a:t>
            </a:r>
            <a:r>
              <a:rPr lang="en-US" altLang="ko-KR" dirty="0"/>
              <a:t> =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/ (2 ×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ko-KR" dirty="0"/>
              <a:t>2) = 2 mV / 2.828 = 0.707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rms</a:t>
            </a:r>
            <a:endParaRPr lang="en-US" altLang="ko-KR" baseline="-25000" dirty="0"/>
          </a:p>
          <a:p>
            <a:pPr lvl="1"/>
            <a:r>
              <a:rPr lang="ko-KR" altLang="en-US" dirty="0"/>
              <a:t>평균 전력</a:t>
            </a:r>
            <a:r>
              <a:rPr lang="en-US" altLang="ko-KR" dirty="0"/>
              <a:t>(</a:t>
            </a:r>
            <a:r>
              <a:rPr lang="en-US" altLang="ko-KR" i="1" dirty="0"/>
              <a:t>P</a:t>
            </a:r>
            <a:r>
              <a:rPr lang="en-US" altLang="ko-KR" dirty="0"/>
              <a:t>)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2"/>
            <a:r>
              <a:rPr lang="en-US" altLang="ko-KR" i="1" dirty="0"/>
              <a:t>P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rms</a:t>
            </a:r>
            <a:r>
              <a:rPr lang="en-US" altLang="ko-KR" baseline="30000" dirty="0"/>
              <a:t>2</a:t>
            </a:r>
            <a:r>
              <a:rPr lang="en-US" altLang="ko-KR" dirty="0"/>
              <a:t> / 50 Ω = (0.707 * 10</a:t>
            </a:r>
            <a:r>
              <a:rPr lang="en-US" altLang="ko-KR" baseline="30000" dirty="0"/>
              <a:t>-3</a:t>
            </a:r>
            <a:r>
              <a:rPr lang="en-US" altLang="ko-KR" dirty="0"/>
              <a:t>)</a:t>
            </a:r>
            <a:r>
              <a:rPr lang="en-US" altLang="ko-KR" baseline="30000" dirty="0"/>
              <a:t>2</a:t>
            </a:r>
            <a:r>
              <a:rPr lang="en-US" altLang="ko-KR" dirty="0"/>
              <a:t> / 50 = 10</a:t>
            </a:r>
            <a:r>
              <a:rPr lang="en-US" altLang="ko-KR" baseline="30000" dirty="0"/>
              <a:t>-8</a:t>
            </a:r>
            <a:r>
              <a:rPr lang="en-US" altLang="ko-KR" dirty="0"/>
              <a:t> W = 10</a:t>
            </a:r>
            <a:r>
              <a:rPr lang="en-US" altLang="ko-KR" baseline="30000" dirty="0"/>
              <a:t>-5</a:t>
            </a:r>
            <a:r>
              <a:rPr lang="en-US" altLang="ko-KR" dirty="0"/>
              <a:t> </a:t>
            </a:r>
            <a:r>
              <a:rPr lang="en-US" altLang="ko-KR" dirty="0" err="1"/>
              <a:t>mW</a:t>
            </a:r>
            <a:endParaRPr lang="en-US" altLang="ko-KR" dirty="0"/>
          </a:p>
          <a:p>
            <a:pPr lvl="1"/>
            <a:r>
              <a:rPr lang="en-US" altLang="ko-KR" dirty="0"/>
              <a:t> dBm </a:t>
            </a:r>
            <a:r>
              <a:rPr lang="ko-KR" altLang="en-US" dirty="0"/>
              <a:t>스케일 변환</a:t>
            </a:r>
            <a:r>
              <a:rPr lang="en-US" altLang="ko-KR" dirty="0"/>
              <a:t>: P [dBm] = 10 * log</a:t>
            </a:r>
            <a:r>
              <a:rPr lang="en-US" altLang="ko-KR" baseline="-25000" dirty="0"/>
              <a:t>10</a:t>
            </a:r>
            <a:r>
              <a:rPr lang="en-US" altLang="ko-KR" dirty="0"/>
              <a:t>(10</a:t>
            </a:r>
            <a:r>
              <a:rPr lang="en-US" altLang="ko-KR" baseline="30000" dirty="0"/>
              <a:t>-5</a:t>
            </a:r>
            <a:r>
              <a:rPr lang="en-US" altLang="ko-KR" dirty="0"/>
              <a:t>) = -50 dBm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7E708-B42C-4002-B4A2-06E90B15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E1BE597-6A25-B691-259A-EFD48DE96EE3}"/>
                  </a:ext>
                </a:extLst>
              </p14:cNvPr>
              <p14:cNvContentPartPr/>
              <p14:nvPr/>
            </p14:nvContentPartPr>
            <p14:xfrm>
              <a:off x="6180400" y="4431960"/>
              <a:ext cx="11520" cy="115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E1BE597-6A25-B691-259A-EFD48DE96E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4760" y="4395960"/>
                <a:ext cx="8316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9C20C640-A9CE-0D4D-A0D1-5E4CC6DE2944}"/>
              </a:ext>
            </a:extLst>
          </p:cNvPr>
          <p:cNvGrpSpPr/>
          <p:nvPr/>
        </p:nvGrpSpPr>
        <p:grpSpPr>
          <a:xfrm>
            <a:off x="5990680" y="4230720"/>
            <a:ext cx="1497960" cy="128880"/>
            <a:chOff x="5990680" y="4230720"/>
            <a:chExt cx="14979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50EFBF01-A70A-CE89-D2E3-8FF998908926}"/>
                    </a:ext>
                  </a:extLst>
                </p14:cNvPr>
                <p14:cNvContentPartPr/>
                <p14:nvPr/>
              </p14:nvContentPartPr>
              <p14:xfrm>
                <a:off x="5990680" y="4230720"/>
                <a:ext cx="1497960" cy="730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50EFBF01-A70A-CE89-D2E3-8FF9989089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54680" y="4194720"/>
                  <a:ext cx="1569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83DEB0B-A485-DE91-1139-5225F387E5B9}"/>
                    </a:ext>
                  </a:extLst>
                </p14:cNvPr>
                <p14:cNvContentPartPr/>
                <p14:nvPr/>
              </p14:nvContentPartPr>
              <p14:xfrm>
                <a:off x="6059080" y="4311720"/>
                <a:ext cx="1294200" cy="47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83DEB0B-A485-DE91-1139-5225F387E5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23440" y="4275720"/>
                  <a:ext cx="13658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DC24CE-C035-7B30-14D7-5A3B65D786FA}"/>
              </a:ext>
            </a:extLst>
          </p:cNvPr>
          <p:cNvGrpSpPr/>
          <p:nvPr/>
        </p:nvGrpSpPr>
        <p:grpSpPr>
          <a:xfrm>
            <a:off x="1808200" y="4932720"/>
            <a:ext cx="3236400" cy="118440"/>
            <a:chOff x="1808200" y="4932720"/>
            <a:chExt cx="3236400" cy="11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1E100DC-EAC8-67E2-72C5-2CE13063B28F}"/>
                    </a:ext>
                  </a:extLst>
                </p14:cNvPr>
                <p14:cNvContentPartPr/>
                <p14:nvPr/>
              </p14:nvContentPartPr>
              <p14:xfrm>
                <a:off x="1808200" y="4932720"/>
                <a:ext cx="3108600" cy="118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1E100DC-EAC8-67E2-72C5-2CE13063B2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72560" y="4897080"/>
                  <a:ext cx="3180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DF466C4-9F62-3237-F627-351409491010}"/>
                    </a:ext>
                  </a:extLst>
                </p14:cNvPr>
                <p14:cNvContentPartPr/>
                <p14:nvPr/>
              </p14:nvContentPartPr>
              <p14:xfrm>
                <a:off x="5041000" y="5002920"/>
                <a:ext cx="3600" cy="28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DF466C4-9F62-3237-F627-35140949101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5360" y="4966920"/>
                  <a:ext cx="752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053BF16-D262-D410-1843-81B78D71A4DA}"/>
              </a:ext>
            </a:extLst>
          </p:cNvPr>
          <p:cNvGrpSpPr/>
          <p:nvPr/>
        </p:nvGrpSpPr>
        <p:grpSpPr>
          <a:xfrm>
            <a:off x="7017400" y="4930200"/>
            <a:ext cx="1259280" cy="41040"/>
            <a:chOff x="7017400" y="4930200"/>
            <a:chExt cx="1259280" cy="4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AB3A17F-3E63-DB79-E397-E0FB20D9B6C2}"/>
                    </a:ext>
                  </a:extLst>
                </p14:cNvPr>
                <p14:cNvContentPartPr/>
                <p14:nvPr/>
              </p14:nvContentPartPr>
              <p14:xfrm>
                <a:off x="7017400" y="4930200"/>
                <a:ext cx="1186200" cy="410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AB3A17F-3E63-DB79-E397-E0FB20D9B6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81760" y="4894560"/>
                  <a:ext cx="1257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7235635-259E-1309-97AF-228F52AB611B}"/>
                    </a:ext>
                  </a:extLst>
                </p14:cNvPr>
                <p14:cNvContentPartPr/>
                <p14:nvPr/>
              </p14:nvContentPartPr>
              <p14:xfrm>
                <a:off x="8272720" y="4933440"/>
                <a:ext cx="3960" cy="165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7235635-259E-1309-97AF-228F52AB61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37080" y="4897440"/>
                  <a:ext cx="75600" cy="8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8301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823B0-2164-42D8-A627-99D339EA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7436E-6F03-4209-A64F-BADF4F7F0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안테나로부터 </a:t>
            </a:r>
            <a:r>
              <a:rPr lang="en-US" altLang="ko-KR" dirty="0"/>
              <a:t>-100 dBm</a:t>
            </a:r>
            <a:r>
              <a:rPr lang="ko-KR" altLang="en-US" dirty="0"/>
              <a:t>의 </a:t>
            </a:r>
            <a:r>
              <a:rPr lang="en-US" altLang="ko-KR" dirty="0"/>
              <a:t>RF </a:t>
            </a:r>
            <a:r>
              <a:rPr lang="ko-KR" altLang="en-US" dirty="0"/>
              <a:t>신호를 수신한 </a:t>
            </a:r>
            <a:r>
              <a:rPr lang="en-US" altLang="ko-KR" dirty="0"/>
              <a:t>15-dB </a:t>
            </a:r>
            <a:r>
              <a:rPr lang="ko-KR" altLang="en-US" dirty="0"/>
              <a:t>전압 이득 </a:t>
            </a:r>
            <a:r>
              <a:rPr lang="en-US" altLang="ko-KR" dirty="0"/>
              <a:t>LNA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en-US" altLang="ko-KR" dirty="0"/>
              <a:t>50-Ω </a:t>
            </a:r>
            <a:r>
              <a:rPr lang="ko-KR" altLang="en-US" dirty="0"/>
              <a:t>시스템 가정 하에 </a:t>
            </a:r>
            <a:r>
              <a:rPr lang="en-US" altLang="ko-KR" dirty="0"/>
              <a:t>LNA</a:t>
            </a:r>
            <a:r>
              <a:rPr lang="ko-KR" altLang="en-US" dirty="0"/>
              <a:t>의 출력 </a:t>
            </a:r>
            <a:r>
              <a:rPr lang="en-US" altLang="ko-KR" dirty="0"/>
              <a:t>peak-to-peak </a:t>
            </a:r>
            <a:r>
              <a:rPr lang="ko-KR" altLang="en-US" dirty="0"/>
              <a:t>전압 스윙을 계산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입력 전력의 전압 환산</a:t>
            </a:r>
            <a:r>
              <a:rPr lang="en-US" altLang="ko-KR" dirty="0"/>
              <a:t>: -100 dBm</a:t>
            </a:r>
            <a:r>
              <a:rPr lang="ko-KR" altLang="en-US" dirty="0"/>
              <a:t>은 </a:t>
            </a:r>
            <a:r>
              <a:rPr lang="en-US" altLang="ko-KR" dirty="0"/>
              <a:t>0 dBm(632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, 50-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보다 </a:t>
            </a:r>
            <a:r>
              <a:rPr lang="en-US" altLang="ko-KR" dirty="0"/>
              <a:t>100 dB </a:t>
            </a:r>
            <a:r>
              <a:rPr lang="ko-KR" altLang="en-US" dirty="0"/>
              <a:t>낮은 전력 레벨임</a:t>
            </a:r>
            <a:endParaRPr lang="en-US" altLang="ko-KR" dirty="0"/>
          </a:p>
          <a:p>
            <a:pPr lvl="1"/>
            <a:r>
              <a:rPr lang="ko-KR" altLang="en-US" dirty="0"/>
              <a:t>전압 </a:t>
            </a:r>
            <a:r>
              <a:rPr lang="ko-KR" altLang="en-US" dirty="0" err="1"/>
              <a:t>감쇄율</a:t>
            </a:r>
            <a:r>
              <a:rPr lang="ko-KR" altLang="en-US" dirty="0"/>
              <a:t> 계산</a:t>
            </a:r>
            <a:r>
              <a:rPr lang="en-US" altLang="ko-KR" dirty="0"/>
              <a:t>: </a:t>
            </a:r>
            <a:r>
              <a:rPr lang="ko-KR" altLang="en-US" dirty="0"/>
              <a:t>전력 </a:t>
            </a:r>
            <a:r>
              <a:rPr lang="en-US" altLang="ko-KR" dirty="0"/>
              <a:t>100 dB </a:t>
            </a:r>
            <a:r>
              <a:rPr lang="ko-KR" altLang="en-US" dirty="0"/>
              <a:t>감소는 전압 </a:t>
            </a:r>
            <a:r>
              <a:rPr lang="en-US" altLang="ko-KR" dirty="0"/>
              <a:t>100 dB </a:t>
            </a:r>
            <a:r>
              <a:rPr lang="ko-KR" altLang="en-US" dirty="0"/>
              <a:t>감소</a:t>
            </a:r>
            <a:r>
              <a:rPr lang="en-US" altLang="ko-KR" dirty="0"/>
              <a:t>(10</a:t>
            </a:r>
            <a:r>
              <a:rPr lang="en-US" altLang="ko-KR" baseline="30000" dirty="0"/>
              <a:t>5</a:t>
            </a:r>
            <a:r>
              <a:rPr lang="ko-KR" altLang="en-US" dirty="0"/>
              <a:t>배 감소</a:t>
            </a:r>
            <a:r>
              <a:rPr lang="en-US" altLang="ko-KR" dirty="0"/>
              <a:t>)</a:t>
            </a:r>
            <a:r>
              <a:rPr lang="ko-KR" altLang="en-US" dirty="0"/>
              <a:t>를 의미함</a:t>
            </a:r>
            <a:endParaRPr lang="en-US" altLang="ko-KR" dirty="0"/>
          </a:p>
          <a:p>
            <a:pPr lvl="1"/>
            <a:r>
              <a:rPr lang="ko-KR" altLang="en-US" dirty="0"/>
              <a:t>입력 전압 스윙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in,pp</a:t>
            </a:r>
            <a:r>
              <a:rPr lang="en-US" altLang="ko-KR" dirty="0"/>
              <a:t> = 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/ 10</a:t>
            </a:r>
            <a:r>
              <a:rPr lang="en-US" altLang="ko-KR" baseline="30000" dirty="0"/>
              <a:t>5</a:t>
            </a:r>
            <a:r>
              <a:rPr lang="en-US" altLang="ko-KR" dirty="0"/>
              <a:t> = 6.32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(0.00632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LNA </a:t>
            </a:r>
            <a:r>
              <a:rPr lang="ko-KR" altLang="en-US" dirty="0"/>
              <a:t>출력 스윙 산출</a:t>
            </a:r>
            <a:r>
              <a:rPr lang="en-US" altLang="ko-KR" dirty="0"/>
              <a:t>: 15 dB </a:t>
            </a:r>
            <a:r>
              <a:rPr lang="ko-KR" altLang="en-US" dirty="0"/>
              <a:t>전압 이득은 </a:t>
            </a:r>
            <a:r>
              <a:rPr lang="en-US" altLang="ko-KR" dirty="0"/>
              <a:t>10</a:t>
            </a:r>
            <a:r>
              <a:rPr lang="en-US" altLang="ko-KR" baseline="30000" dirty="0"/>
              <a:t>(15/20)</a:t>
            </a:r>
            <a:r>
              <a:rPr lang="en-US" altLang="ko-KR" dirty="0"/>
              <a:t> = 5.62</a:t>
            </a:r>
            <a:r>
              <a:rPr lang="ko-KR" altLang="en-US" dirty="0"/>
              <a:t>배 전압 증폭에 해당함</a:t>
            </a:r>
            <a:r>
              <a:rPr lang="en-US" altLang="ko-KR" dirty="0"/>
              <a:t>. </a:t>
            </a:r>
            <a:r>
              <a:rPr lang="en-US" altLang="ko-KR" dirty="0" err="1"/>
              <a:t>V</a:t>
            </a:r>
            <a:r>
              <a:rPr lang="en-US" altLang="ko-KR" baseline="-25000" dirty="0" err="1"/>
              <a:t>out,pp</a:t>
            </a:r>
            <a:r>
              <a:rPr lang="en-US" altLang="ko-KR" dirty="0"/>
              <a:t> = 6.32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× 5.62 = 35.5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endParaRPr lang="ko-KR" altLang="en-US" baseline="-25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76432-7DF6-4C78-B011-11C5C247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E706B3-73BD-E4E4-9EE2-1DFAB4BE1972}"/>
              </a:ext>
            </a:extLst>
          </p:cNvPr>
          <p:cNvGrpSpPr/>
          <p:nvPr/>
        </p:nvGrpSpPr>
        <p:grpSpPr>
          <a:xfrm>
            <a:off x="4532240" y="380160"/>
            <a:ext cx="1449000" cy="573480"/>
            <a:chOff x="4532240" y="380160"/>
            <a:chExt cx="144900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1AEF47F-66B6-A6AE-AF50-DD89A97D8D03}"/>
                    </a:ext>
                  </a:extLst>
                </p14:cNvPr>
                <p14:cNvContentPartPr/>
                <p14:nvPr/>
              </p14:nvContentPartPr>
              <p14:xfrm>
                <a:off x="5225600" y="399240"/>
                <a:ext cx="696240" cy="252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1AEF47F-66B6-A6AE-AF50-DD89A97D8D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89960" y="363240"/>
                  <a:ext cx="767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3426969-48F3-7CF5-74D1-82D9762C98D0}"/>
                    </a:ext>
                  </a:extLst>
                </p14:cNvPr>
                <p14:cNvContentPartPr/>
                <p14:nvPr/>
              </p14:nvContentPartPr>
              <p14:xfrm>
                <a:off x="5873240" y="380160"/>
                <a:ext cx="108000" cy="1400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3426969-48F3-7CF5-74D1-82D9762C98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37240" y="344520"/>
                  <a:ext cx="179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A087811-F409-6222-42DE-DAECFC1BF473}"/>
                    </a:ext>
                  </a:extLst>
                </p14:cNvPr>
                <p14:cNvContentPartPr/>
                <p14:nvPr/>
              </p14:nvContentPartPr>
              <p14:xfrm>
                <a:off x="4532240" y="796320"/>
                <a:ext cx="241920" cy="237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A087811-F409-6222-42DE-DAECFC1BF4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6600" y="760680"/>
                  <a:ext cx="313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A0F1618-1441-08B4-9526-B18B687AA102}"/>
                    </a:ext>
                  </a:extLst>
                </p14:cNvPr>
                <p14:cNvContentPartPr/>
                <p14:nvPr/>
              </p14:nvContentPartPr>
              <p14:xfrm>
                <a:off x="4852280" y="641160"/>
                <a:ext cx="35280" cy="2440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A0F1618-1441-08B4-9526-B18B687AA1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6280" y="605160"/>
                  <a:ext cx="1069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4A26871-27D2-AE0D-52D0-49220A4F4FCD}"/>
                    </a:ext>
                  </a:extLst>
                </p14:cNvPr>
                <p14:cNvContentPartPr/>
                <p14:nvPr/>
              </p14:nvContentPartPr>
              <p14:xfrm>
                <a:off x="4977560" y="703440"/>
                <a:ext cx="144360" cy="1648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4A26871-27D2-AE0D-52D0-49220A4F4F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41920" y="667800"/>
                  <a:ext cx="216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B0C99D9-B520-F629-AD59-D1F0A9017BC3}"/>
                    </a:ext>
                  </a:extLst>
                </p14:cNvPr>
                <p14:cNvContentPartPr/>
                <p14:nvPr/>
              </p14:nvContentPartPr>
              <p14:xfrm>
                <a:off x="5189240" y="540360"/>
                <a:ext cx="43560" cy="817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B0C99D9-B520-F629-AD59-D1F0A9017B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53600" y="504360"/>
                  <a:ext cx="115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779A416-C5BC-50EE-9091-DDDEF87B581B}"/>
                    </a:ext>
                  </a:extLst>
                </p14:cNvPr>
                <p14:cNvContentPartPr/>
                <p14:nvPr/>
              </p14:nvContentPartPr>
              <p14:xfrm>
                <a:off x="5282480" y="690120"/>
                <a:ext cx="148680" cy="162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779A416-C5BC-50EE-9091-DDDEF87B58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46840" y="654120"/>
                  <a:ext cx="220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4E8D4CD-5446-5C8F-52CA-FBF52E854628}"/>
                    </a:ext>
                  </a:extLst>
                </p14:cNvPr>
                <p14:cNvContentPartPr/>
                <p14:nvPr/>
              </p14:nvContentPartPr>
              <p14:xfrm>
                <a:off x="5417480" y="578520"/>
                <a:ext cx="66960" cy="278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4E8D4CD-5446-5C8F-52CA-FBF52E8546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81840" y="542520"/>
                  <a:ext cx="1386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ABF875D-1422-24F2-4946-0585E19092E9}"/>
                    </a:ext>
                  </a:extLst>
                </p14:cNvPr>
                <p14:cNvContentPartPr/>
                <p14:nvPr/>
              </p14:nvContentPartPr>
              <p14:xfrm>
                <a:off x="5486240" y="598680"/>
                <a:ext cx="57600" cy="2592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ABF875D-1422-24F2-4946-0585E19092E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50600" y="562680"/>
                  <a:ext cx="129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8AF3C48-401F-0872-1EF4-759F8CE5E70E}"/>
                    </a:ext>
                  </a:extLst>
                </p14:cNvPr>
                <p14:cNvContentPartPr/>
                <p14:nvPr/>
              </p14:nvContentPartPr>
              <p14:xfrm>
                <a:off x="5519360" y="615960"/>
                <a:ext cx="86400" cy="209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8AF3C48-401F-0872-1EF4-759F8CE5E7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83720" y="579960"/>
                  <a:ext cx="158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FB97D83-78A2-3FCB-B311-B61CD9AF0A4B}"/>
                    </a:ext>
                  </a:extLst>
                </p14:cNvPr>
                <p14:cNvContentPartPr/>
                <p14:nvPr/>
              </p14:nvContentPartPr>
              <p14:xfrm>
                <a:off x="5641760" y="799560"/>
                <a:ext cx="221760" cy="1540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FB97D83-78A2-3FCB-B311-B61CD9AF0A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05760" y="763560"/>
                  <a:ext cx="2934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F087DE7-7570-F888-B6AC-BBA54B7DB703}"/>
              </a:ext>
            </a:extLst>
          </p:cNvPr>
          <p:cNvGrpSpPr/>
          <p:nvPr/>
        </p:nvGrpSpPr>
        <p:grpSpPr>
          <a:xfrm>
            <a:off x="6323600" y="399960"/>
            <a:ext cx="1963800" cy="861840"/>
            <a:chOff x="6323600" y="399960"/>
            <a:chExt cx="1963800" cy="86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14B227A-BB84-BDE8-6C9F-AB885CFAB019}"/>
                    </a:ext>
                  </a:extLst>
                </p14:cNvPr>
                <p14:cNvContentPartPr/>
                <p14:nvPr/>
              </p14:nvContentPartPr>
              <p14:xfrm>
                <a:off x="6329360" y="415440"/>
                <a:ext cx="37800" cy="372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14B227A-BB84-BDE8-6C9F-AB885CFAB0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93360" y="379800"/>
                  <a:ext cx="1094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5BB0935-88BC-DE2A-DE7F-2F9897CC459A}"/>
                    </a:ext>
                  </a:extLst>
                </p14:cNvPr>
                <p14:cNvContentPartPr/>
                <p14:nvPr/>
              </p14:nvContentPartPr>
              <p14:xfrm>
                <a:off x="6343400" y="399960"/>
                <a:ext cx="573120" cy="395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5BB0935-88BC-DE2A-DE7F-2F9897CC45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07400" y="363960"/>
                  <a:ext cx="6447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1B6963E-64B9-CF44-FAA4-0EA5A9F2E452}"/>
                    </a:ext>
                  </a:extLst>
                </p14:cNvPr>
                <p14:cNvContentPartPr/>
                <p14:nvPr/>
              </p14:nvContentPartPr>
              <p14:xfrm>
                <a:off x="6323600" y="811080"/>
                <a:ext cx="681840" cy="2084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1B6963E-64B9-CF44-FAA4-0EA5A9F2E4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7960" y="775440"/>
                  <a:ext cx="753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C2B30AD-4354-0C62-51AA-F865426B23B9}"/>
                    </a:ext>
                  </a:extLst>
                </p14:cNvPr>
                <p14:cNvContentPartPr/>
                <p14:nvPr/>
              </p14:nvContentPartPr>
              <p14:xfrm>
                <a:off x="7165280" y="810000"/>
                <a:ext cx="10440" cy="3639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C2B30AD-4354-0C62-51AA-F865426B23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9280" y="774360"/>
                  <a:ext cx="820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1238DA8-A689-B9C0-62F6-3030538F04FF}"/>
                    </a:ext>
                  </a:extLst>
                </p14:cNvPr>
                <p14:cNvContentPartPr/>
                <p14:nvPr/>
              </p14:nvContentPartPr>
              <p14:xfrm>
                <a:off x="7191560" y="832320"/>
                <a:ext cx="218880" cy="2498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1238DA8-A689-B9C0-62F6-3030538F04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55560" y="796680"/>
                  <a:ext cx="2905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BC3E603-FE76-FED7-D75F-0C8B9E691782}"/>
                    </a:ext>
                  </a:extLst>
                </p14:cNvPr>
                <p14:cNvContentPartPr/>
                <p14:nvPr/>
              </p14:nvContentPartPr>
              <p14:xfrm>
                <a:off x="7117760" y="1049040"/>
                <a:ext cx="343440" cy="2127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BC3E603-FE76-FED7-D75F-0C8B9E6917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81760" y="1013040"/>
                  <a:ext cx="4150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1E18904-DF96-29CA-4EC2-115489530157}"/>
                    </a:ext>
                  </a:extLst>
                </p14:cNvPr>
                <p14:cNvContentPartPr/>
                <p14:nvPr/>
              </p14:nvContentPartPr>
              <p14:xfrm>
                <a:off x="7403240" y="1047600"/>
                <a:ext cx="846360" cy="327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1E18904-DF96-29CA-4EC2-1154895301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67240" y="1011600"/>
                  <a:ext cx="918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78CEE67-2088-AD3D-D90F-40591AD7AAA0}"/>
                    </a:ext>
                  </a:extLst>
                </p14:cNvPr>
                <p14:cNvContentPartPr/>
                <p14:nvPr/>
              </p14:nvContentPartPr>
              <p14:xfrm>
                <a:off x="8122520" y="997920"/>
                <a:ext cx="164880" cy="1378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78CEE67-2088-AD3D-D90F-40591AD7AA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86520" y="961920"/>
                  <a:ext cx="236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254F668-2379-704E-6594-E2ACE1C00C7B}"/>
                    </a:ext>
                  </a:extLst>
                </p14:cNvPr>
                <p14:cNvContentPartPr/>
                <p14:nvPr/>
              </p14:nvContentPartPr>
              <p14:xfrm>
                <a:off x="7303520" y="564480"/>
                <a:ext cx="47160" cy="2030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254F668-2379-704E-6594-E2ACE1C00C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67520" y="528480"/>
                  <a:ext cx="118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FF75FDA-C3CB-DBC1-BB40-948E5F56A457}"/>
                    </a:ext>
                  </a:extLst>
                </p14:cNvPr>
                <p14:cNvContentPartPr/>
                <p14:nvPr/>
              </p14:nvContentPartPr>
              <p14:xfrm>
                <a:off x="7387400" y="585000"/>
                <a:ext cx="98280" cy="1461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FF75FDA-C3CB-DBC1-BB40-948E5F56A4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51760" y="549360"/>
                  <a:ext cx="169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02C7D7B-12A2-D564-E5CE-A32B2EDA2A63}"/>
                    </a:ext>
                  </a:extLst>
                </p14:cNvPr>
                <p14:cNvContentPartPr/>
                <p14:nvPr/>
              </p14:nvContentPartPr>
              <p14:xfrm>
                <a:off x="7394960" y="541800"/>
                <a:ext cx="47880" cy="133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02C7D7B-12A2-D564-E5CE-A32B2EDA2A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59320" y="506160"/>
                  <a:ext cx="119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0B5D8D1-484D-2579-DEDB-FF3D82C0978F}"/>
                    </a:ext>
                  </a:extLst>
                </p14:cNvPr>
                <p14:cNvContentPartPr/>
                <p14:nvPr/>
              </p14:nvContentPartPr>
              <p14:xfrm>
                <a:off x="7547600" y="619920"/>
                <a:ext cx="65520" cy="1123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0B5D8D1-484D-2579-DEDB-FF3D82C097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11600" y="583920"/>
                  <a:ext cx="137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895F312-0280-47B9-0371-30EDE6256F30}"/>
                    </a:ext>
                  </a:extLst>
                </p14:cNvPr>
                <p14:cNvContentPartPr/>
                <p14:nvPr/>
              </p14:nvContentPartPr>
              <p14:xfrm>
                <a:off x="7632200" y="512640"/>
                <a:ext cx="26280" cy="2300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895F312-0280-47B9-0371-30EDE6256F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96560" y="476640"/>
                  <a:ext cx="979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4B55987-11E0-453C-2B60-B3A24FEB77AE}"/>
                    </a:ext>
                  </a:extLst>
                </p14:cNvPr>
                <p14:cNvContentPartPr/>
                <p14:nvPr/>
              </p14:nvContentPartPr>
              <p14:xfrm>
                <a:off x="7756760" y="532800"/>
                <a:ext cx="18360" cy="1810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4B55987-11E0-453C-2B60-B3A24FEB77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21120" y="497160"/>
                  <a:ext cx="90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C5A8F3A-3E1D-14B2-F1D0-BF8AC4153C2A}"/>
                    </a:ext>
                  </a:extLst>
                </p14:cNvPr>
                <p14:cNvContentPartPr/>
                <p14:nvPr/>
              </p14:nvContentPartPr>
              <p14:xfrm>
                <a:off x="7762880" y="508320"/>
                <a:ext cx="77760" cy="225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C5A8F3A-3E1D-14B2-F1D0-BF8AC4153C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27240" y="472320"/>
                  <a:ext cx="14940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0D41554-B6D4-C6B9-0E85-742B5D5E676B}"/>
              </a:ext>
            </a:extLst>
          </p:cNvPr>
          <p:cNvGrpSpPr/>
          <p:nvPr/>
        </p:nvGrpSpPr>
        <p:grpSpPr>
          <a:xfrm>
            <a:off x="8974640" y="587160"/>
            <a:ext cx="909720" cy="533520"/>
            <a:chOff x="8974640" y="587160"/>
            <a:chExt cx="909720" cy="5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210EFEE-85CD-3F90-C2C8-69B43527CF13}"/>
                    </a:ext>
                  </a:extLst>
                </p14:cNvPr>
                <p14:cNvContentPartPr/>
                <p14:nvPr/>
              </p14:nvContentPartPr>
              <p14:xfrm>
                <a:off x="8974640" y="792000"/>
                <a:ext cx="909720" cy="3636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210EFEE-85CD-3F90-C2C8-69B43527CF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9000" y="756000"/>
                  <a:ext cx="981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CE310F7E-A433-F835-AD6D-9A784B3FE27C}"/>
                    </a:ext>
                  </a:extLst>
                </p14:cNvPr>
                <p14:cNvContentPartPr/>
                <p14:nvPr/>
              </p14:nvContentPartPr>
              <p14:xfrm>
                <a:off x="9125840" y="587160"/>
                <a:ext cx="742680" cy="53352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CE310F7E-A433-F835-AD6D-9A784B3FE2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89840" y="551160"/>
                  <a:ext cx="814320" cy="60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52243B60-CA3F-0F8E-C581-BFA6E9655948}"/>
                  </a:ext>
                </a:extLst>
              </p14:cNvPr>
              <p14:cNvContentPartPr/>
              <p14:nvPr/>
            </p14:nvContentPartPr>
            <p14:xfrm>
              <a:off x="6512600" y="3928320"/>
              <a:ext cx="3107160" cy="7092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52243B60-CA3F-0F8E-C581-BFA6E96559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76600" y="3892320"/>
                <a:ext cx="3178800" cy="1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13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24C0E-9F61-4F65-AC91-2671CF94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2.1.2: Time Variance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1287D-B3FD-49E4-842E-C57536AD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</a:t>
            </a:r>
            <a:endParaRPr lang="en-US" altLang="ko-KR" dirty="0"/>
          </a:p>
          <a:p>
            <a:pPr lvl="1"/>
            <a:r>
              <a:rPr lang="ko-KR" altLang="en-US" dirty="0"/>
              <a:t>시스템이 중첩의 원리</a:t>
            </a:r>
            <a:r>
              <a:rPr lang="en-US" altLang="ko-KR" dirty="0"/>
              <a:t>(Superposition)</a:t>
            </a:r>
            <a:r>
              <a:rPr lang="ko-KR" altLang="en-US" dirty="0"/>
              <a:t>를 만족하면 선형 시스템임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시불변성 </a:t>
            </a:r>
            <a:r>
              <a:rPr lang="en-US" altLang="ko-KR" dirty="0"/>
              <a:t>(Time-Invariant)</a:t>
            </a:r>
          </a:p>
          <a:p>
            <a:pPr lvl="1"/>
            <a:r>
              <a:rPr lang="ko-KR" altLang="en-US" dirty="0"/>
              <a:t>입력의 시간 이동이 같은 양의 출력의 시간 이동을 만듦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시변성</a:t>
            </a:r>
            <a:r>
              <a:rPr lang="ko-KR" altLang="en-US" dirty="0"/>
              <a:t> </a:t>
            </a:r>
            <a:r>
              <a:rPr lang="en-US" altLang="ko-KR" dirty="0"/>
              <a:t>(Time-Variant)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714EB-E960-48B6-9D2E-1AF8562A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2DC118-9BA4-4B92-9434-CACAD601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6" y="2470800"/>
            <a:ext cx="1887021" cy="668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7A2F19-24C2-47E5-8EED-97611753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32" y="2621943"/>
            <a:ext cx="3998984" cy="3200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654DD4E-0730-4FD0-85F9-0F1EFF102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715" y="4418142"/>
            <a:ext cx="1493524" cy="3200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D74616-6158-4940-A10D-B644B4ECA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074" y="4418142"/>
            <a:ext cx="2371348" cy="32004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2328B2-0BA6-42BC-B442-CD5AAB9B62E5}"/>
              </a:ext>
            </a:extLst>
          </p:cNvPr>
          <p:cNvCxnSpPr/>
          <p:nvPr/>
        </p:nvCxnSpPr>
        <p:spPr>
          <a:xfrm>
            <a:off x="4253948" y="2781963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E04A24D-963F-4C9D-B4CA-86F5F2B06D8B}"/>
              </a:ext>
            </a:extLst>
          </p:cNvPr>
          <p:cNvCxnSpPr/>
          <p:nvPr/>
        </p:nvCxnSpPr>
        <p:spPr>
          <a:xfrm>
            <a:off x="3869635" y="4578162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95D9B6B-BBE3-7533-6DFD-3DDB2892F2B6}"/>
              </a:ext>
            </a:extLst>
          </p:cNvPr>
          <p:cNvGrpSpPr/>
          <p:nvPr/>
        </p:nvGrpSpPr>
        <p:grpSpPr>
          <a:xfrm>
            <a:off x="8707880" y="1070280"/>
            <a:ext cx="2940840" cy="2818800"/>
            <a:chOff x="8707880" y="1070280"/>
            <a:chExt cx="294084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868C423-F919-4485-DDDF-5600D2595521}"/>
                    </a:ext>
                  </a:extLst>
                </p14:cNvPr>
                <p14:cNvContentPartPr/>
                <p14:nvPr/>
              </p14:nvContentPartPr>
              <p14:xfrm>
                <a:off x="8707880" y="3121560"/>
                <a:ext cx="706320" cy="2764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868C423-F919-4485-DDDF-5600D25955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72240" y="3085560"/>
                  <a:ext cx="777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98D7ACB-CB87-7083-79F5-59B4F58BCCF2}"/>
                    </a:ext>
                  </a:extLst>
                </p14:cNvPr>
                <p14:cNvContentPartPr/>
                <p14:nvPr/>
              </p14:nvContentPartPr>
              <p14:xfrm>
                <a:off x="8717600" y="3460320"/>
                <a:ext cx="801360" cy="1173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98D7ACB-CB87-7083-79F5-59B4F58BCC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81600" y="3424320"/>
                  <a:ext cx="873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ADD4637-7EE3-675A-BE46-448AFE8959D7}"/>
                    </a:ext>
                  </a:extLst>
                </p14:cNvPr>
                <p14:cNvContentPartPr/>
                <p14:nvPr/>
              </p14:nvContentPartPr>
              <p14:xfrm>
                <a:off x="9389000" y="3423240"/>
                <a:ext cx="216720" cy="188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ADD4637-7EE3-675A-BE46-448AFE8959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53360" y="3387600"/>
                  <a:ext cx="288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273AFC8-33BE-F4E7-9FB7-248ADAB31CE0}"/>
                    </a:ext>
                  </a:extLst>
                </p14:cNvPr>
                <p14:cNvContentPartPr/>
                <p14:nvPr/>
              </p14:nvContentPartPr>
              <p14:xfrm>
                <a:off x="9650360" y="2822760"/>
                <a:ext cx="122040" cy="8758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273AFC8-33BE-F4E7-9FB7-248ADAB31C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14360" y="2787120"/>
                  <a:ext cx="193680" cy="9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E3A72A6-EFA6-95F0-ECB4-8D9A48133822}"/>
                    </a:ext>
                  </a:extLst>
                </p14:cNvPr>
                <p14:cNvContentPartPr/>
                <p14:nvPr/>
              </p14:nvContentPartPr>
              <p14:xfrm>
                <a:off x="9708320" y="2548800"/>
                <a:ext cx="1440720" cy="9788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E3A72A6-EFA6-95F0-ECB4-8D9A481338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72680" y="2513160"/>
                  <a:ext cx="1512360" cy="10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B531799-08B5-EFC6-E584-BEAE313FAC56}"/>
                    </a:ext>
                  </a:extLst>
                </p14:cNvPr>
                <p14:cNvContentPartPr/>
                <p14:nvPr/>
              </p14:nvContentPartPr>
              <p14:xfrm>
                <a:off x="9754760" y="3599640"/>
                <a:ext cx="1269000" cy="2894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B531799-08B5-EFC6-E584-BEAE313FAC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19120" y="3563640"/>
                  <a:ext cx="13406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984B39A-707C-4A8B-D463-8F8EADCDB3A4}"/>
                    </a:ext>
                  </a:extLst>
                </p14:cNvPr>
                <p14:cNvContentPartPr/>
                <p14:nvPr/>
              </p14:nvContentPartPr>
              <p14:xfrm>
                <a:off x="10961120" y="3323520"/>
                <a:ext cx="65880" cy="4262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984B39A-707C-4A8B-D463-8F8EADCDB3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25120" y="3287520"/>
                  <a:ext cx="1375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D163BD7-D5A1-5CA3-2FA7-C393F2F5D3C3}"/>
                    </a:ext>
                  </a:extLst>
                </p14:cNvPr>
                <p14:cNvContentPartPr/>
                <p14:nvPr/>
              </p14:nvContentPartPr>
              <p14:xfrm>
                <a:off x="11101520" y="3012120"/>
                <a:ext cx="547200" cy="1144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D163BD7-D5A1-5CA3-2FA7-C393F2F5D3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65880" y="2976120"/>
                  <a:ext cx="618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79A93C0-98B3-E28E-6D7D-19F236331C66}"/>
                    </a:ext>
                  </a:extLst>
                </p14:cNvPr>
                <p14:cNvContentPartPr/>
                <p14:nvPr/>
              </p14:nvContentPartPr>
              <p14:xfrm>
                <a:off x="11429480" y="2966400"/>
                <a:ext cx="199440" cy="1944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79A93C0-98B3-E28E-6D7D-19F236331C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93840" y="2930760"/>
                  <a:ext cx="2710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F6CA514-264B-49EB-1E13-496CAB64A2C7}"/>
                    </a:ext>
                  </a:extLst>
                </p14:cNvPr>
                <p14:cNvContentPartPr/>
                <p14:nvPr/>
              </p14:nvContentPartPr>
              <p14:xfrm>
                <a:off x="11212040" y="2721600"/>
                <a:ext cx="426240" cy="189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F6CA514-264B-49EB-1E13-496CAB64A2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76400" y="2685960"/>
                  <a:ext cx="497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4D18AB7-44BD-CFC0-48E2-C76F57201538}"/>
                    </a:ext>
                  </a:extLst>
                </p14:cNvPr>
                <p14:cNvContentPartPr/>
                <p14:nvPr/>
              </p14:nvContentPartPr>
              <p14:xfrm>
                <a:off x="9627680" y="2798280"/>
                <a:ext cx="566640" cy="7714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4D18AB7-44BD-CFC0-48E2-C76F572015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91680" y="2762640"/>
                  <a:ext cx="63828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8AF6226-E084-CA63-B5CA-CE6F8769DD91}"/>
                    </a:ext>
                  </a:extLst>
                </p14:cNvPr>
                <p14:cNvContentPartPr/>
                <p14:nvPr/>
              </p14:nvContentPartPr>
              <p14:xfrm>
                <a:off x="10011080" y="2784240"/>
                <a:ext cx="528840" cy="8539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8AF6226-E084-CA63-B5CA-CE6F8769DD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75080" y="2748600"/>
                  <a:ext cx="60048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3C7A76A-198C-270C-5388-5933503384E4}"/>
                    </a:ext>
                  </a:extLst>
                </p14:cNvPr>
                <p14:cNvContentPartPr/>
                <p14:nvPr/>
              </p14:nvContentPartPr>
              <p14:xfrm>
                <a:off x="10458200" y="3022200"/>
                <a:ext cx="441360" cy="6868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3C7A76A-198C-270C-5388-5933503384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22200" y="2986200"/>
                  <a:ext cx="51300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02A4F4D-0AC1-5A58-515D-AAC367350057}"/>
                    </a:ext>
                  </a:extLst>
                </p14:cNvPr>
                <p14:cNvContentPartPr/>
                <p14:nvPr/>
              </p14:nvContentPartPr>
              <p14:xfrm>
                <a:off x="10045640" y="2248200"/>
                <a:ext cx="416880" cy="4539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02A4F4D-0AC1-5A58-515D-AAC3673500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09640" y="2212200"/>
                  <a:ext cx="48852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F835F233-4E85-89B0-4A6E-1EB977CE20D7}"/>
                    </a:ext>
                  </a:extLst>
                </p14:cNvPr>
                <p14:cNvContentPartPr/>
                <p14:nvPr/>
              </p14:nvContentPartPr>
              <p14:xfrm>
                <a:off x="10439840" y="2161800"/>
                <a:ext cx="98640" cy="147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F835F233-4E85-89B0-4A6E-1EB977CE20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03840" y="2125800"/>
                  <a:ext cx="170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C70FBC3-E384-404F-1022-ACCB987E7CC7}"/>
                    </a:ext>
                  </a:extLst>
                </p14:cNvPr>
                <p14:cNvContentPartPr/>
                <p14:nvPr/>
              </p14:nvContentPartPr>
              <p14:xfrm>
                <a:off x="10238240" y="1695240"/>
                <a:ext cx="422640" cy="471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C70FBC3-E384-404F-1022-ACCB987E7C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02600" y="1659600"/>
                  <a:ext cx="494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2BBAFCA-F328-84DB-E0BE-84346A169989}"/>
                    </a:ext>
                  </a:extLst>
                </p14:cNvPr>
                <p14:cNvContentPartPr/>
                <p14:nvPr/>
              </p14:nvContentPartPr>
              <p14:xfrm>
                <a:off x="10705160" y="1526400"/>
                <a:ext cx="10080" cy="2570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2BBAFCA-F328-84DB-E0BE-84346A1699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69160" y="1490400"/>
                  <a:ext cx="817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F084746-546B-EB1F-BCD4-F75B81537C3D}"/>
                    </a:ext>
                  </a:extLst>
                </p14:cNvPr>
                <p14:cNvContentPartPr/>
                <p14:nvPr/>
              </p14:nvContentPartPr>
              <p14:xfrm>
                <a:off x="10866080" y="1471320"/>
                <a:ext cx="16920" cy="3139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F084746-546B-EB1F-BCD4-F75B81537C3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30080" y="1435680"/>
                  <a:ext cx="885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0E1FC6AC-39A7-88C4-AFC4-DBB6287DF332}"/>
                    </a:ext>
                  </a:extLst>
                </p14:cNvPr>
                <p14:cNvContentPartPr/>
                <p14:nvPr/>
              </p14:nvContentPartPr>
              <p14:xfrm>
                <a:off x="10888400" y="1476000"/>
                <a:ext cx="392400" cy="309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0E1FC6AC-39A7-88C4-AFC4-DBB6287DF33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52760" y="1440000"/>
                  <a:ext cx="464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7CF2F742-6F38-F056-F49F-5093AF579547}"/>
                    </a:ext>
                  </a:extLst>
                </p14:cNvPr>
                <p14:cNvContentPartPr/>
                <p14:nvPr/>
              </p14:nvContentPartPr>
              <p14:xfrm>
                <a:off x="11296640" y="1070280"/>
                <a:ext cx="25560" cy="4546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7CF2F742-6F38-F056-F49F-5093AF5795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60640" y="1034280"/>
                  <a:ext cx="972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FE31EAA-73E5-A0F7-DC5D-149955B90002}"/>
                    </a:ext>
                  </a:extLst>
                </p14:cNvPr>
                <p14:cNvContentPartPr/>
                <p14:nvPr/>
              </p14:nvContentPartPr>
              <p14:xfrm>
                <a:off x="10867520" y="1740960"/>
                <a:ext cx="394200" cy="4104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FE31EAA-73E5-A0F7-DC5D-149955B900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31880" y="1705320"/>
                  <a:ext cx="465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36B65E7B-5E39-00E1-36EE-1CF180B683FA}"/>
                    </a:ext>
                  </a:extLst>
                </p14:cNvPr>
                <p14:cNvContentPartPr/>
                <p14:nvPr/>
              </p14:nvContentPartPr>
              <p14:xfrm>
                <a:off x="11234720" y="1744200"/>
                <a:ext cx="34200" cy="31248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36B65E7B-5E39-00E1-36EE-1CF180B683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99080" y="1708560"/>
                  <a:ext cx="1058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67F05A05-A536-E6B8-EEDF-4DFF30AA8935}"/>
                    </a:ext>
                  </a:extLst>
                </p14:cNvPr>
                <p14:cNvContentPartPr/>
                <p14:nvPr/>
              </p14:nvContentPartPr>
              <p14:xfrm>
                <a:off x="11160920" y="2061720"/>
                <a:ext cx="199440" cy="10728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67F05A05-A536-E6B8-EEDF-4DFF30AA89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24920" y="2025720"/>
                  <a:ext cx="271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A8D164A-4A1D-9096-4210-EC54B0E63D48}"/>
                    </a:ext>
                  </a:extLst>
                </p14:cNvPr>
                <p14:cNvContentPartPr/>
                <p14:nvPr/>
              </p14:nvContentPartPr>
              <p14:xfrm>
                <a:off x="11228600" y="2063160"/>
                <a:ext cx="101880" cy="11844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A8D164A-4A1D-9096-4210-EC54B0E63D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92600" y="2027520"/>
                  <a:ext cx="17352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E32C27D-E992-FA88-F830-4418EA2F3A8D}"/>
              </a:ext>
            </a:extLst>
          </p:cNvPr>
          <p:cNvGrpSpPr/>
          <p:nvPr/>
        </p:nvGrpSpPr>
        <p:grpSpPr>
          <a:xfrm>
            <a:off x="10938080" y="856080"/>
            <a:ext cx="615240" cy="235800"/>
            <a:chOff x="10938080" y="856080"/>
            <a:chExt cx="61524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316A8CB8-A11F-558F-45DE-39431A1F5964}"/>
                    </a:ext>
                  </a:extLst>
                </p14:cNvPr>
                <p14:cNvContentPartPr/>
                <p14:nvPr/>
              </p14:nvContentPartPr>
              <p14:xfrm>
                <a:off x="10938080" y="856080"/>
                <a:ext cx="615240" cy="410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316A8CB8-A11F-558F-45DE-39431A1F596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02440" y="820080"/>
                  <a:ext cx="686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19D0968-F41F-6BBC-59AF-009197F1FE4C}"/>
                    </a:ext>
                  </a:extLst>
                </p14:cNvPr>
                <p14:cNvContentPartPr/>
                <p14:nvPr/>
              </p14:nvContentPartPr>
              <p14:xfrm>
                <a:off x="11333360" y="864000"/>
                <a:ext cx="24480" cy="21132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19D0968-F41F-6BBC-59AF-009197F1FE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97720" y="828360"/>
                  <a:ext cx="96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2ED78479-95B9-DDFB-0E41-FAA241A5A37B}"/>
                    </a:ext>
                  </a:extLst>
                </p14:cNvPr>
                <p14:cNvContentPartPr/>
                <p14:nvPr/>
              </p14:nvContentPartPr>
              <p14:xfrm>
                <a:off x="11309240" y="1077120"/>
                <a:ext cx="9360" cy="147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2ED78479-95B9-DDFB-0E41-FAA241A5A3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73600" y="1041480"/>
                  <a:ext cx="81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87445B5F-176A-AB6F-254D-960672561879}"/>
                    </a:ext>
                  </a:extLst>
                </p14:cNvPr>
                <p14:cNvContentPartPr/>
                <p14:nvPr/>
              </p14:nvContentPartPr>
              <p14:xfrm>
                <a:off x="11292320" y="1019520"/>
                <a:ext cx="146880" cy="5328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87445B5F-176A-AB6F-254D-9606725618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56320" y="983520"/>
                  <a:ext cx="218520" cy="12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383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71A4-2DF0-4073-B05A-A32396BA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3863AB-E71E-45E2-ACF0-B7B6EB15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8088"/>
            <a:ext cx="10515600" cy="2971799"/>
          </a:xfrm>
        </p:spPr>
        <p:txBody>
          <a:bodyPr/>
          <a:lstStyle/>
          <a:p>
            <a:pPr lvl="1"/>
            <a:r>
              <a:rPr lang="en-US" altLang="ko-KR" dirty="0"/>
              <a:t>(a) </a:t>
            </a:r>
            <a:r>
              <a:rPr lang="ko-KR" altLang="en-US" dirty="0"/>
              <a:t>간단한 스위치 회로</a:t>
            </a:r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을 입력으로 간주</a:t>
            </a:r>
            <a:endParaRPr lang="en-US" altLang="ko-KR" dirty="0"/>
          </a:p>
          <a:p>
            <a:pPr lvl="2"/>
            <a:r>
              <a:rPr lang="ko-KR" altLang="en-US" dirty="0"/>
              <a:t>비선형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은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의 진폭에 무관함</a:t>
            </a:r>
            <a:endParaRPr lang="en-US" altLang="ko-KR" dirty="0"/>
          </a:p>
          <a:p>
            <a:pPr lvl="2"/>
            <a:r>
              <a:rPr lang="ko-KR" altLang="en-US" dirty="0" err="1"/>
              <a:t>시변성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이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ko-KR" altLang="en-US" dirty="0"/>
              <a:t>에 영향을 받음 </a:t>
            </a:r>
            <a:endParaRPr lang="en-US" altLang="ko-KR" dirty="0"/>
          </a:p>
          <a:p>
            <a:pPr lvl="3"/>
            <a:r>
              <a:rPr lang="en-US" altLang="ko-KR" i="1" dirty="0"/>
              <a:t>V</a:t>
            </a:r>
            <a:r>
              <a:rPr lang="en-US" altLang="ko-KR" baseline="-25000" dirty="0"/>
              <a:t>in</a:t>
            </a:r>
            <a:r>
              <a:rPr lang="en-US" altLang="ko-KR" dirty="0"/>
              <a:t>: </a:t>
            </a:r>
            <a:r>
              <a:rPr lang="ko-KR" altLang="en-US" dirty="0" err="1"/>
              <a:t>양전압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음전압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(c)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ko-KR" altLang="en-US" dirty="0">
                <a:sym typeface="Wingdings" panose="05000000000000000000" pitchFamily="2" charset="2"/>
              </a:rPr>
              <a:t>를 입력으로 간주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선형</a:t>
            </a:r>
            <a:r>
              <a:rPr lang="en-US" altLang="ko-KR" dirty="0">
                <a:sym typeface="Wingdings" panose="05000000000000000000" pitchFamily="2" charset="2"/>
              </a:rPr>
              <a:t>: 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예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ko-KR" altLang="en-US" dirty="0">
                <a:sym typeface="Wingdings" panose="05000000000000000000" pitchFamily="2" charset="2"/>
              </a:rPr>
              <a:t>의 진폭을 두배로 늘리면 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ko-KR" altLang="en-US" dirty="0">
                <a:sym typeface="Wingdings" panose="05000000000000000000" pitchFamily="2" charset="2"/>
              </a:rPr>
              <a:t>이 두배로 증가함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ko-KR" altLang="en-US" dirty="0" err="1"/>
              <a:t>시변성</a:t>
            </a:r>
            <a:r>
              <a:rPr lang="ko-KR" altLang="en-US" dirty="0"/>
              <a:t> </a:t>
            </a:r>
            <a:r>
              <a:rPr lang="en-US" altLang="ko-KR" dirty="0"/>
              <a:t>: 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이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에 영향을 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19B0B-1BBE-4263-BCDD-8AD68320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779F13-8A2F-4AA6-81CF-EC0E9087E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80" y="1279688"/>
            <a:ext cx="7841840" cy="22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3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65E61-9C8D-41B9-9C91-98C007AB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4DBB4-BB6F-4590-A399-F8AB0A00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문제</a:t>
            </a:r>
            <a:endParaRPr lang="en-US" altLang="ko-KR" dirty="0"/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1</a:t>
            </a:r>
            <a:r>
              <a:rPr lang="en-US" altLang="ko-KR" dirty="0"/>
              <a:t>cos(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) (</a:t>
            </a:r>
            <a:r>
              <a:rPr lang="ko-KR" altLang="en-US" dirty="0"/>
              <a:t>스위치 구동</a:t>
            </a:r>
            <a:r>
              <a:rPr lang="en-US" altLang="ko-KR" dirty="0"/>
              <a:t>)</a:t>
            </a:r>
            <a:r>
              <a:rPr lang="ko-KR" altLang="en-US" dirty="0"/>
              <a:t>이고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2</a:t>
            </a:r>
            <a:r>
              <a:rPr lang="en-US" altLang="ko-KR" dirty="0"/>
              <a:t>cos(1.25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일 때 출력 파형과 생성되는 주파수를 도시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풀이</a:t>
            </a:r>
            <a:endParaRPr lang="en-US" altLang="ko-KR" dirty="0"/>
          </a:p>
          <a:p>
            <a:pPr lvl="2"/>
            <a:r>
              <a:rPr lang="ko-KR" altLang="en-US" dirty="0"/>
              <a:t>스위치 동작 조건</a:t>
            </a:r>
            <a:r>
              <a:rPr lang="en-US" altLang="ko-KR" dirty="0"/>
              <a:t>: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&gt; 0</a:t>
            </a:r>
            <a:r>
              <a:rPr lang="ko-KR" altLang="en-US" dirty="0"/>
              <a:t>일 때 스위치가 닫혀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ko-KR" altLang="en-US" dirty="0"/>
              <a:t>가 되고</a:t>
            </a:r>
            <a:r>
              <a:rPr lang="en-US" altLang="ko-KR" dirty="0"/>
              <a:t>,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&lt; 0</a:t>
            </a:r>
            <a:r>
              <a:rPr lang="ko-KR" altLang="en-US" dirty="0"/>
              <a:t>일 때 열려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en-US" altLang="ko-KR" dirty="0"/>
              <a:t> = 0</a:t>
            </a:r>
            <a:r>
              <a:rPr lang="ko-KR" altLang="en-US" dirty="0"/>
              <a:t>이 됨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321E0-F550-42AC-8634-1002B39A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788850-644F-44E9-9C69-E15234F9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24" y="3742612"/>
            <a:ext cx="3632951" cy="29788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D2CDAA-708A-4981-A4CA-EEE8CC11A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15" y="136525"/>
            <a:ext cx="4936920" cy="141392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61A821D-AB8E-665E-3591-22A6056BE6EC}"/>
              </a:ext>
            </a:extLst>
          </p:cNvPr>
          <p:cNvGrpSpPr/>
          <p:nvPr/>
        </p:nvGrpSpPr>
        <p:grpSpPr>
          <a:xfrm>
            <a:off x="2362160" y="2121120"/>
            <a:ext cx="8016840" cy="217440"/>
            <a:chOff x="2362160" y="2121120"/>
            <a:chExt cx="801684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4758024-BC22-F005-918C-876AC80BA40D}"/>
                    </a:ext>
                  </a:extLst>
                </p14:cNvPr>
                <p14:cNvContentPartPr/>
                <p14:nvPr/>
              </p14:nvContentPartPr>
              <p14:xfrm>
                <a:off x="4190960" y="2121120"/>
                <a:ext cx="6188040" cy="1263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4758024-BC22-F005-918C-876AC80BA4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55320" y="2085480"/>
                  <a:ext cx="6259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7FABB319-4000-D6D0-0D0A-59756502A229}"/>
                    </a:ext>
                  </a:extLst>
                </p14:cNvPr>
                <p14:cNvContentPartPr/>
                <p14:nvPr/>
              </p14:nvContentPartPr>
              <p14:xfrm>
                <a:off x="2362160" y="2296800"/>
                <a:ext cx="1329840" cy="417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7FABB319-4000-D6D0-0D0A-59756502A2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26160" y="2261160"/>
                  <a:ext cx="140148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1610F9A-66F0-5DA9-2752-C4C4CB60C484}"/>
              </a:ext>
            </a:extLst>
          </p:cNvPr>
          <p:cNvGrpSpPr/>
          <p:nvPr/>
        </p:nvGrpSpPr>
        <p:grpSpPr>
          <a:xfrm>
            <a:off x="4913480" y="3891240"/>
            <a:ext cx="2348640" cy="424440"/>
            <a:chOff x="4913480" y="3891240"/>
            <a:chExt cx="23486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DA82C49-F928-8BCA-C094-8D1C50DFC13D}"/>
                    </a:ext>
                  </a:extLst>
                </p14:cNvPr>
                <p14:cNvContentPartPr/>
                <p14:nvPr/>
              </p14:nvContentPartPr>
              <p14:xfrm>
                <a:off x="4913480" y="3891240"/>
                <a:ext cx="115920" cy="2563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DA82C49-F928-8BCA-C094-8D1C50DFC1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77480" y="3855600"/>
                  <a:ext cx="1875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7F99F38-F05D-DAF3-BDC5-DD7F6D5AB257}"/>
                    </a:ext>
                  </a:extLst>
                </p14:cNvPr>
                <p14:cNvContentPartPr/>
                <p14:nvPr/>
              </p14:nvContentPartPr>
              <p14:xfrm>
                <a:off x="4964240" y="3966120"/>
                <a:ext cx="131040" cy="2318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7F99F38-F05D-DAF3-BDC5-DD7F6D5AB2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8240" y="3930120"/>
                  <a:ext cx="202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C4B93A8-5E03-011E-D0FD-D4E62E40FE64}"/>
                    </a:ext>
                  </a:extLst>
                </p14:cNvPr>
                <p14:cNvContentPartPr/>
                <p14:nvPr/>
              </p14:nvContentPartPr>
              <p14:xfrm>
                <a:off x="4969280" y="3957840"/>
                <a:ext cx="191160" cy="2894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C4B93A8-5E03-011E-D0FD-D4E62E40FE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3280" y="3922200"/>
                  <a:ext cx="262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FDE503C-2257-18D2-6A20-379AA5312A21}"/>
                    </a:ext>
                  </a:extLst>
                </p14:cNvPr>
                <p14:cNvContentPartPr/>
                <p14:nvPr/>
              </p14:nvContentPartPr>
              <p14:xfrm>
                <a:off x="5071160" y="4149360"/>
                <a:ext cx="78840" cy="1022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FDE503C-2257-18D2-6A20-379AA5312A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5520" y="4113360"/>
                  <a:ext cx="150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BA456D9-470A-8C39-C75F-D243C8718191}"/>
                    </a:ext>
                  </a:extLst>
                </p14:cNvPr>
                <p14:cNvContentPartPr/>
                <p14:nvPr/>
              </p14:nvContentPartPr>
              <p14:xfrm>
                <a:off x="5835080" y="4041000"/>
                <a:ext cx="52560" cy="2293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BA456D9-470A-8C39-C75F-D243C87181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99440" y="4005000"/>
                  <a:ext cx="124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C88E02D-309C-AF1D-D5E0-28134D39A293}"/>
                    </a:ext>
                  </a:extLst>
                </p14:cNvPr>
                <p14:cNvContentPartPr/>
                <p14:nvPr/>
              </p14:nvContentPartPr>
              <p14:xfrm>
                <a:off x="5867480" y="3953160"/>
                <a:ext cx="187560" cy="3229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C88E02D-309C-AF1D-D5E0-28134D39A29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1480" y="3917520"/>
                  <a:ext cx="2592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6C65A1E-4AE5-C888-35C2-DA74493E6C1B}"/>
                    </a:ext>
                  </a:extLst>
                </p14:cNvPr>
                <p14:cNvContentPartPr/>
                <p14:nvPr/>
              </p14:nvContentPartPr>
              <p14:xfrm>
                <a:off x="5993120" y="3978360"/>
                <a:ext cx="133200" cy="2638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6C65A1E-4AE5-C888-35C2-DA74493E6C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7480" y="3942360"/>
                  <a:ext cx="204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72E28DE-79F0-80BF-57A7-809FFF5D67FD}"/>
                    </a:ext>
                  </a:extLst>
                </p14:cNvPr>
                <p14:cNvContentPartPr/>
                <p14:nvPr/>
              </p14:nvContentPartPr>
              <p14:xfrm>
                <a:off x="6065840" y="4045680"/>
                <a:ext cx="119880" cy="2700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72E28DE-79F0-80BF-57A7-809FFF5D67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30200" y="4009680"/>
                  <a:ext cx="1915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55EEE9D-C3E1-23AE-A1CF-6A79B773A8C1}"/>
                    </a:ext>
                  </a:extLst>
                </p14:cNvPr>
                <p14:cNvContentPartPr/>
                <p14:nvPr/>
              </p14:nvContentPartPr>
              <p14:xfrm>
                <a:off x="6801320" y="3996360"/>
                <a:ext cx="167040" cy="2595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55EEE9D-C3E1-23AE-A1CF-6A79B773A8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5680" y="3960720"/>
                  <a:ext cx="2386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95F089B-6FE1-8443-AEC9-5AA7D2497D1D}"/>
                    </a:ext>
                  </a:extLst>
                </p14:cNvPr>
                <p14:cNvContentPartPr/>
                <p14:nvPr/>
              </p14:nvContentPartPr>
              <p14:xfrm>
                <a:off x="6946400" y="3961440"/>
                <a:ext cx="315720" cy="3513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95F089B-6FE1-8443-AEC9-5AA7D2497D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0760" y="3925800"/>
                  <a:ext cx="387360" cy="42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AFAA70C-D005-5F7A-E5E5-2B5B84B7ADA2}"/>
              </a:ext>
            </a:extLst>
          </p:cNvPr>
          <p:cNvGrpSpPr/>
          <p:nvPr/>
        </p:nvGrpSpPr>
        <p:grpSpPr>
          <a:xfrm>
            <a:off x="3852200" y="3900960"/>
            <a:ext cx="513360" cy="370800"/>
            <a:chOff x="3852200" y="3900960"/>
            <a:chExt cx="51336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F717F92-7917-EF2D-2977-38EB89694B9D}"/>
                    </a:ext>
                  </a:extLst>
                </p14:cNvPr>
                <p14:cNvContentPartPr/>
                <p14:nvPr/>
              </p14:nvContentPartPr>
              <p14:xfrm>
                <a:off x="3852200" y="3929040"/>
                <a:ext cx="145800" cy="342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F717F92-7917-EF2D-2977-38EB89694B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16200" y="3893040"/>
                  <a:ext cx="2174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2912C13-7BC3-0E27-812E-2124B2435139}"/>
                    </a:ext>
                  </a:extLst>
                </p14:cNvPr>
                <p14:cNvContentPartPr/>
                <p14:nvPr/>
              </p14:nvContentPartPr>
              <p14:xfrm>
                <a:off x="4073960" y="3900960"/>
                <a:ext cx="291600" cy="2736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2912C13-7BC3-0E27-812E-2124B24351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37960" y="3864960"/>
                  <a:ext cx="3632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C5733D3-8502-5A94-067C-850E15F6CCDA}"/>
              </a:ext>
            </a:extLst>
          </p:cNvPr>
          <p:cNvGrpSpPr/>
          <p:nvPr/>
        </p:nvGrpSpPr>
        <p:grpSpPr>
          <a:xfrm>
            <a:off x="3515240" y="4935600"/>
            <a:ext cx="513000" cy="435600"/>
            <a:chOff x="3515240" y="4935600"/>
            <a:chExt cx="5130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6A08589-E490-8FCC-20A9-F002B0EA8C6B}"/>
                    </a:ext>
                  </a:extLst>
                </p14:cNvPr>
                <p14:cNvContentPartPr/>
                <p14:nvPr/>
              </p14:nvContentPartPr>
              <p14:xfrm>
                <a:off x="3515240" y="5039640"/>
                <a:ext cx="154080" cy="3268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6A08589-E490-8FCC-20A9-F002B0EA8C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79600" y="5004000"/>
                  <a:ext cx="2257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8B8FF04-54CB-7F02-0994-5D9E6E94BDBA}"/>
                    </a:ext>
                  </a:extLst>
                </p14:cNvPr>
                <p14:cNvContentPartPr/>
                <p14:nvPr/>
              </p14:nvContentPartPr>
              <p14:xfrm>
                <a:off x="3766160" y="5131080"/>
                <a:ext cx="17280" cy="2401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8B8FF04-54CB-7F02-0994-5D9E6E94BD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30520" y="5095080"/>
                  <a:ext cx="889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68F9398-43A1-E4E5-377A-1E2BDAF7E24A}"/>
                    </a:ext>
                  </a:extLst>
                </p14:cNvPr>
                <p14:cNvContentPartPr/>
                <p14:nvPr/>
              </p14:nvContentPartPr>
              <p14:xfrm>
                <a:off x="3805040" y="4935600"/>
                <a:ext cx="28080" cy="345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68F9398-43A1-E4E5-377A-1E2BDAF7E2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69040" y="4899960"/>
                  <a:ext cx="99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8FF43DA-3C81-9B63-B39D-958C65C23C87}"/>
                    </a:ext>
                  </a:extLst>
                </p14:cNvPr>
                <p14:cNvContentPartPr/>
                <p14:nvPr/>
              </p14:nvContentPartPr>
              <p14:xfrm>
                <a:off x="3846800" y="4975920"/>
                <a:ext cx="181440" cy="3895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8FF43DA-3C81-9B63-B39D-958C65C23C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0800" y="4940280"/>
                  <a:ext cx="253080" cy="46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5466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7C432-F474-4066-9C89-0AB8BB8B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7E8BC3-81A0-43F4-845F-E36D0C53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위의 스위칭 회로는 </a:t>
            </a:r>
            <a:r>
              <a:rPr lang="en-US" altLang="ko-KR" dirty="0"/>
              <a:t>RF mixer</a:t>
            </a:r>
            <a:r>
              <a:rPr lang="ko-KR" altLang="en-US" dirty="0"/>
              <a:t>가 됨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2.3</a:t>
            </a:r>
            <a:r>
              <a:rPr lang="ko-KR" altLang="en-US" dirty="0"/>
              <a:t>을 식으로 표현</a:t>
            </a:r>
            <a:endParaRPr lang="en-US" altLang="ko-KR" dirty="0"/>
          </a:p>
          <a:p>
            <a:pPr lvl="3"/>
            <a:r>
              <a:rPr lang="en-US" altLang="ko-KR" i="1" dirty="0"/>
              <a:t>S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): </a:t>
            </a:r>
            <a:r>
              <a:rPr lang="ko-KR" altLang="en-US" dirty="0"/>
              <a:t>사각파의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/(2</a:t>
            </a:r>
            <a:r>
              <a:rPr lang="el-GR" altLang="ko-KR" dirty="0"/>
              <a:t>π</a:t>
            </a:r>
            <a:r>
              <a:rPr lang="en-US" altLang="ko-KR" dirty="0"/>
              <a:t>)</a:t>
            </a:r>
            <a:r>
              <a:rPr lang="ko-KR" altLang="en-US" dirty="0"/>
              <a:t>의 주파수로 바뀌는 것을 의미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3A46F-4A0B-4EFF-B5B6-407EC665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7948F9-3870-4844-97E7-E0C4A487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29" y="1759679"/>
            <a:ext cx="2535942" cy="3200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9F5E91-A012-4FA4-B74B-E383CB89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64" y="3022147"/>
            <a:ext cx="2535942" cy="3200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E8C1D0-39AF-4C54-A696-2AA59A3CC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235" y="2502928"/>
            <a:ext cx="5282194" cy="152400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496D82D-951C-4871-A9E3-E7B17B92BF84}"/>
              </a:ext>
            </a:extLst>
          </p:cNvPr>
          <p:cNvCxnSpPr>
            <a:cxnSpLocks/>
          </p:cNvCxnSpPr>
          <p:nvPr/>
        </p:nvCxnSpPr>
        <p:spPr>
          <a:xfrm>
            <a:off x="4413899" y="3210379"/>
            <a:ext cx="1682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E9B1C6-6635-48FC-B579-6E477FA89603}"/>
              </a:ext>
            </a:extLst>
          </p:cNvPr>
          <p:cNvSpPr txBox="1"/>
          <p:nvPr/>
        </p:nvSpPr>
        <p:spPr>
          <a:xfrm>
            <a:off x="4147006" y="3411469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주파수 도메인으로 변환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C47C00-DAC0-4EF3-A355-0994DAB7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130" y="4300694"/>
            <a:ext cx="7177739" cy="21921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FCF2FFC-887F-7BA0-933F-AC49927004F2}"/>
                  </a:ext>
                </a:extLst>
              </p14:cNvPr>
              <p14:cNvContentPartPr/>
              <p14:nvPr/>
            </p14:nvContentPartPr>
            <p14:xfrm>
              <a:off x="6517280" y="5101200"/>
              <a:ext cx="2065320" cy="111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FCF2FFC-887F-7BA0-933F-AC49927004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1640" y="5065560"/>
                <a:ext cx="21369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C6F9C32-7683-C1D7-C1DC-30E254E32D87}"/>
                  </a:ext>
                </a:extLst>
              </p14:cNvPr>
              <p14:cNvContentPartPr/>
              <p14:nvPr/>
            </p14:nvContentPartPr>
            <p14:xfrm>
              <a:off x="6285800" y="3990600"/>
              <a:ext cx="2166120" cy="13528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C6F9C32-7683-C1D7-C1DC-30E254E32D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49800" y="3954960"/>
                <a:ext cx="2237760" cy="142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60F3D1-AAB0-8327-21A1-C6858A7E8BF0}"/>
              </a:ext>
            </a:extLst>
          </p:cNvPr>
          <p:cNvGrpSpPr/>
          <p:nvPr/>
        </p:nvGrpSpPr>
        <p:grpSpPr>
          <a:xfrm>
            <a:off x="2897840" y="6213960"/>
            <a:ext cx="554760" cy="538200"/>
            <a:chOff x="2897840" y="6213960"/>
            <a:chExt cx="55476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569502E-862C-1B5C-3E81-EAA4F7107791}"/>
                    </a:ext>
                  </a:extLst>
                </p14:cNvPr>
                <p14:cNvContentPartPr/>
                <p14:nvPr/>
              </p14:nvContentPartPr>
              <p14:xfrm>
                <a:off x="2897840" y="6358320"/>
                <a:ext cx="214560" cy="2912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569502E-862C-1B5C-3E81-EAA4F71077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1840" y="6322680"/>
                  <a:ext cx="2862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424FB45-35F0-84D8-2AF0-41041623C743}"/>
                    </a:ext>
                  </a:extLst>
                </p14:cNvPr>
                <p14:cNvContentPartPr/>
                <p14:nvPr/>
              </p14:nvContentPartPr>
              <p14:xfrm>
                <a:off x="3168200" y="6213960"/>
                <a:ext cx="44280" cy="511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424FB45-35F0-84D8-2AF0-41041623C7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32560" y="6177960"/>
                  <a:ext cx="11592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01F90E2-0279-FF21-7E83-2B77EBE38EC0}"/>
                    </a:ext>
                  </a:extLst>
                </p14:cNvPr>
                <p14:cNvContentPartPr/>
                <p14:nvPr/>
              </p14:nvContentPartPr>
              <p14:xfrm>
                <a:off x="3274400" y="6469560"/>
                <a:ext cx="178200" cy="2826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01F90E2-0279-FF21-7E83-2B77EBE38E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38400" y="6433920"/>
                  <a:ext cx="24984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1E7107D-BD50-EA76-CE91-D2C00531C954}"/>
              </a:ext>
            </a:extLst>
          </p:cNvPr>
          <p:cNvGrpSpPr/>
          <p:nvPr/>
        </p:nvGrpSpPr>
        <p:grpSpPr>
          <a:xfrm>
            <a:off x="4834640" y="6366240"/>
            <a:ext cx="1769400" cy="229680"/>
            <a:chOff x="4834640" y="6366240"/>
            <a:chExt cx="17694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3D2E315-8D80-CD55-0684-1D7EF2E8D54A}"/>
                    </a:ext>
                  </a:extLst>
                </p14:cNvPr>
                <p14:cNvContentPartPr/>
                <p14:nvPr/>
              </p14:nvContentPartPr>
              <p14:xfrm>
                <a:off x="4834640" y="6409440"/>
                <a:ext cx="1739160" cy="1152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3D2E315-8D80-CD55-0684-1D7EF2E8D5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99000" y="6373440"/>
                  <a:ext cx="1810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A6704FE-39F7-5D64-AE3C-6B145DA12E5D}"/>
                    </a:ext>
                  </a:extLst>
                </p14:cNvPr>
                <p14:cNvContentPartPr/>
                <p14:nvPr/>
              </p14:nvContentPartPr>
              <p14:xfrm>
                <a:off x="6341600" y="6366240"/>
                <a:ext cx="262440" cy="2296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A6704FE-39F7-5D64-AE3C-6B145DA12E5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05600" y="6330240"/>
                  <a:ext cx="33408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42D1B8B-AF18-2110-2EEF-A968A0FA019B}"/>
              </a:ext>
            </a:extLst>
          </p:cNvPr>
          <p:cNvGrpSpPr/>
          <p:nvPr/>
        </p:nvGrpSpPr>
        <p:grpSpPr>
          <a:xfrm>
            <a:off x="7699520" y="6386040"/>
            <a:ext cx="378720" cy="310680"/>
            <a:chOff x="7699520" y="6386040"/>
            <a:chExt cx="37872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C6ADD04-774D-6CD1-0558-02142B947B13}"/>
                    </a:ext>
                  </a:extLst>
                </p14:cNvPr>
                <p14:cNvContentPartPr/>
                <p14:nvPr/>
              </p14:nvContentPartPr>
              <p14:xfrm>
                <a:off x="7699520" y="6386040"/>
                <a:ext cx="38520" cy="2196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C6ADD04-774D-6CD1-0558-02142B947B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63520" y="6350040"/>
                  <a:ext cx="110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BBBE540-8D66-77F7-F689-357EEC497C65}"/>
                    </a:ext>
                  </a:extLst>
                </p14:cNvPr>
                <p14:cNvContentPartPr/>
                <p14:nvPr/>
              </p14:nvContentPartPr>
              <p14:xfrm>
                <a:off x="7726160" y="6455160"/>
                <a:ext cx="264240" cy="334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BBBE540-8D66-77F7-F689-357EEC497C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0520" y="6419520"/>
                  <a:ext cx="335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47960BC-7020-2C10-FEFD-D753E4EB172D}"/>
                    </a:ext>
                  </a:extLst>
                </p14:cNvPr>
                <p14:cNvContentPartPr/>
                <p14:nvPr/>
              </p14:nvContentPartPr>
              <p14:xfrm>
                <a:off x="7982840" y="6386400"/>
                <a:ext cx="15120" cy="2217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47960BC-7020-2C10-FEFD-D753E4EB172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7200" y="6350400"/>
                  <a:ext cx="86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E6CA9EC-B8D4-A1B4-6D05-D21A90F243E7}"/>
                    </a:ext>
                  </a:extLst>
                </p14:cNvPr>
                <p14:cNvContentPartPr/>
                <p14:nvPr/>
              </p14:nvContentPartPr>
              <p14:xfrm>
                <a:off x="8040080" y="6595920"/>
                <a:ext cx="38160" cy="1008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E6CA9EC-B8D4-A1B4-6D05-D21A90F243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04440" y="6559920"/>
                  <a:ext cx="109800" cy="17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091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D357A-0089-4739-8442-9355510B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2.1.3: Nonlinearity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25AE5-4CE4-4306-B583-EE80D9869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“Memoryless”</a:t>
            </a:r>
            <a:r>
              <a:rPr lang="ko-KR" altLang="en-US" dirty="0"/>
              <a:t> 혹은 </a:t>
            </a:r>
            <a:r>
              <a:rPr lang="en-US" altLang="ko-KR" dirty="0"/>
              <a:t>“Static”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출력이 과거의 </a:t>
            </a:r>
            <a:r>
              <a:rPr lang="ko-KR" altLang="en-US" dirty="0" err="1"/>
              <a:t>입력값에</a:t>
            </a:r>
            <a:r>
              <a:rPr lang="ko-KR" altLang="en-US" dirty="0"/>
              <a:t> 의존하지 않음</a:t>
            </a:r>
            <a:endParaRPr lang="en-US" altLang="ko-KR" dirty="0"/>
          </a:p>
          <a:p>
            <a:r>
              <a:rPr lang="ko-KR" altLang="en-US" dirty="0"/>
              <a:t>메모리리스 선형 시스템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메모리리스 비선형 시스템</a:t>
            </a:r>
            <a:endParaRPr lang="en-US" altLang="ko-KR" dirty="0"/>
          </a:p>
          <a:p>
            <a:pPr lvl="1"/>
            <a:r>
              <a:rPr lang="ko-KR" altLang="en-US" dirty="0"/>
              <a:t>출력이 현재 입력에만 의존할 때 테일러 급수로 근사 전개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Common-source </a:t>
            </a:r>
            <a:r>
              <a:rPr lang="ko-KR" altLang="en-US" dirty="0"/>
              <a:t>증폭기의 경우</a:t>
            </a:r>
            <a:r>
              <a:rPr lang="en-US" altLang="ko-KR" dirty="0"/>
              <a:t> 2</a:t>
            </a:r>
            <a:r>
              <a:rPr lang="ko-KR" altLang="en-US" dirty="0"/>
              <a:t>차 비선형성을 보임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2BC4FE-6402-445D-832A-471F23C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4C0866-2C63-4B31-8DC2-0D74966B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96" y="2346189"/>
            <a:ext cx="145999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9B8EFBF-CEC4-44EC-AE38-1CB7399E2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181" y="4098134"/>
            <a:ext cx="5041402" cy="3566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7735FF-C01C-458F-9D31-C2D8D3E6C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105" y="5263836"/>
            <a:ext cx="4733554" cy="8961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EBBF05-E94D-4237-8906-8A69975A6A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211"/>
          <a:stretch/>
        </p:blipFill>
        <p:spPr>
          <a:xfrm>
            <a:off x="9669595" y="4454750"/>
            <a:ext cx="2276190" cy="1962772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7A909D55-D397-9785-CECA-588D1C3D6C95}"/>
              </a:ext>
            </a:extLst>
          </p:cNvPr>
          <p:cNvGrpSpPr/>
          <p:nvPr/>
        </p:nvGrpSpPr>
        <p:grpSpPr>
          <a:xfrm>
            <a:off x="7880240" y="2101320"/>
            <a:ext cx="2157840" cy="532800"/>
            <a:chOff x="7880240" y="2101320"/>
            <a:chExt cx="215784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7F16444-9773-6DBE-80CF-A3A1B7655885}"/>
                    </a:ext>
                  </a:extLst>
                </p14:cNvPr>
                <p14:cNvContentPartPr/>
                <p14:nvPr/>
              </p14:nvContentPartPr>
              <p14:xfrm>
                <a:off x="7880240" y="2141280"/>
                <a:ext cx="217440" cy="4928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7F16444-9773-6DBE-80CF-A3A1B76558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44240" y="2105280"/>
                  <a:ext cx="2890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F0B36AA-4A51-4918-A33B-CB53C57A0D3D}"/>
                    </a:ext>
                  </a:extLst>
                </p14:cNvPr>
                <p14:cNvContentPartPr/>
                <p14:nvPr/>
              </p14:nvContentPartPr>
              <p14:xfrm>
                <a:off x="8094080" y="2101320"/>
                <a:ext cx="7560" cy="4917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F0B36AA-4A51-4918-A33B-CB53C57A0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58080" y="2065320"/>
                  <a:ext cx="792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17C43BB-5FDE-D534-84E1-AF6D341EDD43}"/>
                    </a:ext>
                  </a:extLst>
                </p14:cNvPr>
                <p14:cNvContentPartPr/>
                <p14:nvPr/>
              </p14:nvContentPartPr>
              <p14:xfrm>
                <a:off x="8004800" y="2374200"/>
                <a:ext cx="76320" cy="144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17C43BB-5FDE-D534-84E1-AF6D341EDD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69160" y="2338200"/>
                  <a:ext cx="147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BCF5B9D-FFA9-342A-5B89-B28962CA52DE}"/>
                    </a:ext>
                  </a:extLst>
                </p14:cNvPr>
                <p14:cNvContentPartPr/>
                <p14:nvPr/>
              </p14:nvContentPartPr>
              <p14:xfrm>
                <a:off x="8231240" y="2330280"/>
                <a:ext cx="183960" cy="2563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BCF5B9D-FFA9-342A-5B89-B28962CA52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95240" y="2294640"/>
                  <a:ext cx="255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F5670A7-66B1-220B-1525-086F9EDB61D0}"/>
                    </a:ext>
                  </a:extLst>
                </p14:cNvPr>
                <p14:cNvContentPartPr/>
                <p14:nvPr/>
              </p14:nvContentPartPr>
              <p14:xfrm>
                <a:off x="8530040" y="2290680"/>
                <a:ext cx="159480" cy="432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F5670A7-66B1-220B-1525-086F9EDB61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94400" y="2255040"/>
                  <a:ext cx="231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3B0314A-75C5-8669-490B-A994E04367C7}"/>
                    </a:ext>
                  </a:extLst>
                </p14:cNvPr>
                <p14:cNvContentPartPr/>
                <p14:nvPr/>
              </p14:nvContentPartPr>
              <p14:xfrm>
                <a:off x="8527880" y="2418840"/>
                <a:ext cx="122760" cy="79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3B0314A-75C5-8669-490B-A994E04367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2240" y="2383200"/>
                  <a:ext cx="194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BC541A5-A64D-6C13-84AD-D26061D21A18}"/>
                    </a:ext>
                  </a:extLst>
                </p14:cNvPr>
                <p14:cNvContentPartPr/>
                <p14:nvPr/>
              </p14:nvContentPartPr>
              <p14:xfrm>
                <a:off x="8854400" y="2347200"/>
                <a:ext cx="82800" cy="108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BC541A5-A64D-6C13-84AD-D26061D21A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18760" y="2311560"/>
                  <a:ext cx="154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21D28A4-E457-86C3-8423-0C1F67C2C2C1}"/>
                    </a:ext>
                  </a:extLst>
                </p14:cNvPr>
                <p14:cNvContentPartPr/>
                <p14:nvPr/>
              </p14:nvContentPartPr>
              <p14:xfrm>
                <a:off x="9131240" y="2239920"/>
                <a:ext cx="218520" cy="3506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21D28A4-E457-86C3-8423-0C1F67C2C2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95600" y="2204280"/>
                  <a:ext cx="290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7AD8B7B-258B-AB52-4849-6F203C7609BD}"/>
                    </a:ext>
                  </a:extLst>
                </p14:cNvPr>
                <p14:cNvContentPartPr/>
                <p14:nvPr/>
              </p14:nvContentPartPr>
              <p14:xfrm>
                <a:off x="9383600" y="2350080"/>
                <a:ext cx="199800" cy="1828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7AD8B7B-258B-AB52-4849-6F203C7609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47600" y="2314440"/>
                  <a:ext cx="271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14F577F-972B-1110-F8F6-8850A04D9476}"/>
                    </a:ext>
                  </a:extLst>
                </p14:cNvPr>
                <p14:cNvContentPartPr/>
                <p14:nvPr/>
              </p14:nvContentPartPr>
              <p14:xfrm>
                <a:off x="9718760" y="2150280"/>
                <a:ext cx="52560" cy="3456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14F577F-972B-1110-F8F6-8850A04D94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82760" y="2114640"/>
                  <a:ext cx="1242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F5B060B-A410-1572-A0ED-620EA63177E8}"/>
                    </a:ext>
                  </a:extLst>
                </p14:cNvPr>
                <p14:cNvContentPartPr/>
                <p14:nvPr/>
              </p14:nvContentPartPr>
              <p14:xfrm>
                <a:off x="9733160" y="2116800"/>
                <a:ext cx="154080" cy="3351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F5B060B-A410-1572-A0ED-620EA63177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97160" y="2081160"/>
                  <a:ext cx="22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13FCA2E-0C05-496F-81C4-38C891194CB8}"/>
                    </a:ext>
                  </a:extLst>
                </p14:cNvPr>
                <p14:cNvContentPartPr/>
                <p14:nvPr/>
              </p14:nvContentPartPr>
              <p14:xfrm>
                <a:off x="9893720" y="2328120"/>
                <a:ext cx="144360" cy="1836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13FCA2E-0C05-496F-81C4-38C891194C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58080" y="2292120"/>
                  <a:ext cx="21600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ACE02F9-908C-0C66-6A5F-071B651CD6F7}"/>
              </a:ext>
            </a:extLst>
          </p:cNvPr>
          <p:cNvGrpSpPr/>
          <p:nvPr/>
        </p:nvGrpSpPr>
        <p:grpSpPr>
          <a:xfrm>
            <a:off x="9673040" y="2980440"/>
            <a:ext cx="609840" cy="515880"/>
            <a:chOff x="9673040" y="2980440"/>
            <a:chExt cx="60984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2A44BC0-9013-A516-25C2-6C15FEB2F434}"/>
                    </a:ext>
                  </a:extLst>
                </p14:cNvPr>
                <p14:cNvContentPartPr/>
                <p14:nvPr/>
              </p14:nvContentPartPr>
              <p14:xfrm>
                <a:off x="9673040" y="3147840"/>
                <a:ext cx="249840" cy="3373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2A44BC0-9013-A516-25C2-6C15FEB2F4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37400" y="3111840"/>
                  <a:ext cx="3214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E45445E-E860-8E57-EA0C-2B814F3E4DFD}"/>
                    </a:ext>
                  </a:extLst>
                </p14:cNvPr>
                <p14:cNvContentPartPr/>
                <p14:nvPr/>
              </p14:nvContentPartPr>
              <p14:xfrm>
                <a:off x="10148960" y="2980440"/>
                <a:ext cx="133920" cy="5158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E45445E-E860-8E57-EA0C-2B814F3E4D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13320" y="2944440"/>
                  <a:ext cx="205560" cy="58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D0B3B3C-47D0-AB8C-8E42-A4634BF68237}"/>
              </a:ext>
            </a:extLst>
          </p:cNvPr>
          <p:cNvGrpSpPr/>
          <p:nvPr/>
        </p:nvGrpSpPr>
        <p:grpSpPr>
          <a:xfrm>
            <a:off x="3881360" y="6090480"/>
            <a:ext cx="4523400" cy="266400"/>
            <a:chOff x="3881360" y="6090480"/>
            <a:chExt cx="452340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26B6B56-CC4F-A9FA-2241-CCFE446A5C52}"/>
                    </a:ext>
                  </a:extLst>
                </p14:cNvPr>
                <p14:cNvContentPartPr/>
                <p14:nvPr/>
              </p14:nvContentPartPr>
              <p14:xfrm>
                <a:off x="3881360" y="6090480"/>
                <a:ext cx="3537000" cy="1051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26B6B56-CC4F-A9FA-2241-CCFE446A5C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45720" y="6054480"/>
                  <a:ext cx="3608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B95B477-114B-5E99-74DB-C483B9851153}"/>
                    </a:ext>
                  </a:extLst>
                </p14:cNvPr>
                <p14:cNvContentPartPr/>
                <p14:nvPr/>
              </p14:nvContentPartPr>
              <p14:xfrm>
                <a:off x="4421720" y="6182280"/>
                <a:ext cx="3983040" cy="1746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B95B477-114B-5E99-74DB-C483B98511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6080" y="6146640"/>
                  <a:ext cx="4054680" cy="24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3140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06958-C4F4-4E0B-B8D9-430D2281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9D1FC-4B51-4A03-8018-CEC404B7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차동</a:t>
            </a:r>
            <a:r>
              <a:rPr lang="ko-KR" altLang="en-US" dirty="0"/>
              <a:t> 쌍의 경우</a:t>
            </a:r>
            <a:endParaRPr lang="en-US" altLang="ko-KR" dirty="0"/>
          </a:p>
          <a:p>
            <a:pPr lvl="1"/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기함수 대칭성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:</a:t>
            </a:r>
            <a:r>
              <a:rPr lang="en-US" altLang="ko-KR" sz="24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400" b="0" dirty="0" err="1">
                <a:solidFill>
                  <a:srgbClr val="1A202C"/>
                </a:solidFill>
                <a:latin typeface="Arial"/>
              </a:rPr>
              <a:t>차동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 쌍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(Differential Pair)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은 완벽한 원점 대칭 입출력 특성을 가짐</a:t>
            </a:r>
            <a:endParaRPr lang="en-US" altLang="ko-KR" sz="2400" b="0" dirty="0">
              <a:solidFill>
                <a:srgbClr val="1A202C"/>
              </a:solidFill>
              <a:latin typeface="Arial"/>
            </a:endParaRPr>
          </a:p>
          <a:p>
            <a:pPr lvl="1"/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기함수 조건 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f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(-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) = -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f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):</a:t>
            </a:r>
            <a:r>
              <a:rPr lang="en-US" altLang="ko-KR" sz="24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테일러 전개에서 모든 </a:t>
            </a:r>
            <a:r>
              <a:rPr lang="ko-KR" altLang="en-US" sz="2400" b="0" dirty="0" err="1">
                <a:solidFill>
                  <a:srgbClr val="1A202C"/>
                </a:solidFill>
                <a:latin typeface="Arial"/>
              </a:rPr>
              <a:t>짝수차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 항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sz="24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en-US" altLang="ko-KR" sz="2400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lang="en-US" altLang="ko-KR" sz="24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en-US" altLang="ko-KR" sz="2400" b="0" baseline="-25000" dirty="0">
                <a:solidFill>
                  <a:srgbClr val="1A202C"/>
                </a:solidFill>
                <a:latin typeface="Arial"/>
              </a:rPr>
              <a:t>4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, ...)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이 수학적으로 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0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으로 소거됨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1"/>
            <a:r>
              <a:rPr lang="ko-KR" altLang="en-US" sz="2400" dirty="0" err="1">
                <a:solidFill>
                  <a:srgbClr val="1A202C"/>
                </a:solidFill>
                <a:latin typeface="Arial"/>
              </a:rPr>
              <a:t>차동</a:t>
            </a:r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 토폴로지의 결정적 이점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: </a:t>
            </a:r>
            <a:r>
              <a:rPr lang="ko-KR" altLang="en-US" b="0" dirty="0" err="1">
                <a:solidFill>
                  <a:srgbClr val="1A202C"/>
                </a:solidFill>
                <a:latin typeface="Arial"/>
              </a:rPr>
              <a:t>짝수차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 왜곡 및 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2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차 </a:t>
            </a:r>
            <a:r>
              <a:rPr lang="ko-KR" altLang="en-US" b="0" dirty="0" err="1">
                <a:solidFill>
                  <a:srgbClr val="1A202C"/>
                </a:solidFill>
                <a:latin typeface="Arial"/>
              </a:rPr>
              <a:t>상호변조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(IP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)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가 이상적으로 제거되어 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RF IC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의 기본 구조로 채택됨</a:t>
            </a:r>
            <a:endParaRPr lang="en-US" altLang="ko-KR" b="0" dirty="0">
              <a:solidFill>
                <a:srgbClr val="1A202C"/>
              </a:solidFill>
              <a:latin typeface="Arial"/>
            </a:endParaRPr>
          </a:p>
          <a:p>
            <a:pPr lvl="1"/>
            <a:endParaRPr lang="en-US" altLang="ko-KR" sz="2400" b="0" dirty="0">
              <a:solidFill>
                <a:srgbClr val="1A202C"/>
              </a:solidFill>
              <a:latin typeface="Arial"/>
            </a:endParaRP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6409B-0E1F-4496-9D17-523E09D6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10D5EB-B6FE-4136-B5B3-B8CE8C979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11"/>
          <a:stretch/>
        </p:blipFill>
        <p:spPr>
          <a:xfrm>
            <a:off x="452956" y="4303885"/>
            <a:ext cx="2276190" cy="19627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869B95-7062-45DF-A743-D9E4FB6F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146" y="4186506"/>
            <a:ext cx="4511531" cy="23439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3DE971-9164-4870-967B-C37372E49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130" y="4681468"/>
            <a:ext cx="3270604" cy="1370948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E289FA8E-2E2B-4C7B-D7D9-17B00075890B}"/>
              </a:ext>
            </a:extLst>
          </p:cNvPr>
          <p:cNvGrpSpPr/>
          <p:nvPr/>
        </p:nvGrpSpPr>
        <p:grpSpPr>
          <a:xfrm>
            <a:off x="5498840" y="4768920"/>
            <a:ext cx="789480" cy="658080"/>
            <a:chOff x="5498840" y="4768920"/>
            <a:chExt cx="78948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CEFB3E3-EEF2-B702-76FE-1B82CD3B5B85}"/>
                    </a:ext>
                  </a:extLst>
                </p14:cNvPr>
                <p14:cNvContentPartPr/>
                <p14:nvPr/>
              </p14:nvContentPartPr>
              <p14:xfrm>
                <a:off x="5498840" y="4768920"/>
                <a:ext cx="200160" cy="2613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CEFB3E3-EEF2-B702-76FE-1B82CD3B5B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63200" y="4733280"/>
                  <a:ext cx="271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DA73A24-D7EF-1932-5497-0926C5973EDD}"/>
                    </a:ext>
                  </a:extLst>
                </p14:cNvPr>
                <p14:cNvContentPartPr/>
                <p14:nvPr/>
              </p14:nvContentPartPr>
              <p14:xfrm>
                <a:off x="5855960" y="5024520"/>
                <a:ext cx="432360" cy="351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DA73A24-D7EF-1932-5497-0926C5973E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20320" y="4988880"/>
                  <a:ext cx="5040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81D0011-1696-C386-A0A9-5554393100A9}"/>
                    </a:ext>
                  </a:extLst>
                </p14:cNvPr>
                <p14:cNvContentPartPr/>
                <p14:nvPr/>
              </p14:nvContentPartPr>
              <p14:xfrm>
                <a:off x="5657600" y="5059440"/>
                <a:ext cx="484560" cy="3675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81D0011-1696-C386-A0A9-5554393100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21600" y="5023440"/>
                  <a:ext cx="556200" cy="43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0CACE85-4C4C-EB70-66C4-C8F6DCEB7E4C}"/>
                  </a:ext>
                </a:extLst>
              </p14:cNvPr>
              <p14:cNvContentPartPr/>
              <p14:nvPr/>
            </p14:nvContentPartPr>
            <p14:xfrm>
              <a:off x="11285840" y="3369240"/>
              <a:ext cx="250920" cy="8078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0CACE85-4C4C-EB70-66C4-C8F6DCEB7E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250200" y="3333600"/>
                <a:ext cx="322560" cy="87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5D8871B3-E65F-FCFB-3F84-AB8487E4DCEE}"/>
              </a:ext>
            </a:extLst>
          </p:cNvPr>
          <p:cNvGrpSpPr/>
          <p:nvPr/>
        </p:nvGrpSpPr>
        <p:grpSpPr>
          <a:xfrm>
            <a:off x="8259680" y="4690440"/>
            <a:ext cx="3192840" cy="1160640"/>
            <a:chOff x="8259680" y="4690440"/>
            <a:chExt cx="3192840" cy="11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FF3A078-3D69-E175-E311-62586F837AF8}"/>
                    </a:ext>
                  </a:extLst>
                </p14:cNvPr>
                <p14:cNvContentPartPr/>
                <p14:nvPr/>
              </p14:nvContentPartPr>
              <p14:xfrm>
                <a:off x="8259680" y="4830480"/>
                <a:ext cx="222120" cy="1020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FF3A078-3D69-E175-E311-62586F837A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24040" y="4794480"/>
                  <a:ext cx="293760" cy="10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5AF43FD-6D96-56FE-936D-2EE3E3DA42C7}"/>
                    </a:ext>
                  </a:extLst>
                </p14:cNvPr>
                <p14:cNvContentPartPr/>
                <p14:nvPr/>
              </p14:nvContentPartPr>
              <p14:xfrm>
                <a:off x="8512400" y="4690440"/>
                <a:ext cx="761760" cy="455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5AF43FD-6D96-56FE-936D-2EE3E3DA42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76760" y="4654800"/>
                  <a:ext cx="8334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96120C8-28C4-CAE8-3D8A-C95CECC9902B}"/>
                    </a:ext>
                  </a:extLst>
                </p14:cNvPr>
                <p14:cNvContentPartPr/>
                <p14:nvPr/>
              </p14:nvContentPartPr>
              <p14:xfrm>
                <a:off x="9647840" y="4784040"/>
                <a:ext cx="789480" cy="4230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96120C8-28C4-CAE8-3D8A-C95CECC990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11840" y="4748400"/>
                  <a:ext cx="86112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375C4F7-A8AA-E25B-A160-77E47A7E9F13}"/>
                    </a:ext>
                  </a:extLst>
                </p14:cNvPr>
                <p14:cNvContentPartPr/>
                <p14:nvPr/>
              </p14:nvContentPartPr>
              <p14:xfrm>
                <a:off x="10776080" y="4771080"/>
                <a:ext cx="676440" cy="5068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375C4F7-A8AA-E25B-A160-77E47A7E9F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40080" y="4735440"/>
                  <a:ext cx="748080" cy="57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C930C96-4873-DD08-DF5F-22D8E103A39C}"/>
                  </a:ext>
                </a:extLst>
              </p14:cNvPr>
              <p14:cNvContentPartPr/>
              <p14:nvPr/>
            </p14:nvContentPartPr>
            <p14:xfrm>
              <a:off x="8781320" y="5678640"/>
              <a:ext cx="559440" cy="4737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C930C96-4873-DD08-DF5F-22D8E103A39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45320" y="5642640"/>
                <a:ext cx="63108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B47DEC5-E672-D279-38CD-94AA4754A385}"/>
                  </a:ext>
                </a:extLst>
              </p14:cNvPr>
              <p14:cNvContentPartPr/>
              <p14:nvPr/>
            </p14:nvContentPartPr>
            <p14:xfrm>
              <a:off x="10785800" y="5710680"/>
              <a:ext cx="339840" cy="3387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B47DEC5-E672-D279-38CD-94AA4754A38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50160" y="5674680"/>
                <a:ext cx="411480" cy="41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CF8ABF-076B-2DF3-1984-BE5515397E00}"/>
              </a:ext>
            </a:extLst>
          </p:cNvPr>
          <p:cNvGrpSpPr/>
          <p:nvPr/>
        </p:nvGrpSpPr>
        <p:grpSpPr>
          <a:xfrm>
            <a:off x="6908415" y="1263475"/>
            <a:ext cx="1170720" cy="559440"/>
            <a:chOff x="6908415" y="1263475"/>
            <a:chExt cx="117072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E16F5BE-E35C-4E2A-6A6D-8DB40A81EC85}"/>
                    </a:ext>
                  </a:extLst>
                </p14:cNvPr>
                <p14:cNvContentPartPr/>
                <p14:nvPr/>
              </p14:nvContentPartPr>
              <p14:xfrm>
                <a:off x="7289295" y="1278235"/>
                <a:ext cx="526320" cy="4060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E16F5BE-E35C-4E2A-6A6D-8DB40A81EC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53295" y="1242235"/>
                  <a:ext cx="5979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41F59C5-706B-33DD-4DFE-F5288A5EF701}"/>
                    </a:ext>
                  </a:extLst>
                </p14:cNvPr>
                <p14:cNvContentPartPr/>
                <p14:nvPr/>
              </p14:nvContentPartPr>
              <p14:xfrm>
                <a:off x="7513215" y="1263475"/>
                <a:ext cx="77400" cy="5594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41F59C5-706B-33DD-4DFE-F5288A5EF7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77215" y="1227835"/>
                  <a:ext cx="14904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52388D9-9A92-3C91-52A5-5EC3C6726CE5}"/>
                    </a:ext>
                  </a:extLst>
                </p14:cNvPr>
                <p14:cNvContentPartPr/>
                <p14:nvPr/>
              </p14:nvContentPartPr>
              <p14:xfrm>
                <a:off x="7134855" y="1635715"/>
                <a:ext cx="847440" cy="514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52388D9-9A92-3C91-52A5-5EC3C6726CE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99215" y="1600075"/>
                  <a:ext cx="919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8AE421C-8D05-B668-0590-15CB12794C10}"/>
                    </a:ext>
                  </a:extLst>
                </p14:cNvPr>
                <p14:cNvContentPartPr/>
                <p14:nvPr/>
              </p14:nvContentPartPr>
              <p14:xfrm>
                <a:off x="6908415" y="1462915"/>
                <a:ext cx="111600" cy="72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8AE421C-8D05-B668-0590-15CB12794C1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2775" y="1426915"/>
                  <a:ext cx="183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801CDF1-7DCC-89AD-8896-1B20E1E8A76A}"/>
                    </a:ext>
                  </a:extLst>
                </p14:cNvPr>
                <p14:cNvContentPartPr/>
                <p14:nvPr/>
              </p14:nvContentPartPr>
              <p14:xfrm>
                <a:off x="7974735" y="1421155"/>
                <a:ext cx="104400" cy="100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801CDF1-7DCC-89AD-8896-1B20E1E8A7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38735" y="1385155"/>
                  <a:ext cx="176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A39AF1DD-60CE-A0ED-C8DB-48971808A3E3}"/>
                    </a:ext>
                  </a:extLst>
                </p14:cNvPr>
                <p14:cNvContentPartPr/>
                <p14:nvPr/>
              </p14:nvContentPartPr>
              <p14:xfrm>
                <a:off x="7997055" y="1349155"/>
                <a:ext cx="20520" cy="2188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A39AF1DD-60CE-A0ED-C8DB-48971808A3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61055" y="1313515"/>
                  <a:ext cx="92160" cy="29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6785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66FC2-F5DA-47EC-B3E1-56EDFD98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9A0DC2-CF08-429E-B6B5-B9DB9B3F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“Dynamic”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출력이 입력의 과거 값에 의존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세가지 경우</a:t>
            </a:r>
            <a:endParaRPr lang="en-US" altLang="ko-KR" dirty="0"/>
          </a:p>
          <a:p>
            <a:pPr lvl="1"/>
            <a:r>
              <a:rPr lang="en-US" altLang="ko-KR" dirty="0"/>
              <a:t>1) Linear, Time-invariant,  Dynamic </a:t>
            </a:r>
            <a:r>
              <a:rPr lang="ko-KR" altLang="en-US" dirty="0"/>
              <a:t>시스템</a:t>
            </a:r>
            <a:r>
              <a:rPr lang="en-US" altLang="ko-KR" dirty="0"/>
              <a:t>: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2) Linear, Time-variant, Dynamic </a:t>
            </a:r>
            <a:r>
              <a:rPr lang="ko-KR" altLang="en-US" dirty="0"/>
              <a:t>시스템</a:t>
            </a:r>
            <a:r>
              <a:rPr lang="en-US" altLang="ko-KR" dirty="0"/>
              <a:t>:</a:t>
            </a:r>
          </a:p>
          <a:p>
            <a:pPr lvl="3"/>
            <a:endParaRPr lang="en-US" altLang="ko-KR" dirty="0"/>
          </a:p>
          <a:p>
            <a:pPr lvl="2"/>
            <a:r>
              <a:rPr lang="en-US" altLang="ko-KR" dirty="0"/>
              <a:t>Impulse response </a:t>
            </a:r>
            <a:r>
              <a:rPr lang="ko-KR" altLang="en-US" dirty="0"/>
              <a:t>시간 원점에 의존</a:t>
            </a:r>
            <a:r>
              <a:rPr lang="en-US" altLang="ko-KR" dirty="0"/>
              <a:t>: δ(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i="1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i="1" dirty="0">
                <a:sym typeface="Wingdings" panose="05000000000000000000" pitchFamily="2" charset="2"/>
              </a:rPr>
              <a:t>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인 경우 </a:t>
            </a:r>
            <a:r>
              <a:rPr lang="en-US" altLang="ko-KR" dirty="0"/>
              <a:t>δ(</a:t>
            </a:r>
            <a:r>
              <a:rPr lang="en-US" altLang="ko-KR" i="1" dirty="0"/>
              <a:t>t</a:t>
            </a:r>
            <a:r>
              <a:rPr lang="en-US" altLang="ko-KR" dirty="0"/>
              <a:t> - </a:t>
            </a:r>
            <a:r>
              <a:rPr lang="el-GR" altLang="ko-KR" dirty="0"/>
              <a:t>τ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i="1" dirty="0">
                <a:sym typeface="Wingdings" panose="05000000000000000000" pitchFamily="2" charset="2"/>
              </a:rPr>
              <a:t>t</a:t>
            </a:r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el-GR" altLang="ko-KR" dirty="0">
                <a:sym typeface="Wingdings" panose="05000000000000000000" pitchFamily="2" charset="2"/>
              </a:rPr>
              <a:t>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3) Nonlinear, Dynamic </a:t>
            </a:r>
            <a:r>
              <a:rPr lang="ko-KR" altLang="en-US" dirty="0"/>
              <a:t>시스템</a:t>
            </a:r>
            <a:r>
              <a:rPr lang="en-US" altLang="ko-KR" dirty="0"/>
              <a:t>: Volterra </a:t>
            </a:r>
            <a:r>
              <a:rPr lang="ko-KR" altLang="en-US" dirty="0"/>
              <a:t>시리즈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178E3-A330-4109-8380-612B6DC4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4D34A1-347F-4792-9586-1D9C01E4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72" y="3092026"/>
            <a:ext cx="188976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76C55C-86D7-43FC-8858-E4C5B93BE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70" y="3815998"/>
            <a:ext cx="2206756" cy="320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5FA4E70-BAE4-AFCB-F2E7-3E58F23A1EAA}"/>
                  </a:ext>
                </a:extLst>
              </p14:cNvPr>
              <p14:cNvContentPartPr/>
              <p14:nvPr/>
            </p14:nvContentPartPr>
            <p14:xfrm>
              <a:off x="1951040" y="5585040"/>
              <a:ext cx="5985360" cy="1332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5FA4E70-BAE4-AFCB-F2E7-3E58F23A1E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5400" y="5549400"/>
                <a:ext cx="6057000" cy="20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65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FC36C-E4EF-470C-894F-19759E08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2.2: Effect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Nonlinearity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1238B-75EE-4C22-BF45-0A7E8868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다음과 같은 특성을 가지는 </a:t>
            </a:r>
            <a:r>
              <a:rPr lang="en-US" altLang="ko-KR" dirty="0"/>
              <a:t>Nonlinear, Memoryless </a:t>
            </a:r>
            <a:r>
              <a:rPr lang="ko-KR" altLang="en-US" dirty="0"/>
              <a:t>시스템을 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F578AF-4D6A-4F6C-849C-C0545870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68E043-2619-4A1E-8A2E-36018CD1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0" y="1998063"/>
            <a:ext cx="3806960" cy="35661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D3BD2D4-3B5A-52A0-CFB2-C48C7ECCC607}"/>
              </a:ext>
            </a:extLst>
          </p:cNvPr>
          <p:cNvGrpSpPr/>
          <p:nvPr/>
        </p:nvGrpSpPr>
        <p:grpSpPr>
          <a:xfrm>
            <a:off x="4872800" y="1806120"/>
            <a:ext cx="3197160" cy="716400"/>
            <a:chOff x="4872800" y="1806120"/>
            <a:chExt cx="3197160" cy="71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47DBB3B-50B1-14EE-C1D6-8C6B0E7B26DC}"/>
                    </a:ext>
                  </a:extLst>
                </p14:cNvPr>
                <p14:cNvContentPartPr/>
                <p14:nvPr/>
              </p14:nvContentPartPr>
              <p14:xfrm>
                <a:off x="5683880" y="1806120"/>
                <a:ext cx="64800" cy="709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47DBB3B-50B1-14EE-C1D6-8C6B0E7B26D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48240" y="1770120"/>
                  <a:ext cx="13644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B5821E5-6AD3-032B-C2AD-A3BD7C6E7296}"/>
                    </a:ext>
                  </a:extLst>
                </p14:cNvPr>
                <p14:cNvContentPartPr/>
                <p14:nvPr/>
              </p14:nvContentPartPr>
              <p14:xfrm>
                <a:off x="4872800" y="2437560"/>
                <a:ext cx="3197160" cy="84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B5821E5-6AD3-032B-C2AD-A3BD7C6E72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36800" y="2401560"/>
                  <a:ext cx="3268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25FD7AC-D5D3-BA9B-2685-8BF3DFD39BB0}"/>
                    </a:ext>
                  </a:extLst>
                </p14:cNvPr>
                <p14:cNvContentPartPr/>
                <p14:nvPr/>
              </p14:nvContentPartPr>
              <p14:xfrm>
                <a:off x="8010920" y="2445840"/>
                <a:ext cx="30240" cy="248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25FD7AC-D5D3-BA9B-2685-8BF3DFD39B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74920" y="2409840"/>
                  <a:ext cx="101880" cy="9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2118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B865F-DB87-478E-A237-1257D58E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2.2.1: Harmonic Distortion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2DFC7A-ECEE-49B2-A430-D302FFD6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Nonlinear </a:t>
            </a:r>
            <a:r>
              <a:rPr lang="ko-KR" altLang="en-US" dirty="0"/>
              <a:t>시스템에 다음과 같은 정형파를 인가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첫 번째 항</a:t>
            </a:r>
            <a:r>
              <a:rPr lang="en-US" altLang="ko-KR" dirty="0"/>
              <a:t>: dc</a:t>
            </a:r>
          </a:p>
          <a:p>
            <a:pPr lvl="1"/>
            <a:r>
              <a:rPr lang="ko-KR" altLang="en-US" dirty="0"/>
              <a:t>두 번째 항</a:t>
            </a:r>
            <a:r>
              <a:rPr lang="en-US" altLang="ko-KR" dirty="0"/>
              <a:t>: </a:t>
            </a:r>
            <a:r>
              <a:rPr lang="ko-KR" altLang="en-US" dirty="0" err="1"/>
              <a:t>기본파</a:t>
            </a:r>
            <a:r>
              <a:rPr lang="en-US" altLang="ko-KR" dirty="0"/>
              <a:t> (Fundamental)</a:t>
            </a:r>
          </a:p>
          <a:p>
            <a:pPr lvl="1"/>
            <a:r>
              <a:rPr lang="ko-KR" altLang="en-US" dirty="0"/>
              <a:t>세 번째 항</a:t>
            </a:r>
            <a:r>
              <a:rPr lang="en-US" altLang="ko-KR" dirty="0"/>
              <a:t>: 2</a:t>
            </a:r>
            <a:r>
              <a:rPr lang="ko-KR" altLang="en-US" dirty="0"/>
              <a:t>차 고조파 </a:t>
            </a:r>
            <a:r>
              <a:rPr lang="en-US" altLang="ko-KR" dirty="0"/>
              <a:t>(2</a:t>
            </a:r>
            <a:r>
              <a:rPr lang="en-US" altLang="ko-KR" baseline="30000" dirty="0"/>
              <a:t>nd</a:t>
            </a:r>
            <a:r>
              <a:rPr lang="en-US" altLang="ko-KR" dirty="0"/>
              <a:t> harmonic)</a:t>
            </a:r>
          </a:p>
          <a:p>
            <a:pPr lvl="1"/>
            <a:r>
              <a:rPr lang="ko-KR" altLang="en-US" dirty="0"/>
              <a:t>네 번째 항</a:t>
            </a:r>
            <a:r>
              <a:rPr lang="en-US" altLang="ko-KR" dirty="0"/>
              <a:t>: 3</a:t>
            </a:r>
            <a:r>
              <a:rPr lang="ko-KR" altLang="en-US" dirty="0"/>
              <a:t>차 고조파 </a:t>
            </a:r>
            <a:r>
              <a:rPr lang="en-US" altLang="ko-KR" dirty="0"/>
              <a:t>(3</a:t>
            </a:r>
            <a:r>
              <a:rPr lang="en-US" altLang="ko-KR" baseline="30000" dirty="0"/>
              <a:t>rd</a:t>
            </a:r>
            <a:r>
              <a:rPr lang="en-US" altLang="ko-KR" dirty="0"/>
              <a:t> harmonic)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6099F3-7E89-4A48-8490-C241E881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48FADC-4A57-47EF-8823-3D5D5B63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60" y="2641816"/>
            <a:ext cx="167640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6D8EF5-F816-4C05-9D7C-807DFE96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854" y="1959560"/>
            <a:ext cx="7906528" cy="168554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39168D-EA93-41A1-9392-765AF5492BCA}"/>
              </a:ext>
            </a:extLst>
          </p:cNvPr>
          <p:cNvCxnSpPr>
            <a:cxnSpLocks/>
          </p:cNvCxnSpPr>
          <p:nvPr/>
        </p:nvCxnSpPr>
        <p:spPr>
          <a:xfrm>
            <a:off x="1871024" y="2801836"/>
            <a:ext cx="643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67AE219-BF27-4B01-B4F1-026B12BA4B70}"/>
              </a:ext>
            </a:extLst>
          </p:cNvPr>
          <p:cNvCxnSpPr>
            <a:cxnSpLocks/>
          </p:cNvCxnSpPr>
          <p:nvPr/>
        </p:nvCxnSpPr>
        <p:spPr>
          <a:xfrm>
            <a:off x="3583867" y="2774335"/>
            <a:ext cx="643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9D4C84-9CBD-4B0B-BFDF-B62D41FBBE39}"/>
              </a:ext>
            </a:extLst>
          </p:cNvPr>
          <p:cNvSpPr/>
          <p:nvPr/>
        </p:nvSpPr>
        <p:spPr>
          <a:xfrm>
            <a:off x="2544416" y="2333701"/>
            <a:ext cx="999695" cy="924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464AD-E2C1-4140-A032-F635969A2DFB}"/>
              </a:ext>
            </a:extLst>
          </p:cNvPr>
          <p:cNvSpPr txBox="1"/>
          <p:nvPr/>
        </p:nvSpPr>
        <p:spPr>
          <a:xfrm>
            <a:off x="2520781" y="256361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Nonlinear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4BAEA5F-7BEC-8786-B5C1-39DA4ED2C7E6}"/>
                  </a:ext>
                </a:extLst>
              </p14:cNvPr>
              <p14:cNvContentPartPr/>
              <p14:nvPr/>
            </p14:nvContentPartPr>
            <p14:xfrm>
              <a:off x="288640" y="3127320"/>
              <a:ext cx="1528200" cy="410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4BAEA5F-7BEC-8786-B5C1-39DA4ED2C7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640" y="3091320"/>
                <a:ext cx="159984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633B03AA-3559-0434-3EEE-5121D708E355}"/>
              </a:ext>
            </a:extLst>
          </p:cNvPr>
          <p:cNvGrpSpPr/>
          <p:nvPr/>
        </p:nvGrpSpPr>
        <p:grpSpPr>
          <a:xfrm>
            <a:off x="4663640" y="2737800"/>
            <a:ext cx="7074000" cy="1229760"/>
            <a:chOff x="4663640" y="2737800"/>
            <a:chExt cx="7074000" cy="12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F552F5B-4ABE-DCD8-92EC-4BA3113CA8A9}"/>
                    </a:ext>
                  </a:extLst>
                </p14:cNvPr>
                <p14:cNvContentPartPr/>
                <p14:nvPr/>
              </p14:nvContentPartPr>
              <p14:xfrm>
                <a:off x="4859120" y="3825000"/>
                <a:ext cx="6750720" cy="142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F552F5B-4ABE-DCD8-92EC-4BA3113CA8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23480" y="3789000"/>
                  <a:ext cx="6822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94998BC-7A83-5F11-9D29-92C104949C02}"/>
                    </a:ext>
                  </a:extLst>
                </p14:cNvPr>
                <p14:cNvContentPartPr/>
                <p14:nvPr/>
              </p14:nvContentPartPr>
              <p14:xfrm>
                <a:off x="11457920" y="3847320"/>
                <a:ext cx="4680" cy="644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94998BC-7A83-5F11-9D29-92C104949C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1920" y="3811680"/>
                  <a:ext cx="76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C2982DF-2DEA-D685-4517-E253DE9FF07D}"/>
                    </a:ext>
                  </a:extLst>
                </p14:cNvPr>
                <p14:cNvContentPartPr/>
                <p14:nvPr/>
              </p14:nvContentPartPr>
              <p14:xfrm>
                <a:off x="5843000" y="3561120"/>
                <a:ext cx="172800" cy="1022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C2982DF-2DEA-D685-4517-E253DE9FF0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7360" y="3525120"/>
                  <a:ext cx="244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3C36A7-11FF-8EB9-E855-DCC28B845226}"/>
                    </a:ext>
                  </a:extLst>
                </p14:cNvPr>
                <p14:cNvContentPartPr/>
                <p14:nvPr/>
              </p14:nvContentPartPr>
              <p14:xfrm>
                <a:off x="4663640" y="2842920"/>
                <a:ext cx="886320" cy="873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3C36A7-11FF-8EB9-E855-DCC28B8452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27640" y="2806920"/>
                  <a:ext cx="95796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826D871-BA37-A4D0-0EB3-9308609F6E98}"/>
                    </a:ext>
                  </a:extLst>
                </p14:cNvPr>
                <p14:cNvContentPartPr/>
                <p14:nvPr/>
              </p14:nvContentPartPr>
              <p14:xfrm>
                <a:off x="6110120" y="3601800"/>
                <a:ext cx="1198080" cy="1015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826D871-BA37-A4D0-0EB3-9308609F6E9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74480" y="3566160"/>
                  <a:ext cx="1269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AE3F01E-8262-97F9-8425-D330D35B8D23}"/>
                    </a:ext>
                  </a:extLst>
                </p14:cNvPr>
                <p14:cNvContentPartPr/>
                <p14:nvPr/>
              </p14:nvContentPartPr>
              <p14:xfrm>
                <a:off x="8022440" y="3428280"/>
                <a:ext cx="603000" cy="1058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AE3F01E-8262-97F9-8425-D330D35B8D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86800" y="3392640"/>
                  <a:ext cx="6746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7724C17-96FA-5B9B-5E3C-4BC88B51B7D2}"/>
                    </a:ext>
                  </a:extLst>
                </p14:cNvPr>
                <p14:cNvContentPartPr/>
                <p14:nvPr/>
              </p14:nvContentPartPr>
              <p14:xfrm>
                <a:off x="8950880" y="3553560"/>
                <a:ext cx="1088640" cy="831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7724C17-96FA-5B9B-5E3C-4BC88B51B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15240" y="3517560"/>
                  <a:ext cx="1160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CF03AE6-6D92-334F-422F-E8780BB7285B}"/>
                    </a:ext>
                  </a:extLst>
                </p14:cNvPr>
                <p14:cNvContentPartPr/>
                <p14:nvPr/>
              </p14:nvContentPartPr>
              <p14:xfrm>
                <a:off x="10017920" y="2737800"/>
                <a:ext cx="1719720" cy="10663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CF03AE6-6D92-334F-422F-E8780BB728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1920" y="2701800"/>
                  <a:ext cx="1791360" cy="113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884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64CD7-77B4-4B3D-AEB7-E2F1C0AB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0B7E9-6738-4AB8-AC1E-BF0BF2FBC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이상적인 믹서는 </a:t>
            </a:r>
            <a:r>
              <a:rPr lang="fr-FR" altLang="ko-KR" i="1" dirty="0"/>
              <a:t>y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 = </a:t>
            </a:r>
            <a:r>
              <a:rPr lang="fr-FR" altLang="ko-KR" i="1" dirty="0"/>
              <a:t>k </a:t>
            </a:r>
            <a:r>
              <a:rPr lang="fr-FR" altLang="ko-KR" dirty="0"/>
              <a:t>×</a:t>
            </a:r>
            <a:r>
              <a:rPr lang="fr-FR" altLang="ko-KR" i="1" dirty="0"/>
              <a:t> x</a:t>
            </a:r>
            <a:r>
              <a:rPr lang="fr-FR" altLang="ko-KR" baseline="-25000" dirty="0"/>
              <a:t>1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 × </a:t>
            </a:r>
            <a:r>
              <a:rPr lang="fr-FR" altLang="ko-KR" i="1" dirty="0"/>
              <a:t>x</a:t>
            </a:r>
            <a:r>
              <a:rPr lang="fr-FR" altLang="ko-KR" baseline="-25000" dirty="0"/>
              <a:t>2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</a:t>
            </a:r>
            <a:r>
              <a:rPr lang="ko-KR" altLang="en-US" dirty="0"/>
              <a:t>로 표현할 수 있음</a:t>
            </a:r>
            <a:endParaRPr lang="en-US" altLang="ko-KR" dirty="0"/>
          </a:p>
          <a:p>
            <a:pPr lvl="2"/>
            <a:r>
              <a:rPr lang="fr-FR" altLang="ko-KR" b="0" dirty="0">
                <a:solidFill>
                  <a:srgbClr val="1A202C"/>
                </a:solidFill>
                <a:latin typeface="Arial"/>
              </a:rPr>
              <a:t>x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 =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cos(</a:t>
            </a:r>
            <a:r>
              <a:rPr lang="el-GR" altLang="ko-KR" b="0" dirty="0">
                <a:solidFill>
                  <a:srgbClr val="1A202C"/>
                </a:solidFill>
                <a:latin typeface="Arial"/>
              </a:rPr>
              <a:t>ω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en-US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),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 =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cos(</a:t>
            </a:r>
            <a:r>
              <a:rPr lang="el-GR" altLang="ko-KR" b="0" dirty="0">
                <a:solidFill>
                  <a:srgbClr val="1A202C"/>
                </a:solidFill>
                <a:latin typeface="Arial"/>
              </a:rPr>
              <a:t>ω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1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r>
              <a:rPr lang="en-US" altLang="ko-KR" dirty="0">
                <a:solidFill>
                  <a:srgbClr val="1A202C"/>
                </a:solidFill>
                <a:latin typeface="Arial"/>
              </a:rPr>
              <a:t>(a) 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믹서가 이상적일 때 출력 주파수 성분 계산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r>
              <a:rPr lang="en-US" altLang="ko-KR" dirty="0">
                <a:solidFill>
                  <a:srgbClr val="1A202C"/>
                </a:solidFill>
                <a:latin typeface="Arial"/>
              </a:rPr>
              <a:t>(b) </a:t>
            </a:r>
            <a:r>
              <a:rPr lang="en-US" altLang="ko-KR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)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의 입력 포트가 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3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차 비선형성으로 왜곡될 때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, 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출력 주파수 성분을 계산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D5F38-BE5E-4356-AB10-38710777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5B90AD-8852-4891-9965-E53CE728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97" y="2709894"/>
            <a:ext cx="325800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4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B3609-44F1-462D-803D-80D11E43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295C4-D64E-4FCC-8306-6FFA13FF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 믹서가 이상적일 경우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en-US" altLang="ko-KR" i="1" dirty="0"/>
              <a:t>x</a:t>
            </a:r>
            <a:r>
              <a:rPr lang="en-US" altLang="ko-KR" baseline="-25000" dirty="0"/>
              <a:t>2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포트에 </a:t>
            </a:r>
            <a:r>
              <a:rPr lang="en-US" altLang="ko-KR" dirty="0"/>
              <a:t>3</a:t>
            </a:r>
            <a:r>
              <a:rPr lang="ko-KR" altLang="en-US" dirty="0"/>
              <a:t>차 비선형 성분이 나타남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81264C-9B97-4BC3-873D-978B242C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422705-3BEE-4AC7-8B1A-E5E74440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246" y="2293651"/>
            <a:ext cx="5873508" cy="9235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3F9D7C-CF99-4BA4-B243-9E11AC85C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037" y="3929712"/>
            <a:ext cx="6915926" cy="208788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97AD41A-0C69-90BB-CB9F-C3CB3C20790C}"/>
              </a:ext>
            </a:extLst>
          </p:cNvPr>
          <p:cNvGrpSpPr/>
          <p:nvPr/>
        </p:nvGrpSpPr>
        <p:grpSpPr>
          <a:xfrm>
            <a:off x="4233800" y="3017880"/>
            <a:ext cx="2094120" cy="102240"/>
            <a:chOff x="4233800" y="3017880"/>
            <a:chExt cx="209412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75F1C3E-03CC-3FDD-C615-8B51628AC97D}"/>
                    </a:ext>
                  </a:extLst>
                </p14:cNvPr>
                <p14:cNvContentPartPr/>
                <p14:nvPr/>
              </p14:nvContentPartPr>
              <p14:xfrm>
                <a:off x="4233800" y="3017880"/>
                <a:ext cx="2081520" cy="1022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75F1C3E-03CC-3FDD-C615-8B51628AC97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97800" y="2981880"/>
                  <a:ext cx="2153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AB0DC22-55EF-DBE7-3F63-7B0A37219847}"/>
                    </a:ext>
                  </a:extLst>
                </p14:cNvPr>
                <p14:cNvContentPartPr/>
                <p14:nvPr/>
              </p14:nvContentPartPr>
              <p14:xfrm>
                <a:off x="6304160" y="3039120"/>
                <a:ext cx="23760" cy="8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AB0DC22-55EF-DBE7-3F63-7B0A372198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68520" y="3003480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BFA0147-DCF8-C034-4D9A-904211793155}"/>
              </a:ext>
            </a:extLst>
          </p:cNvPr>
          <p:cNvGrpSpPr/>
          <p:nvPr/>
        </p:nvGrpSpPr>
        <p:grpSpPr>
          <a:xfrm>
            <a:off x="5072600" y="1761480"/>
            <a:ext cx="729360" cy="339120"/>
            <a:chOff x="5072600" y="1761480"/>
            <a:chExt cx="72936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E93E8D4-2D79-85B4-0C67-1EDFC022CC83}"/>
                    </a:ext>
                  </a:extLst>
                </p14:cNvPr>
                <p14:cNvContentPartPr/>
                <p14:nvPr/>
              </p14:nvContentPartPr>
              <p14:xfrm>
                <a:off x="5072600" y="1761480"/>
                <a:ext cx="117720" cy="2581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E93E8D4-2D79-85B4-0C67-1EDFC022CC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36600" y="1725840"/>
                  <a:ext cx="189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DB94B56-DAB3-F178-664E-9F23F7B8CE7F}"/>
                    </a:ext>
                  </a:extLst>
                </p14:cNvPr>
                <p14:cNvContentPartPr/>
                <p14:nvPr/>
              </p14:nvContentPartPr>
              <p14:xfrm>
                <a:off x="5140640" y="2084040"/>
                <a:ext cx="65520" cy="16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DB94B56-DAB3-F178-664E-9F23F7B8CE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05000" y="2048400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1DF1BCE-A921-C35A-DB98-7E778C22239D}"/>
                    </a:ext>
                  </a:extLst>
                </p14:cNvPr>
                <p14:cNvContentPartPr/>
                <p14:nvPr/>
              </p14:nvContentPartPr>
              <p14:xfrm>
                <a:off x="5260880" y="1962000"/>
                <a:ext cx="156240" cy="892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1DF1BCE-A921-C35A-DB98-7E778C2223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5240" y="1926360"/>
                  <a:ext cx="227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2843FD8-FCB9-84FE-5978-9B4117E70BBD}"/>
                    </a:ext>
                  </a:extLst>
                </p14:cNvPr>
                <p14:cNvContentPartPr/>
                <p14:nvPr/>
              </p14:nvContentPartPr>
              <p14:xfrm>
                <a:off x="5484800" y="1848960"/>
                <a:ext cx="317160" cy="1681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2843FD8-FCB9-84FE-5978-9B4117E70B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48800" y="1813320"/>
                  <a:ext cx="38880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1609BC-3BE0-A854-3E6B-2C4763977C81}"/>
              </a:ext>
            </a:extLst>
          </p:cNvPr>
          <p:cNvGrpSpPr/>
          <p:nvPr/>
        </p:nvGrpSpPr>
        <p:grpSpPr>
          <a:xfrm>
            <a:off x="6907520" y="1838160"/>
            <a:ext cx="492840" cy="237960"/>
            <a:chOff x="6907520" y="1838160"/>
            <a:chExt cx="49284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4ED9925-D32D-77CB-D07C-FFA8096005E4}"/>
                    </a:ext>
                  </a:extLst>
                </p14:cNvPr>
                <p14:cNvContentPartPr/>
                <p14:nvPr/>
              </p14:nvContentPartPr>
              <p14:xfrm>
                <a:off x="6907520" y="1838160"/>
                <a:ext cx="152280" cy="2131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4ED9925-D32D-77CB-D07C-FFA8096005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71880" y="1802160"/>
                  <a:ext cx="2239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2BD19AB-6EA0-365C-39D4-126AAF3B95DC}"/>
                    </a:ext>
                  </a:extLst>
                </p14:cNvPr>
                <p14:cNvContentPartPr/>
                <p14:nvPr/>
              </p14:nvContentPartPr>
              <p14:xfrm>
                <a:off x="7096880" y="2043360"/>
                <a:ext cx="3600" cy="6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2BD19AB-6EA0-365C-39D4-126AAF3B95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60880" y="2007720"/>
                  <a:ext cx="75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9C663C5-1ABE-5FC3-128C-B13FB2C1E044}"/>
                    </a:ext>
                  </a:extLst>
                </p14:cNvPr>
                <p14:cNvContentPartPr/>
                <p14:nvPr/>
              </p14:nvContentPartPr>
              <p14:xfrm>
                <a:off x="7204880" y="1883880"/>
                <a:ext cx="136440" cy="1922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9C663C5-1ABE-5FC3-128C-B13FB2C1E0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68880" y="1847880"/>
                  <a:ext cx="208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B15F1E3-6377-E869-B6CD-7EEE19DB58C2}"/>
                    </a:ext>
                  </a:extLst>
                </p14:cNvPr>
                <p14:cNvContentPartPr/>
                <p14:nvPr/>
              </p14:nvContentPartPr>
              <p14:xfrm>
                <a:off x="7263920" y="1859760"/>
                <a:ext cx="136440" cy="248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B15F1E3-6377-E869-B6CD-7EEE19DB58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28280" y="1824120"/>
                  <a:ext cx="20808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22BEE6B-E56C-72D2-6C13-579937B39EB5}"/>
              </a:ext>
            </a:extLst>
          </p:cNvPr>
          <p:cNvGrpSpPr/>
          <p:nvPr/>
        </p:nvGrpSpPr>
        <p:grpSpPr>
          <a:xfrm>
            <a:off x="5478320" y="3175920"/>
            <a:ext cx="817560" cy="280080"/>
            <a:chOff x="5478320" y="3175920"/>
            <a:chExt cx="81756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B064960-14EE-BE58-E218-E562F6F6149D}"/>
                    </a:ext>
                  </a:extLst>
                </p14:cNvPr>
                <p14:cNvContentPartPr/>
                <p14:nvPr/>
              </p14:nvContentPartPr>
              <p14:xfrm>
                <a:off x="5478320" y="3175920"/>
                <a:ext cx="60120" cy="1850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B064960-14EE-BE58-E218-E562F6F6149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42680" y="3140280"/>
                  <a:ext cx="131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DB5B9C5-C149-18A9-DFD3-532099A4BF4E}"/>
                    </a:ext>
                  </a:extLst>
                </p14:cNvPr>
                <p14:cNvContentPartPr/>
                <p14:nvPr/>
              </p14:nvContentPartPr>
              <p14:xfrm>
                <a:off x="5646080" y="3255480"/>
                <a:ext cx="22680" cy="1450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DB5B9C5-C149-18A9-DFD3-532099A4BF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0080" y="3219840"/>
                  <a:ext cx="94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303DD41-F029-404A-92ED-9211F8B3591D}"/>
                    </a:ext>
                  </a:extLst>
                </p14:cNvPr>
                <p14:cNvContentPartPr/>
                <p14:nvPr/>
              </p14:nvContentPartPr>
              <p14:xfrm>
                <a:off x="5746160" y="3366720"/>
                <a:ext cx="33840" cy="259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303DD41-F029-404A-92ED-9211F8B359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0160" y="3330720"/>
                  <a:ext cx="1054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B4C5DFD-F5FE-A4B7-0B6F-1F36C48C1872}"/>
                    </a:ext>
                  </a:extLst>
                </p14:cNvPr>
                <p14:cNvContentPartPr/>
                <p14:nvPr/>
              </p14:nvContentPartPr>
              <p14:xfrm>
                <a:off x="5864960" y="3308400"/>
                <a:ext cx="40320" cy="1213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B4C5DFD-F5FE-A4B7-0B6F-1F36C48C18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29320" y="3272760"/>
                  <a:ext cx="111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AEA1BCE-9DF4-A3DD-8513-96838C5B1056}"/>
                    </a:ext>
                  </a:extLst>
                </p14:cNvPr>
                <p14:cNvContentPartPr/>
                <p14:nvPr/>
              </p14:nvContentPartPr>
              <p14:xfrm>
                <a:off x="5879360" y="3295440"/>
                <a:ext cx="42120" cy="176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AEA1BCE-9DF4-A3DD-8513-96838C5B10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43720" y="3259440"/>
                  <a:ext cx="113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810B142-1E62-3E86-8A6A-3EF41CEC95CA}"/>
                    </a:ext>
                  </a:extLst>
                </p14:cNvPr>
                <p14:cNvContentPartPr/>
                <p14:nvPr/>
              </p14:nvContentPartPr>
              <p14:xfrm>
                <a:off x="6012200" y="3357720"/>
                <a:ext cx="60840" cy="475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810B142-1E62-3E86-8A6A-3EF41CEC95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76200" y="3321720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57021EE-F8EB-AEF9-067C-2CFA513227E4}"/>
                    </a:ext>
                  </a:extLst>
                </p14:cNvPr>
                <p14:cNvContentPartPr/>
                <p14:nvPr/>
              </p14:nvContentPartPr>
              <p14:xfrm>
                <a:off x="6040640" y="3300120"/>
                <a:ext cx="62640" cy="1512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57021EE-F8EB-AEF9-067C-2CFA513227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04640" y="3264480"/>
                  <a:ext cx="134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1D34D39-0E87-17DD-B146-9AF516B8A4F4}"/>
                    </a:ext>
                  </a:extLst>
                </p14:cNvPr>
                <p14:cNvContentPartPr/>
                <p14:nvPr/>
              </p14:nvContentPartPr>
              <p14:xfrm>
                <a:off x="6116240" y="3387240"/>
                <a:ext cx="179640" cy="687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1D34D39-0E87-17DD-B146-9AF516B8A4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80600" y="3351600"/>
                  <a:ext cx="2512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539F44-FBB5-A7CA-76D2-2C1ACCEC086C}"/>
              </a:ext>
            </a:extLst>
          </p:cNvPr>
          <p:cNvGrpSpPr/>
          <p:nvPr/>
        </p:nvGrpSpPr>
        <p:grpSpPr>
          <a:xfrm>
            <a:off x="8250680" y="3182400"/>
            <a:ext cx="1298520" cy="271080"/>
            <a:chOff x="8250680" y="3182400"/>
            <a:chExt cx="129852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1374393-5BC8-9DDD-D864-2E00841091EF}"/>
                    </a:ext>
                  </a:extLst>
                </p14:cNvPr>
                <p14:cNvContentPartPr/>
                <p14:nvPr/>
              </p14:nvContentPartPr>
              <p14:xfrm>
                <a:off x="8250680" y="3198240"/>
                <a:ext cx="82080" cy="1479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1374393-5BC8-9DDD-D864-2E00841091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15040" y="3162600"/>
                  <a:ext cx="153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A940554-DC97-B3D9-DB9F-293711E4937F}"/>
                    </a:ext>
                  </a:extLst>
                </p14:cNvPr>
                <p14:cNvContentPartPr/>
                <p14:nvPr/>
              </p14:nvContentPartPr>
              <p14:xfrm>
                <a:off x="8501600" y="3271680"/>
                <a:ext cx="14400" cy="1818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A940554-DC97-B3D9-DB9F-293711E493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5960" y="3235680"/>
                  <a:ext cx="86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C3AEBDB-A7D2-0F4B-2BC9-56C860148D6F}"/>
                    </a:ext>
                  </a:extLst>
                </p14:cNvPr>
                <p14:cNvContentPartPr/>
                <p14:nvPr/>
              </p14:nvContentPartPr>
              <p14:xfrm>
                <a:off x="8636240" y="3281400"/>
                <a:ext cx="85680" cy="1162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C3AEBDB-A7D2-0F4B-2BC9-56C860148D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00240" y="3245400"/>
                  <a:ext cx="157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921F85D-B519-5A93-8B30-0F0352F8E628}"/>
                    </a:ext>
                  </a:extLst>
                </p14:cNvPr>
                <p14:cNvContentPartPr/>
                <p14:nvPr/>
              </p14:nvContentPartPr>
              <p14:xfrm>
                <a:off x="8848280" y="3375720"/>
                <a:ext cx="22320" cy="79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921F85D-B519-5A93-8B30-0F0352F8E6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12640" y="3340080"/>
                  <a:ext cx="93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CD2070D-4F41-69EF-AA75-1C1977DFBFB3}"/>
                    </a:ext>
                  </a:extLst>
                </p14:cNvPr>
                <p14:cNvContentPartPr/>
                <p14:nvPr/>
              </p14:nvContentPartPr>
              <p14:xfrm>
                <a:off x="8933960" y="3258720"/>
                <a:ext cx="66960" cy="1404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CD2070D-4F41-69EF-AA75-1C1977DFBF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97960" y="3223080"/>
                  <a:ext cx="138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7351B91B-5920-03D0-78E1-7C74282FE9C7}"/>
                    </a:ext>
                  </a:extLst>
                </p14:cNvPr>
                <p14:cNvContentPartPr/>
                <p14:nvPr/>
              </p14:nvContentPartPr>
              <p14:xfrm>
                <a:off x="8954840" y="3194640"/>
                <a:ext cx="33120" cy="1584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7351B91B-5920-03D0-78E1-7C74282FE9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18840" y="3159000"/>
                  <a:ext cx="104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95D4AD9-A4E3-4E1A-F99C-825BE822E8AE}"/>
                    </a:ext>
                  </a:extLst>
                </p14:cNvPr>
                <p14:cNvContentPartPr/>
                <p14:nvPr/>
              </p14:nvContentPartPr>
              <p14:xfrm>
                <a:off x="9130520" y="3263040"/>
                <a:ext cx="190800" cy="7740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95D4AD9-A4E3-4E1A-F99C-825BE822E8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94520" y="3227400"/>
                  <a:ext cx="26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A7119B07-C4A0-3A8E-2561-57FFB9A811A4}"/>
                    </a:ext>
                  </a:extLst>
                </p14:cNvPr>
                <p14:cNvContentPartPr/>
                <p14:nvPr/>
              </p14:nvContentPartPr>
              <p14:xfrm>
                <a:off x="9386120" y="3182400"/>
                <a:ext cx="163080" cy="10512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A7119B07-C4A0-3A8E-2561-57FFB9A811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0120" y="3146400"/>
                  <a:ext cx="234720" cy="17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7935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C1377-9CA9-43E4-AF45-7DFB355C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DC372-48C3-406E-AEAC-E8199228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900MHz GSM </a:t>
            </a:r>
            <a:r>
              <a:rPr lang="ko-KR" altLang="en-US" dirty="0"/>
              <a:t>휴대전화의 송신기는 안테나에 </a:t>
            </a:r>
            <a:r>
              <a:rPr lang="en-US" altLang="ko-KR" dirty="0"/>
              <a:t>1 W</a:t>
            </a:r>
            <a:r>
              <a:rPr lang="ko-KR" altLang="en-US" dirty="0"/>
              <a:t>의 전력을 공급</a:t>
            </a:r>
            <a:endParaRPr lang="en-US" altLang="ko-KR" dirty="0"/>
          </a:p>
          <a:p>
            <a:pPr lvl="1"/>
            <a:r>
              <a:rPr lang="ko-KR" altLang="en-US" dirty="0"/>
              <a:t>이 신호의 고조파가 미치는 영향을 설명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해답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 고조파</a:t>
            </a:r>
            <a:r>
              <a:rPr lang="en-US" altLang="ko-KR" dirty="0"/>
              <a:t>: GSM1800 </a:t>
            </a:r>
            <a:r>
              <a:rPr lang="ko-KR" altLang="en-US" dirty="0"/>
              <a:t>대역에 포함됨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</a:t>
            </a:r>
            <a:r>
              <a:rPr lang="en-US" altLang="ko-KR" dirty="0"/>
              <a:t>, 4</a:t>
            </a:r>
            <a:r>
              <a:rPr lang="ko-KR" altLang="en-US" dirty="0"/>
              <a:t>차</a:t>
            </a:r>
            <a:r>
              <a:rPr lang="en-US" altLang="ko-KR" dirty="0"/>
              <a:t>, 5</a:t>
            </a:r>
            <a:r>
              <a:rPr lang="ko-KR" altLang="en-US" dirty="0"/>
              <a:t>차 고조파</a:t>
            </a:r>
            <a:r>
              <a:rPr lang="en-US" altLang="ko-KR" dirty="0"/>
              <a:t>: </a:t>
            </a:r>
            <a:r>
              <a:rPr lang="ko-KR" altLang="en-US" dirty="0"/>
              <a:t>영향 없음</a:t>
            </a:r>
            <a:endParaRPr lang="en-US" altLang="ko-KR" dirty="0"/>
          </a:p>
          <a:p>
            <a:pPr lvl="1"/>
            <a:r>
              <a:rPr lang="en-US" altLang="ko-KR" dirty="0"/>
              <a:t>6</a:t>
            </a:r>
            <a:r>
              <a:rPr lang="ko-KR" altLang="en-US" dirty="0"/>
              <a:t>차 고조파</a:t>
            </a:r>
            <a:r>
              <a:rPr lang="en-US" altLang="ko-KR" dirty="0"/>
              <a:t>: WLAN </a:t>
            </a:r>
            <a:r>
              <a:rPr lang="ko-KR" altLang="en-US" dirty="0"/>
              <a:t>대역에 포함됨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911DE-EC2C-4CEC-A7F8-E5ED0ECD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29BBFB-CBDF-44A8-9619-AE191476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839" y="4797896"/>
            <a:ext cx="4628321" cy="193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0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10697-09FC-4E89-9A49-36A19E25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2.2.2: Gain</a:t>
            </a:r>
            <a:r>
              <a:rPr lang="ko-KR" altLang="en-US" dirty="0"/>
              <a:t> </a:t>
            </a:r>
            <a:r>
              <a:rPr lang="en-US" altLang="ko-KR" dirty="0"/>
              <a:t>Compression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55C66-EE9D-4F18-9417-10BD77421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비선형 시스템에서의 이득</a:t>
            </a:r>
            <a:endParaRPr lang="en-US" altLang="ko-KR" dirty="0"/>
          </a:p>
          <a:p>
            <a:pPr lvl="1"/>
            <a:r>
              <a:rPr lang="ko-KR" altLang="en-US" dirty="0"/>
              <a:t>이득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el-GR" altLang="ko-KR" dirty="0"/>
              <a:t>α</a:t>
            </a:r>
            <a:r>
              <a:rPr lang="en-US" altLang="ko-KR" baseline="-25000" dirty="0"/>
              <a:t>1</a:t>
            </a:r>
            <a:r>
              <a:rPr lang="el-GR" altLang="ko-KR" dirty="0"/>
              <a:t>α</a:t>
            </a:r>
            <a:r>
              <a:rPr lang="en-US" altLang="ko-KR" baseline="-25000" dirty="0"/>
              <a:t>3</a:t>
            </a:r>
            <a:r>
              <a:rPr lang="ko-KR" altLang="en-US" dirty="0"/>
              <a:t>에 따라 두 가지 경우가 가능함</a:t>
            </a:r>
            <a:r>
              <a:rPr lang="en-US" altLang="ko-KR" dirty="0"/>
              <a:t>:  Expansive &amp; Compressive</a:t>
            </a:r>
          </a:p>
          <a:p>
            <a:pPr lvl="2"/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대부분 회로에서 </a:t>
            </a:r>
            <a:r>
              <a:rPr lang="el-GR" altLang="ko-KR" sz="2000" b="0" dirty="0">
                <a:solidFill>
                  <a:srgbClr val="1A202C"/>
                </a:solidFill>
                <a:latin typeface="Arial"/>
              </a:rPr>
              <a:t>α</a:t>
            </a:r>
            <a:r>
              <a:rPr lang="en-US" altLang="ko-KR" sz="2000" b="0" baseline="-25000" dirty="0">
                <a:solidFill>
                  <a:srgbClr val="1A202C"/>
                </a:solidFill>
                <a:latin typeface="Arial"/>
              </a:rPr>
              <a:t>3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 &lt; 0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이므로 진폭 </a:t>
            </a:r>
            <a:r>
              <a:rPr lang="en-US" altLang="ko-KR" sz="20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가 증가하면 이득이 감쇄하는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(b)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의 경우가 일반적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4BDE8-C43C-495B-8904-CDD48BE2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0926B8-E682-45C3-A1B5-E45247D0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82" y="1799281"/>
            <a:ext cx="1581916" cy="3566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166FC2-6B3F-494A-81B4-B19D15BD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3694944"/>
            <a:ext cx="8059275" cy="2829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63661D2-0320-B0B4-BA6B-830D357477BD}"/>
                  </a:ext>
                </a:extLst>
              </p14:cNvPr>
              <p14:cNvContentPartPr/>
              <p14:nvPr/>
            </p14:nvContentPartPr>
            <p14:xfrm>
              <a:off x="2535410" y="6470690"/>
              <a:ext cx="3038400" cy="156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63661D2-0320-B0B4-BA6B-830D357477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9410" y="6435050"/>
                <a:ext cx="3110040" cy="2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297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00B55-69C2-4A1A-A9B2-5E2C357F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AD063-EC6D-47D3-9A77-C8DB90EDA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1-dB Compression Point (1-dB</a:t>
            </a:r>
            <a:r>
              <a:rPr lang="ko-KR" altLang="en-US" dirty="0"/>
              <a:t> </a:t>
            </a:r>
            <a:r>
              <a:rPr lang="ko-KR" altLang="en-US" dirty="0" err="1"/>
              <a:t>압축점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계산</a:t>
            </a:r>
            <a:r>
              <a:rPr lang="en-US" altLang="ko-KR" dirty="0"/>
              <a:t>: </a:t>
            </a:r>
            <a:r>
              <a:rPr lang="ko-KR" altLang="en-US" dirty="0"/>
              <a:t>이득이 </a:t>
            </a:r>
            <a:r>
              <a:rPr lang="en-US" altLang="ko-KR" dirty="0"/>
              <a:t>1 dB</a:t>
            </a:r>
            <a:r>
              <a:rPr lang="ko-KR" altLang="en-US" dirty="0"/>
              <a:t> 작아지는 입력 신호의 크기를 구함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42839-97B7-4A78-A7E4-CA67B6C0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4A59CC-7F81-48F6-BFAF-AAE71C6C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912" y="1868637"/>
            <a:ext cx="3590176" cy="24073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704266-1054-467B-AD8D-194B9DB50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35" y="4918618"/>
            <a:ext cx="4998730" cy="6156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98F072-6B0A-4FE6-9BE9-9CA915F1C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1" y="5763958"/>
            <a:ext cx="2618238" cy="82601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C591FB-A5C3-8ADE-E25E-179FEB6AC4C4}"/>
              </a:ext>
            </a:extLst>
          </p:cNvPr>
          <p:cNvGrpSpPr/>
          <p:nvPr/>
        </p:nvGrpSpPr>
        <p:grpSpPr>
          <a:xfrm>
            <a:off x="5690810" y="2215850"/>
            <a:ext cx="1291320" cy="2122920"/>
            <a:chOff x="5690810" y="2215850"/>
            <a:chExt cx="1291320" cy="21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147D2A3-50A3-77F1-FD2B-97E914FA007A}"/>
                    </a:ext>
                  </a:extLst>
                </p14:cNvPr>
                <p14:cNvContentPartPr/>
                <p14:nvPr/>
              </p14:nvContentPartPr>
              <p14:xfrm>
                <a:off x="6214970" y="3783650"/>
                <a:ext cx="767160" cy="5551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147D2A3-50A3-77F1-FD2B-97E914FA00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78970" y="3748010"/>
                  <a:ext cx="8388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B81945B-0CEC-ABE7-C0DC-D9C8A435B4EE}"/>
                    </a:ext>
                  </a:extLst>
                </p14:cNvPr>
                <p14:cNvContentPartPr/>
                <p14:nvPr/>
              </p14:nvContentPartPr>
              <p14:xfrm>
                <a:off x="5690810" y="2350490"/>
                <a:ext cx="1074240" cy="11836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B81945B-0CEC-ABE7-C0DC-D9C8A435B4E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55170" y="2314490"/>
                  <a:ext cx="1145880" cy="12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529624A-8D26-7230-A0C1-0B18BEF11A26}"/>
                    </a:ext>
                  </a:extLst>
                </p14:cNvPr>
                <p14:cNvContentPartPr/>
                <p14:nvPr/>
              </p14:nvContentPartPr>
              <p14:xfrm>
                <a:off x="6500450" y="2215850"/>
                <a:ext cx="283320" cy="3787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529624A-8D26-7230-A0C1-0B18BEF11A2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64450" y="2179850"/>
                  <a:ext cx="35496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7045B4F-5099-23FF-1FE3-24531DA33A86}"/>
              </a:ext>
            </a:extLst>
          </p:cNvPr>
          <p:cNvGrpSpPr/>
          <p:nvPr/>
        </p:nvGrpSpPr>
        <p:grpSpPr>
          <a:xfrm>
            <a:off x="4369970" y="5457650"/>
            <a:ext cx="2493000" cy="183600"/>
            <a:chOff x="4369970" y="5457650"/>
            <a:chExt cx="249300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C46D4E1-F6CF-AD28-566A-F85632A35AF2}"/>
                    </a:ext>
                  </a:extLst>
                </p14:cNvPr>
                <p14:cNvContentPartPr/>
                <p14:nvPr/>
              </p14:nvContentPartPr>
              <p14:xfrm>
                <a:off x="4369970" y="5595530"/>
                <a:ext cx="1780560" cy="457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C46D4E1-F6CF-AD28-566A-F85632A35A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34330" y="5559890"/>
                  <a:ext cx="1852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F26FF8B-0BEB-40E4-EF48-4677EDAA6705}"/>
                    </a:ext>
                  </a:extLst>
                </p14:cNvPr>
                <p14:cNvContentPartPr/>
                <p14:nvPr/>
              </p14:nvContentPartPr>
              <p14:xfrm>
                <a:off x="5478410" y="5457650"/>
                <a:ext cx="1384560" cy="403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F26FF8B-0BEB-40E4-EF48-4677EDAA670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42770" y="5422010"/>
                  <a:ext cx="1456200" cy="11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1622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A2DED-26D6-458B-A23C-C642B0BA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8A210-B0EA-43B5-BA4C-9F86CBBF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이득 압축이 변조 방식에 미치는 성능 저하</a:t>
            </a:r>
            <a:endParaRPr lang="en-US" altLang="ko-KR" dirty="0"/>
          </a:p>
          <a:p>
            <a:pPr lvl="1"/>
            <a:r>
              <a:rPr lang="en-US" altLang="ko-KR" dirty="0"/>
              <a:t>(a) FM (Frequency Modulation): </a:t>
            </a:r>
            <a:r>
              <a:rPr lang="ko-KR" altLang="en-US" dirty="0"/>
              <a:t>정보가 주파수 변화에만 존재하므로</a:t>
            </a:r>
            <a:r>
              <a:rPr lang="en-US" altLang="ko-KR" dirty="0"/>
              <a:t>, </a:t>
            </a:r>
            <a:r>
              <a:rPr lang="ko-KR" altLang="en-US" dirty="0"/>
              <a:t>이득 압축으로 인한 진폭 제한이 발생해도 정보 손실이 거의 없음</a:t>
            </a:r>
            <a:endParaRPr lang="en-US" altLang="ko-KR" dirty="0"/>
          </a:p>
          <a:p>
            <a:pPr lvl="1"/>
            <a:r>
              <a:rPr lang="en-US" altLang="ko-KR" dirty="0"/>
              <a:t>(b) AM (Amplitude Modulation): </a:t>
            </a:r>
            <a:r>
              <a:rPr lang="ko-KR" altLang="en-US" dirty="0"/>
              <a:t>정보가 신호의 </a:t>
            </a:r>
            <a:r>
              <a:rPr lang="ko-KR" altLang="en-US" dirty="0" err="1"/>
              <a:t>포락선</a:t>
            </a:r>
            <a:r>
              <a:rPr lang="en-US" altLang="ko-KR" dirty="0"/>
              <a:t>(Envelope)</a:t>
            </a:r>
            <a:r>
              <a:rPr lang="ko-KR" altLang="en-US" dirty="0"/>
              <a:t>에 담겨 있으므로</a:t>
            </a:r>
            <a:r>
              <a:rPr lang="en-US" altLang="ko-KR" dirty="0"/>
              <a:t>, </a:t>
            </a:r>
            <a:r>
              <a:rPr lang="ko-KR" altLang="en-US" dirty="0"/>
              <a:t>이득 압축이 발생하면 </a:t>
            </a:r>
            <a:r>
              <a:rPr lang="ko-KR" altLang="en-US" dirty="0" err="1"/>
              <a:t>포락선</a:t>
            </a:r>
            <a:r>
              <a:rPr lang="ko-KR" altLang="en-US" dirty="0"/>
              <a:t> 왜곡이 발생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02FAA-BDC0-4F1B-AA27-92BADBBC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F6BAEE-2A18-40D8-86BA-8C3B1A5B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20" y="3429000"/>
            <a:ext cx="6621263" cy="31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53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92FDD-9AE2-454A-AEA2-F8B623C4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0BD59C-BB89-44EB-B418-5240DBF477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Desensitization (</a:t>
                </a:r>
                <a:r>
                  <a:rPr lang="ko-KR" altLang="en-US" dirty="0"/>
                  <a:t>감도 저하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및 </a:t>
                </a:r>
                <a:r>
                  <a:rPr lang="en-US" altLang="ko-KR" dirty="0"/>
                  <a:t>Blocker </a:t>
                </a:r>
                <a:r>
                  <a:rPr lang="ko-KR" altLang="en-US" dirty="0"/>
                  <a:t>신호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작은 입력 신호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강한 간섭파</a:t>
                </a:r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가 동시에 입력되는 경우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일 때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kern="100" baseline="-25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1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성분을 구하면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</a:t>
                </a: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Blocker</a:t>
                </a:r>
              </a:p>
              <a:p>
                <a:pPr lvl="2"/>
                <a:r>
                  <a:rPr lang="en-US" altLang="ko-KR" i="1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kern="100" baseline="-25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가 충분히 큰 경우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이득이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 될 수 있음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간섭파를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Blocker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라고 부름</a:t>
                </a:r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2"/>
                <a:endParaRPr lang="ko-KR" altLang="ko-KR" sz="1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0BD59C-BB89-44EB-B418-5240DBF477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414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3E558-8F52-4653-A6E5-99155562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5D09792-5397-4D3D-ABAC-599BBF80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52" y="3101857"/>
            <a:ext cx="5358394" cy="6766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D322045-4225-469F-8663-7ED7BEA03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06" y="3083467"/>
            <a:ext cx="4233680" cy="676658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F9E6A49-1078-41A5-9F53-775EB667099E}"/>
              </a:ext>
            </a:extLst>
          </p:cNvPr>
          <p:cNvCxnSpPr/>
          <p:nvPr/>
        </p:nvCxnSpPr>
        <p:spPr>
          <a:xfrm flipV="1">
            <a:off x="6013174" y="3421796"/>
            <a:ext cx="884583" cy="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0FA761-C2C1-4636-80C6-000DDCA39401}"/>
              </a:ext>
            </a:extLst>
          </p:cNvPr>
          <p:cNvSpPr txBox="1"/>
          <p:nvPr/>
        </p:nvSpPr>
        <p:spPr>
          <a:xfrm>
            <a:off x="5995193" y="34644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A</a:t>
            </a:r>
            <a:r>
              <a:rPr lang="en-US" altLang="ko-KR" baseline="-25000" dirty="0"/>
              <a:t>2</a:t>
            </a:r>
            <a:r>
              <a:rPr lang="en-US" altLang="ko-KR" dirty="0"/>
              <a:t> &gt;&gt; </a:t>
            </a:r>
            <a:r>
              <a:rPr lang="en-US" altLang="ko-KR" i="1" dirty="0"/>
              <a:t>A</a:t>
            </a:r>
            <a:r>
              <a:rPr lang="en-US" altLang="ko-KR" baseline="-25000" dirty="0"/>
              <a:t>1</a:t>
            </a:r>
            <a:endParaRPr lang="ko-KR" altLang="en-US" baseline="-25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B4F9FA5-C72B-E82A-0A30-6067BB2A4AD7}"/>
              </a:ext>
            </a:extLst>
          </p:cNvPr>
          <p:cNvGrpSpPr/>
          <p:nvPr/>
        </p:nvGrpSpPr>
        <p:grpSpPr>
          <a:xfrm>
            <a:off x="9034130" y="2594210"/>
            <a:ext cx="1546560" cy="453960"/>
            <a:chOff x="9034130" y="2594210"/>
            <a:chExt cx="154656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AE4E775-A0D9-5D92-34DB-482A859A132F}"/>
                    </a:ext>
                  </a:extLst>
                </p14:cNvPr>
                <p14:cNvContentPartPr/>
                <p14:nvPr/>
              </p14:nvContentPartPr>
              <p14:xfrm>
                <a:off x="9034130" y="2809850"/>
                <a:ext cx="655920" cy="2145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AE4E775-A0D9-5D92-34DB-482A859A13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98130" y="2774210"/>
                  <a:ext cx="727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C659351-8E19-19DE-4E48-FF700EE9DE31}"/>
                    </a:ext>
                  </a:extLst>
                </p14:cNvPr>
                <p14:cNvContentPartPr/>
                <p14:nvPr/>
              </p14:nvContentPartPr>
              <p14:xfrm>
                <a:off x="9220250" y="2894090"/>
                <a:ext cx="555480" cy="1540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C659351-8E19-19DE-4E48-FF700EE9DE3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84250" y="2858090"/>
                  <a:ext cx="627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164F748-DC4A-D934-ECBE-30E2E57E28BB}"/>
                    </a:ext>
                  </a:extLst>
                </p14:cNvPr>
                <p14:cNvContentPartPr/>
                <p14:nvPr/>
              </p14:nvContentPartPr>
              <p14:xfrm>
                <a:off x="9941690" y="2594210"/>
                <a:ext cx="639000" cy="3034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164F748-DC4A-D934-ECBE-30E2E57E28B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905690" y="2558210"/>
                  <a:ext cx="710640" cy="37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2F4E3A0-0461-12D9-0CFD-977B50058B02}"/>
                  </a:ext>
                </a:extLst>
              </p14:cNvPr>
              <p14:cNvContentPartPr/>
              <p14:nvPr/>
            </p14:nvContentPartPr>
            <p14:xfrm>
              <a:off x="7946930" y="4108730"/>
              <a:ext cx="1949400" cy="2124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2F4E3A0-0461-12D9-0CFD-977B50058B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11290" y="4073090"/>
                <a:ext cx="202104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B14732-4C2C-990A-3688-30637240C144}"/>
              </a:ext>
            </a:extLst>
          </p:cNvPr>
          <p:cNvGrpSpPr/>
          <p:nvPr/>
        </p:nvGrpSpPr>
        <p:grpSpPr>
          <a:xfrm>
            <a:off x="1745930" y="2148890"/>
            <a:ext cx="3523320" cy="497520"/>
            <a:chOff x="1745930" y="2148890"/>
            <a:chExt cx="352332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FD16DF6-387C-FDFE-B406-19E53310652C}"/>
                    </a:ext>
                  </a:extLst>
                </p14:cNvPr>
                <p14:cNvContentPartPr/>
                <p14:nvPr/>
              </p14:nvContentPartPr>
              <p14:xfrm>
                <a:off x="3099890" y="2239610"/>
                <a:ext cx="581040" cy="3780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FD16DF6-387C-FDFE-B406-19E5331065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63890" y="2203610"/>
                  <a:ext cx="6526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D74EFAB-EC1C-8942-761E-1D02EBEA5A90}"/>
                    </a:ext>
                  </a:extLst>
                </p14:cNvPr>
                <p14:cNvContentPartPr/>
                <p14:nvPr/>
              </p14:nvContentPartPr>
              <p14:xfrm>
                <a:off x="4632770" y="2215490"/>
                <a:ext cx="555120" cy="4309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D74EFAB-EC1C-8942-761E-1D02EBEA5A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96770" y="2179850"/>
                  <a:ext cx="6267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4FC40D8-8842-4310-5BBA-21EA4A9B4189}"/>
                    </a:ext>
                  </a:extLst>
                </p14:cNvPr>
                <p14:cNvContentPartPr/>
                <p14:nvPr/>
              </p14:nvContentPartPr>
              <p14:xfrm>
                <a:off x="1745930" y="2156810"/>
                <a:ext cx="3339000" cy="72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4FC40D8-8842-4310-5BBA-21EA4A9B41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10290" y="2120810"/>
                  <a:ext cx="3410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EECA6B1-AEB8-44CA-846D-9713BFA02547}"/>
                    </a:ext>
                  </a:extLst>
                </p14:cNvPr>
                <p14:cNvContentPartPr/>
                <p14:nvPr/>
              </p14:nvContentPartPr>
              <p14:xfrm>
                <a:off x="5265650" y="2148890"/>
                <a:ext cx="3600" cy="43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EECA6B1-AEB8-44CA-846D-9713BFA0254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29650" y="2112890"/>
                  <a:ext cx="75240" cy="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0674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386F4-E205-486D-BCF0-B521D990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4D98F-EEB0-4B2E-90FF-6FDC1FBA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229456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900MHz GSM </a:t>
            </a:r>
            <a:r>
              <a:rPr lang="ko-KR" altLang="en-US" dirty="0"/>
              <a:t>송신기가 </a:t>
            </a:r>
            <a:r>
              <a:rPr lang="en-US" altLang="ko-KR" dirty="0"/>
              <a:t>1 W( +30 dBm) </a:t>
            </a:r>
            <a:r>
              <a:rPr lang="ko-KR" altLang="en-US" dirty="0"/>
              <a:t>를 방사</a:t>
            </a:r>
            <a:endParaRPr lang="en-US" altLang="ko-KR" dirty="0"/>
          </a:p>
          <a:p>
            <a:pPr lvl="1"/>
            <a:r>
              <a:rPr lang="en-US" altLang="ko-KR" dirty="0"/>
              <a:t>1m </a:t>
            </a:r>
            <a:r>
              <a:rPr lang="ko-KR" altLang="en-US" dirty="0"/>
              <a:t>거리의 </a:t>
            </a:r>
            <a:r>
              <a:rPr lang="en-US" altLang="ko-KR" dirty="0"/>
              <a:t>1.8GHz </a:t>
            </a:r>
            <a:r>
              <a:rPr lang="ko-KR" altLang="en-US" dirty="0"/>
              <a:t>수신기 </a:t>
            </a:r>
            <a:r>
              <a:rPr lang="en-US" altLang="ko-KR" dirty="0"/>
              <a:t>(P</a:t>
            </a:r>
            <a:r>
              <a:rPr lang="en-US" altLang="ko-KR" baseline="-25000" dirty="0"/>
              <a:t>1dB</a:t>
            </a:r>
            <a:r>
              <a:rPr lang="en-US" altLang="ko-KR" dirty="0"/>
              <a:t> = -25 dBm)</a:t>
            </a:r>
            <a:r>
              <a:rPr lang="ko-KR" altLang="en-US" dirty="0"/>
              <a:t>가 존재</a:t>
            </a:r>
            <a:endParaRPr lang="en-US" altLang="ko-KR" dirty="0"/>
          </a:p>
          <a:p>
            <a:pPr lvl="1"/>
            <a:r>
              <a:rPr lang="ko-KR" altLang="en-US" dirty="0"/>
              <a:t>거리 감쇄가 </a:t>
            </a:r>
            <a:r>
              <a:rPr lang="en-US" altLang="ko-KR" dirty="0"/>
              <a:t>10 dB</a:t>
            </a:r>
            <a:r>
              <a:rPr lang="ko-KR" altLang="en-US" dirty="0"/>
              <a:t>일 때 수신기가 보호되기 위한 송신기의 고조파 억제 조건 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10E06-6936-4CFF-B484-D4ED44DB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EFD940-2DDE-42E0-9859-17BA219E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3429000"/>
            <a:ext cx="5658640" cy="2867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4191147-4E59-3295-6CBF-9215E515DAEF}"/>
                  </a:ext>
                </a:extLst>
              </p14:cNvPr>
              <p14:cNvContentPartPr/>
              <p14:nvPr/>
            </p14:nvContentPartPr>
            <p14:xfrm>
              <a:off x="7415930" y="5131850"/>
              <a:ext cx="1471680" cy="766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4191147-4E59-3295-6CBF-9215E515DA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79930" y="5096210"/>
                <a:ext cx="1543320" cy="14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97AFC004-BCBC-25D3-DF64-89DD2519992A}"/>
              </a:ext>
            </a:extLst>
          </p:cNvPr>
          <p:cNvGrpSpPr/>
          <p:nvPr/>
        </p:nvGrpSpPr>
        <p:grpSpPr>
          <a:xfrm>
            <a:off x="7706810" y="5386010"/>
            <a:ext cx="2171880" cy="447480"/>
            <a:chOff x="7706810" y="5386010"/>
            <a:chExt cx="217188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578C159-D2A2-9FC9-28B1-A8FCF5053F0E}"/>
                    </a:ext>
                  </a:extLst>
                </p14:cNvPr>
                <p14:cNvContentPartPr/>
                <p14:nvPr/>
              </p14:nvContentPartPr>
              <p14:xfrm>
                <a:off x="7706810" y="5575010"/>
                <a:ext cx="318240" cy="57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578C159-D2A2-9FC9-28B1-A8FCF5053F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71170" y="5539010"/>
                  <a:ext cx="389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DE3EF8E-8689-C444-DE55-9EECA48468C0}"/>
                    </a:ext>
                  </a:extLst>
                </p14:cNvPr>
                <p14:cNvContentPartPr/>
                <p14:nvPr/>
              </p14:nvContentPartPr>
              <p14:xfrm>
                <a:off x="7856210" y="5497970"/>
                <a:ext cx="66960" cy="2566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DE3EF8E-8689-C444-DE55-9EECA48468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20570" y="5462330"/>
                  <a:ext cx="138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53D873B-EB68-E0CF-61A7-D163CBA081D2}"/>
                    </a:ext>
                  </a:extLst>
                </p14:cNvPr>
                <p14:cNvContentPartPr/>
                <p14:nvPr/>
              </p14:nvContentPartPr>
              <p14:xfrm>
                <a:off x="8129090" y="5462690"/>
                <a:ext cx="202320" cy="2750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53D873B-EB68-E0CF-61A7-D163CBA081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93090" y="5426690"/>
                  <a:ext cx="273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514C676-AB36-93D5-0E2D-5881F9BFC2C3}"/>
                    </a:ext>
                  </a:extLst>
                </p14:cNvPr>
                <p14:cNvContentPartPr/>
                <p14:nvPr/>
              </p14:nvContentPartPr>
              <p14:xfrm>
                <a:off x="8433290" y="5518850"/>
                <a:ext cx="281160" cy="2016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514C676-AB36-93D5-0E2D-5881F9BFC2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7290" y="5482850"/>
                  <a:ext cx="352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24EEA48-F91B-5FF4-4EF2-880F3C8B64A4}"/>
                    </a:ext>
                  </a:extLst>
                </p14:cNvPr>
                <p14:cNvContentPartPr/>
                <p14:nvPr/>
              </p14:nvContentPartPr>
              <p14:xfrm>
                <a:off x="8813810" y="5592650"/>
                <a:ext cx="178560" cy="2408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24EEA48-F91B-5FF4-4EF2-880F3C8B64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78170" y="5556650"/>
                  <a:ext cx="250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520E6E2-F14D-AA44-20BF-C8DCEA94911A}"/>
                    </a:ext>
                  </a:extLst>
                </p14:cNvPr>
                <p14:cNvContentPartPr/>
                <p14:nvPr/>
              </p14:nvContentPartPr>
              <p14:xfrm>
                <a:off x="9039530" y="5437490"/>
                <a:ext cx="83160" cy="3708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520E6E2-F14D-AA44-20BF-C8DCEA9491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03530" y="5401490"/>
                  <a:ext cx="1548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2A33161-6712-71B0-4BC4-61D9D9DC0E78}"/>
                    </a:ext>
                  </a:extLst>
                </p14:cNvPr>
                <p14:cNvContentPartPr/>
                <p14:nvPr/>
              </p14:nvContentPartPr>
              <p14:xfrm>
                <a:off x="9193610" y="5443250"/>
                <a:ext cx="21960" cy="3283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2A33161-6712-71B0-4BC4-61D9D9DC0E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57970" y="5407610"/>
                  <a:ext cx="936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389EE88-A63B-9EDE-2E57-72CA5DE0882E}"/>
                    </a:ext>
                  </a:extLst>
                </p14:cNvPr>
                <p14:cNvContentPartPr/>
                <p14:nvPr/>
              </p14:nvContentPartPr>
              <p14:xfrm>
                <a:off x="9213050" y="5386010"/>
                <a:ext cx="218160" cy="353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389EE88-A63B-9EDE-2E57-72CA5DE088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77050" y="5350370"/>
                  <a:ext cx="2898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DDD1A1C-4BC8-3C51-B21A-0F2E48AAD2C6}"/>
                    </a:ext>
                  </a:extLst>
                </p14:cNvPr>
                <p14:cNvContentPartPr/>
                <p14:nvPr/>
              </p14:nvContentPartPr>
              <p14:xfrm>
                <a:off x="9546410" y="5632250"/>
                <a:ext cx="245160" cy="1357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DDD1A1C-4BC8-3C51-B21A-0F2E48AAD2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10410" y="5596250"/>
                  <a:ext cx="316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1DF3D31-4D77-BCC1-7E1F-9D3579AAD887}"/>
                    </a:ext>
                  </a:extLst>
                </p14:cNvPr>
                <p14:cNvContentPartPr/>
                <p14:nvPr/>
              </p14:nvContentPartPr>
              <p14:xfrm>
                <a:off x="9876170" y="5724410"/>
                <a:ext cx="2520" cy="1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1DF3D31-4D77-BCC1-7E1F-9D3579AAD88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40170" y="5688770"/>
                  <a:ext cx="7416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FC079A6-55E8-6E32-EF58-889252B2899B}"/>
              </a:ext>
            </a:extLst>
          </p:cNvPr>
          <p:cNvGrpSpPr/>
          <p:nvPr/>
        </p:nvGrpSpPr>
        <p:grpSpPr>
          <a:xfrm>
            <a:off x="4770290" y="3328610"/>
            <a:ext cx="1922040" cy="1941840"/>
            <a:chOff x="4770290" y="3328610"/>
            <a:chExt cx="1922040" cy="19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FC85C3A-9F5E-B368-70E8-BC59DF56EFC3}"/>
                    </a:ext>
                  </a:extLst>
                </p14:cNvPr>
                <p14:cNvContentPartPr/>
                <p14:nvPr/>
              </p14:nvContentPartPr>
              <p14:xfrm>
                <a:off x="5427650" y="4553690"/>
                <a:ext cx="834840" cy="7167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FC85C3A-9F5E-B368-70E8-BC59DF56EF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92010" y="4517690"/>
                  <a:ext cx="90648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DDF220F-CC5C-B9C5-FA83-AE3F4C981AD9}"/>
                    </a:ext>
                  </a:extLst>
                </p14:cNvPr>
                <p14:cNvContentPartPr/>
                <p14:nvPr/>
              </p14:nvContentPartPr>
              <p14:xfrm>
                <a:off x="4770290" y="4054010"/>
                <a:ext cx="290160" cy="38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DDF220F-CC5C-B9C5-FA83-AE3F4C981A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34650" y="4018010"/>
                  <a:ext cx="361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22F9D1B-4FEB-56C6-158B-E9D0802D470E}"/>
                    </a:ext>
                  </a:extLst>
                </p14:cNvPr>
                <p14:cNvContentPartPr/>
                <p14:nvPr/>
              </p14:nvContentPartPr>
              <p14:xfrm>
                <a:off x="4880810" y="4034570"/>
                <a:ext cx="48600" cy="108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22F9D1B-4FEB-56C6-158B-E9D0802D47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45170" y="3998570"/>
                  <a:ext cx="120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73CB403-CA71-A7DD-D9D4-391DBD965FF4}"/>
                    </a:ext>
                  </a:extLst>
                </p14:cNvPr>
                <p14:cNvContentPartPr/>
                <p14:nvPr/>
              </p14:nvContentPartPr>
              <p14:xfrm>
                <a:off x="4960370" y="3788690"/>
                <a:ext cx="662760" cy="1036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73CB403-CA71-A7DD-D9D4-391DBD965F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24730" y="3753050"/>
                  <a:ext cx="734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3239D46-FEDF-F179-74B1-3EDA8CF229CC}"/>
                    </a:ext>
                  </a:extLst>
                </p14:cNvPr>
                <p14:cNvContentPartPr/>
                <p14:nvPr/>
              </p14:nvContentPartPr>
              <p14:xfrm>
                <a:off x="5440610" y="3805970"/>
                <a:ext cx="65880" cy="5544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3239D46-FEDF-F179-74B1-3EDA8CF229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404610" y="3770330"/>
                  <a:ext cx="13752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2D82E1F-FDFE-02F6-CD5C-3ABEBDDB0F2C}"/>
                    </a:ext>
                  </a:extLst>
                </p14:cNvPr>
                <p14:cNvContentPartPr/>
                <p14:nvPr/>
              </p14:nvContentPartPr>
              <p14:xfrm>
                <a:off x="5411810" y="4332290"/>
                <a:ext cx="251280" cy="2732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2D82E1F-FDFE-02F6-CD5C-3ABEBDDB0F2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76170" y="4296290"/>
                  <a:ext cx="3229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A580DDA-7409-3FEA-2645-457CBEB3A854}"/>
                    </a:ext>
                  </a:extLst>
                </p14:cNvPr>
                <p14:cNvContentPartPr/>
                <p14:nvPr/>
              </p14:nvContentPartPr>
              <p14:xfrm>
                <a:off x="5672810" y="4334810"/>
                <a:ext cx="19800" cy="43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A580DDA-7409-3FEA-2645-457CBEB3A85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37170" y="4299170"/>
                  <a:ext cx="91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769A6A3-DDFC-8200-1750-82F7DDA35400}"/>
                    </a:ext>
                  </a:extLst>
                </p14:cNvPr>
                <p14:cNvContentPartPr/>
                <p14:nvPr/>
              </p14:nvContentPartPr>
              <p14:xfrm>
                <a:off x="4783970" y="3437690"/>
                <a:ext cx="258840" cy="648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769A6A3-DDFC-8200-1750-82F7DDA354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48330" y="3402050"/>
                  <a:ext cx="330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85B0C69-E21E-ED8B-0399-A9125F068D0B}"/>
                    </a:ext>
                  </a:extLst>
                </p14:cNvPr>
                <p14:cNvContentPartPr/>
                <p14:nvPr/>
              </p14:nvContentPartPr>
              <p14:xfrm>
                <a:off x="4882610" y="3499610"/>
                <a:ext cx="30960" cy="1947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85B0C69-E21E-ED8B-0399-A9125F068D0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46970" y="3463610"/>
                  <a:ext cx="102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56E4F3C-5062-7D08-799A-1385CBFEC971}"/>
                    </a:ext>
                  </a:extLst>
                </p14:cNvPr>
                <p14:cNvContentPartPr/>
                <p14:nvPr/>
              </p14:nvContentPartPr>
              <p14:xfrm>
                <a:off x="4798370" y="3663770"/>
                <a:ext cx="236520" cy="1029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56E4F3C-5062-7D08-799A-1385CBFEC9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62370" y="3628130"/>
                  <a:ext cx="308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E6ECFAA-30C0-C2C1-A71E-E4A1BDC94499}"/>
                    </a:ext>
                  </a:extLst>
                </p14:cNvPr>
                <p14:cNvContentPartPr/>
                <p14:nvPr/>
              </p14:nvContentPartPr>
              <p14:xfrm>
                <a:off x="5132090" y="3328610"/>
                <a:ext cx="348120" cy="2725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E6ECFAA-30C0-C2C1-A71E-E4A1BDC9449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96090" y="3292970"/>
                  <a:ext cx="4197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A471DF9-AE11-7F90-D5AE-AE15651D3FC8}"/>
                    </a:ext>
                  </a:extLst>
                </p14:cNvPr>
                <p14:cNvContentPartPr/>
                <p14:nvPr/>
              </p14:nvContentPartPr>
              <p14:xfrm>
                <a:off x="5630690" y="3429410"/>
                <a:ext cx="5040" cy="50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A471DF9-AE11-7F90-D5AE-AE15651D3FC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95050" y="3393770"/>
                  <a:ext cx="76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634C5F3B-3A4E-EFBB-A4CD-B67E57CD3427}"/>
                    </a:ext>
                  </a:extLst>
                </p14:cNvPr>
                <p14:cNvContentPartPr/>
                <p14:nvPr/>
              </p14:nvContentPartPr>
              <p14:xfrm>
                <a:off x="5731490" y="4143290"/>
                <a:ext cx="249480" cy="507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634C5F3B-3A4E-EFBB-A4CD-B67E57CD34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95490" y="4107290"/>
                  <a:ext cx="321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993A2B03-FCA9-D457-FEF0-57BFF93A1182}"/>
                    </a:ext>
                  </a:extLst>
                </p14:cNvPr>
                <p14:cNvContentPartPr/>
                <p14:nvPr/>
              </p14:nvContentPartPr>
              <p14:xfrm>
                <a:off x="5760290" y="4107290"/>
                <a:ext cx="53280" cy="21384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993A2B03-FCA9-D457-FEF0-57BFF93A11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24290" y="4071290"/>
                  <a:ext cx="124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9D8DC0F4-3BAA-5C63-CA69-1173B2A318F9}"/>
                    </a:ext>
                  </a:extLst>
                </p14:cNvPr>
                <p14:cNvContentPartPr/>
                <p14:nvPr/>
              </p14:nvContentPartPr>
              <p14:xfrm>
                <a:off x="6031010" y="4101890"/>
                <a:ext cx="95400" cy="21528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9D8DC0F4-3BAA-5C63-CA69-1173B2A318F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95010" y="4065890"/>
                  <a:ext cx="167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8C685AEC-321F-2C9C-DB14-EBF517DD936B}"/>
                    </a:ext>
                  </a:extLst>
                </p14:cNvPr>
                <p14:cNvContentPartPr/>
                <p14:nvPr/>
              </p14:nvContentPartPr>
              <p14:xfrm>
                <a:off x="6066650" y="4047170"/>
                <a:ext cx="128520" cy="1188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8C685AEC-321F-2C9C-DB14-EBF517DD93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31010" y="4011170"/>
                  <a:ext cx="200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1EED78BA-A006-91F0-1814-6B1B2E456B66}"/>
                    </a:ext>
                  </a:extLst>
                </p14:cNvPr>
                <p14:cNvContentPartPr/>
                <p14:nvPr/>
              </p14:nvContentPartPr>
              <p14:xfrm>
                <a:off x="6222890" y="4079930"/>
                <a:ext cx="94320" cy="25380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1EED78BA-A006-91F0-1814-6B1B2E456B6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87250" y="4043930"/>
                  <a:ext cx="1659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8D6F34D4-A1A3-0A8E-7B44-AEF64F5A3F87}"/>
                    </a:ext>
                  </a:extLst>
                </p14:cNvPr>
                <p14:cNvContentPartPr/>
                <p14:nvPr/>
              </p14:nvContentPartPr>
              <p14:xfrm>
                <a:off x="6227570" y="4280090"/>
                <a:ext cx="86040" cy="10692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8D6F34D4-A1A3-0A8E-7B44-AEF64F5A3F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91930" y="4244090"/>
                  <a:ext cx="15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354AD61A-C3CC-70A2-5AB1-E56731FA655F}"/>
                    </a:ext>
                  </a:extLst>
                </p14:cNvPr>
                <p14:cNvContentPartPr/>
                <p14:nvPr/>
              </p14:nvContentPartPr>
              <p14:xfrm>
                <a:off x="6328730" y="4117370"/>
                <a:ext cx="56160" cy="32292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354AD61A-C3CC-70A2-5AB1-E56731FA655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93090" y="4081370"/>
                  <a:ext cx="1278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C7F21551-176F-778C-1CDE-764635FF86C6}"/>
                    </a:ext>
                  </a:extLst>
                </p14:cNvPr>
                <p14:cNvContentPartPr/>
                <p14:nvPr/>
              </p14:nvContentPartPr>
              <p14:xfrm>
                <a:off x="6488930" y="4151210"/>
                <a:ext cx="32400" cy="2764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C7F21551-176F-778C-1CDE-764635FF8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53290" y="4115570"/>
                  <a:ext cx="1040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1B83BA03-A446-9BCE-F418-68850F3395D0}"/>
                    </a:ext>
                  </a:extLst>
                </p14:cNvPr>
                <p14:cNvContentPartPr/>
                <p14:nvPr/>
              </p14:nvContentPartPr>
              <p14:xfrm>
                <a:off x="6535370" y="4073810"/>
                <a:ext cx="156960" cy="31968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1B83BA03-A446-9BCE-F418-68850F3395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99730" y="4038170"/>
                  <a:ext cx="2286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FFCED238-052D-D718-AA3D-098534D9E741}"/>
                    </a:ext>
                  </a:extLst>
                </p14:cNvPr>
                <p14:cNvContentPartPr/>
                <p14:nvPr/>
              </p14:nvContentPartPr>
              <p14:xfrm>
                <a:off x="6527450" y="4356410"/>
                <a:ext cx="1800" cy="57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FFCED238-052D-D718-AA3D-098534D9E7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91810" y="4320410"/>
                  <a:ext cx="73440" cy="7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2903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A2023-6C36-4D0A-8F22-07F6A3F0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03E895-BA0F-4A05-BDF7-66943AC7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수신기 허용치</a:t>
            </a:r>
            <a:endParaRPr lang="en-US" altLang="ko-KR" dirty="0"/>
          </a:p>
          <a:p>
            <a:pPr lvl="2"/>
            <a:r>
              <a:rPr lang="ko-KR" altLang="en-US" dirty="0"/>
              <a:t>수신기가 감도 저하를 일으키지 않으려면 입력되는 방해 성분이 자신의 </a:t>
            </a:r>
            <a:r>
              <a:rPr lang="en-US" altLang="ko-KR" dirty="0"/>
              <a:t>P1-dB</a:t>
            </a:r>
            <a:r>
              <a:rPr lang="ko-KR" altLang="en-US" dirty="0"/>
              <a:t>인 </a:t>
            </a:r>
            <a:r>
              <a:rPr lang="en-US" altLang="ko-KR" dirty="0"/>
              <a:t>-25 dBm</a:t>
            </a:r>
            <a:r>
              <a:rPr lang="ko-KR" altLang="en-US" dirty="0"/>
              <a:t>을 넘지 않아야 함</a:t>
            </a:r>
            <a:endParaRPr lang="en-US" altLang="ko-KR" dirty="0"/>
          </a:p>
          <a:p>
            <a:pPr lvl="1"/>
            <a:r>
              <a:rPr lang="ko-KR" altLang="en-US" dirty="0"/>
              <a:t>경로 손실 고려</a:t>
            </a:r>
            <a:endParaRPr lang="en-US" altLang="ko-KR" dirty="0"/>
          </a:p>
          <a:p>
            <a:pPr lvl="2"/>
            <a:r>
              <a:rPr lang="ko-KR" altLang="en-US" dirty="0"/>
              <a:t>거리 감쇄 </a:t>
            </a:r>
            <a:r>
              <a:rPr lang="en-US" altLang="ko-KR" dirty="0"/>
              <a:t>10 dB</a:t>
            </a:r>
            <a:r>
              <a:rPr lang="ko-KR" altLang="en-US" dirty="0"/>
              <a:t>를 고려한</a:t>
            </a:r>
            <a:r>
              <a:rPr lang="en-US" altLang="ko-KR" dirty="0"/>
              <a:t>, </a:t>
            </a:r>
            <a:r>
              <a:rPr lang="ko-KR" altLang="en-US" dirty="0"/>
              <a:t>송신기 안테나에서 방사되는 </a:t>
            </a:r>
            <a:r>
              <a:rPr lang="en-US" altLang="ko-KR" dirty="0"/>
              <a:t>1.8GHz </a:t>
            </a:r>
            <a:r>
              <a:rPr lang="ko-KR" altLang="en-US" dirty="0"/>
              <a:t>고조파 전력</a:t>
            </a:r>
            <a:endParaRPr lang="en-US" altLang="ko-KR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억제 조건</a:t>
            </a:r>
            <a:endParaRPr lang="en-US" altLang="ko-KR" dirty="0"/>
          </a:p>
          <a:p>
            <a:pPr lvl="2"/>
            <a:r>
              <a:rPr lang="ko-KR" altLang="en-US" dirty="0"/>
              <a:t>송신기의 </a:t>
            </a:r>
            <a:r>
              <a:rPr lang="ko-KR" altLang="en-US" dirty="0" err="1"/>
              <a:t>기본파</a:t>
            </a:r>
            <a:r>
              <a:rPr lang="ko-KR" altLang="en-US" dirty="0"/>
              <a:t> 출력 </a:t>
            </a:r>
            <a:r>
              <a:rPr lang="en-US" altLang="ko-KR" dirty="0"/>
              <a:t>(+30 dBm) </a:t>
            </a:r>
            <a:r>
              <a:rPr lang="ko-KR" altLang="en-US" dirty="0"/>
              <a:t>대비 필요한 </a:t>
            </a:r>
            <a:r>
              <a:rPr lang="ko-KR" altLang="en-US" dirty="0" err="1"/>
              <a:t>억제량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FB1436-4F09-4CC5-9743-DA53E82E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4D44E4-06BB-4C49-B055-98033BCB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74" y="3778515"/>
            <a:ext cx="6839726" cy="3169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6A460A-EBE0-418B-87B1-A7FED1507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11" y="5317913"/>
            <a:ext cx="4696978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86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E3D33-960B-4BAB-AFA1-9D9ED2BC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2.2.3: Cross Modulation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416D0-C95F-4E21-B8E3-D2010A1B4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Cross modulation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수신기가 처리하고자 하는 미약한 희망 신호가 인접 대역의 강력한 진폭 변조된 간섭 신호에 의해 오염되는 현상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예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: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간섭파의 </a:t>
            </a:r>
            <a:r>
              <a:rPr lang="ko-KR" altLang="en-US" dirty="0" err="1">
                <a:solidFill>
                  <a:srgbClr val="303030"/>
                </a:solidFill>
                <a:latin typeface="Google Sans Text"/>
              </a:rPr>
              <a:t>포락선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정보가 희망 신호의 진폭으로 강제 전이되는 현상</a:t>
            </a:r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2"/>
            <a:r>
              <a:rPr lang="ko-KR" altLang="en-US" b="0" i="0" dirty="0" err="1">
                <a:solidFill>
                  <a:srgbClr val="303030"/>
                </a:solidFill>
                <a:effectLst/>
                <a:latin typeface="Google Sans Text"/>
              </a:rPr>
              <a:t>간섭파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: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진폭 변조된 신호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6E023-7834-40D4-BB14-F1ECB55A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6BD16B-687E-448F-A2D0-988A2DF9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252" y="4710318"/>
            <a:ext cx="5469496" cy="20111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6660A90-95FA-4096-93B5-63A0391E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252" y="3371011"/>
            <a:ext cx="8616714" cy="6918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1CAB94-752B-4B68-ACC6-9F66067B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95" y="3538983"/>
            <a:ext cx="1944628" cy="32004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71FBB3E-7EBD-4353-BBC9-F98D14DAA8C5}"/>
              </a:ext>
            </a:extLst>
          </p:cNvPr>
          <p:cNvCxnSpPr/>
          <p:nvPr/>
        </p:nvCxnSpPr>
        <p:spPr>
          <a:xfrm>
            <a:off x="2737086" y="3716960"/>
            <a:ext cx="463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C3B49C-BA29-4AE8-8D0A-499C7BA7C2FF}"/>
              </a:ext>
            </a:extLst>
          </p:cNvPr>
          <p:cNvSpPr txBox="1"/>
          <p:nvPr/>
        </p:nvSpPr>
        <p:spPr>
          <a:xfrm>
            <a:off x="2386123" y="3884600"/>
            <a:ext cx="1282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Cross </a:t>
            </a:r>
          </a:p>
          <a:p>
            <a:r>
              <a:rPr lang="en-US" altLang="ko-KR" dirty="0"/>
              <a:t>Modulation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4C2EB24-6CAA-C7B8-5D9A-47F4F873375C}"/>
              </a:ext>
            </a:extLst>
          </p:cNvPr>
          <p:cNvGrpSpPr/>
          <p:nvPr/>
        </p:nvGrpSpPr>
        <p:grpSpPr>
          <a:xfrm>
            <a:off x="2513090" y="4539290"/>
            <a:ext cx="3044520" cy="848520"/>
            <a:chOff x="2513090" y="4539290"/>
            <a:chExt cx="3044520" cy="8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3A5BF03-A05F-AD1A-BFD5-111B87D316D0}"/>
                    </a:ext>
                  </a:extLst>
                </p14:cNvPr>
                <p14:cNvContentPartPr/>
                <p14:nvPr/>
              </p14:nvContentPartPr>
              <p14:xfrm>
                <a:off x="2513090" y="4554050"/>
                <a:ext cx="1755000" cy="550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3A5BF03-A05F-AD1A-BFD5-111B87D316D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77450" y="4518050"/>
                  <a:ext cx="1826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008A264-6D3A-4B74-F48C-B84D4FEA1833}"/>
                    </a:ext>
                  </a:extLst>
                </p14:cNvPr>
                <p14:cNvContentPartPr/>
                <p14:nvPr/>
              </p14:nvContentPartPr>
              <p14:xfrm>
                <a:off x="4177730" y="4539290"/>
                <a:ext cx="18360" cy="151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008A264-6D3A-4B74-F48C-B84D4FEA18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2090" y="4503290"/>
                  <a:ext cx="90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129F844-835F-ED2C-F705-06CA7694AEAF}"/>
                    </a:ext>
                  </a:extLst>
                </p14:cNvPr>
                <p14:cNvContentPartPr/>
                <p14:nvPr/>
              </p14:nvContentPartPr>
              <p14:xfrm>
                <a:off x="3912410" y="4864730"/>
                <a:ext cx="186840" cy="5230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129F844-835F-ED2C-F705-06CA7694AE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76410" y="4829090"/>
                  <a:ext cx="25848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CEB8461-9CDC-C2E4-8E84-0605843EEEC7}"/>
                    </a:ext>
                  </a:extLst>
                </p14:cNvPr>
                <p14:cNvContentPartPr/>
                <p14:nvPr/>
              </p14:nvContentPartPr>
              <p14:xfrm>
                <a:off x="4297970" y="4702730"/>
                <a:ext cx="5040" cy="97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CEB8461-9CDC-C2E4-8E84-0605843EEE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62330" y="4667090"/>
                  <a:ext cx="76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DBB38A1-01B5-6486-3E24-8DA2C74A7E7A}"/>
                    </a:ext>
                  </a:extLst>
                </p14:cNvPr>
                <p14:cNvContentPartPr/>
                <p14:nvPr/>
              </p14:nvContentPartPr>
              <p14:xfrm>
                <a:off x="4272770" y="4698770"/>
                <a:ext cx="90000" cy="2480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DBB38A1-01B5-6486-3E24-8DA2C74A7E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36770" y="4662770"/>
                  <a:ext cx="1616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783F021-37BE-5A8A-6ECE-13DC5924C6CB}"/>
                    </a:ext>
                  </a:extLst>
                </p14:cNvPr>
                <p14:cNvContentPartPr/>
                <p14:nvPr/>
              </p14:nvContentPartPr>
              <p14:xfrm>
                <a:off x="4440530" y="4690850"/>
                <a:ext cx="26280" cy="1962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783F021-37BE-5A8A-6ECE-13DC5924C6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04530" y="4654850"/>
                  <a:ext cx="979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0DB26E6-44DB-2268-1CA7-879C3CE2BCE3}"/>
                    </a:ext>
                  </a:extLst>
                </p14:cNvPr>
                <p14:cNvContentPartPr/>
                <p14:nvPr/>
              </p14:nvContentPartPr>
              <p14:xfrm>
                <a:off x="4404890" y="4604090"/>
                <a:ext cx="16920" cy="49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0DB26E6-44DB-2268-1CA7-879C3CE2BC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8890" y="4568450"/>
                  <a:ext cx="8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ED5B35A-AEED-C632-8311-22B76BEEC926}"/>
                    </a:ext>
                  </a:extLst>
                </p14:cNvPr>
                <p14:cNvContentPartPr/>
                <p14:nvPr/>
              </p14:nvContentPartPr>
              <p14:xfrm>
                <a:off x="4527290" y="4761410"/>
                <a:ext cx="114840" cy="2098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ED5B35A-AEED-C632-8311-22B76BEEC9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91650" y="4725770"/>
                  <a:ext cx="186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2AF9CA8-C07B-84C1-EA0B-3C9A8D6969C1}"/>
                    </a:ext>
                  </a:extLst>
                </p14:cNvPr>
                <p14:cNvContentPartPr/>
                <p14:nvPr/>
              </p14:nvContentPartPr>
              <p14:xfrm>
                <a:off x="4753730" y="4678250"/>
                <a:ext cx="295560" cy="2638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2AF9CA8-C07B-84C1-EA0B-3C9A8D6969C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17730" y="4642250"/>
                  <a:ext cx="3672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469C933-E118-70E7-52CB-52B041BF367A}"/>
                    </a:ext>
                  </a:extLst>
                </p14:cNvPr>
                <p14:cNvContentPartPr/>
                <p14:nvPr/>
              </p14:nvContentPartPr>
              <p14:xfrm>
                <a:off x="5144330" y="4563050"/>
                <a:ext cx="106200" cy="2977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469C933-E118-70E7-52CB-52B041BF367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08330" y="4527410"/>
                  <a:ext cx="1778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DA2C9C8-9092-0EC5-E4C7-E6705BD7DF50}"/>
                    </a:ext>
                  </a:extLst>
                </p14:cNvPr>
                <p14:cNvContentPartPr/>
                <p14:nvPr/>
              </p14:nvContentPartPr>
              <p14:xfrm>
                <a:off x="5192570" y="4871210"/>
                <a:ext cx="123120" cy="136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DA2C9C8-9092-0EC5-E4C7-E6705BD7DF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56930" y="4835210"/>
                  <a:ext cx="194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F4EA4339-4275-438E-6105-3D2EBD2B3C62}"/>
                    </a:ext>
                  </a:extLst>
                </p14:cNvPr>
                <p14:cNvContentPartPr/>
                <p14:nvPr/>
              </p14:nvContentPartPr>
              <p14:xfrm>
                <a:off x="5347730" y="4605170"/>
                <a:ext cx="209880" cy="324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F4EA4339-4275-438E-6105-3D2EBD2B3C6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11730" y="4569530"/>
                  <a:ext cx="281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E4736E4-C2C0-B255-555B-D7854D93492B}"/>
                    </a:ext>
                  </a:extLst>
                </p14:cNvPr>
                <p14:cNvContentPartPr/>
                <p14:nvPr/>
              </p14:nvContentPartPr>
              <p14:xfrm>
                <a:off x="5437370" y="4557290"/>
                <a:ext cx="27000" cy="3520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E4736E4-C2C0-B255-555B-D7854D9349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01370" y="4521650"/>
                  <a:ext cx="986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038D930-8351-59DB-0F64-2417517CB460}"/>
                    </a:ext>
                  </a:extLst>
                </p14:cNvPr>
                <p14:cNvContentPartPr/>
                <p14:nvPr/>
              </p14:nvContentPartPr>
              <p14:xfrm>
                <a:off x="5462570" y="4893170"/>
                <a:ext cx="9720" cy="104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038D930-8351-59DB-0F64-2417517CB4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26570" y="4857170"/>
                  <a:ext cx="8136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5001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78ED9-22CB-46A1-8976-A0E8E4B9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95DE4-CAF5-4D52-BE02-9FF669DB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274734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위상 변조만 있는 신호의 경우 </a:t>
            </a:r>
            <a:r>
              <a:rPr lang="en-US" altLang="ko-KR" dirty="0"/>
              <a:t>Cross Modulation</a:t>
            </a:r>
            <a:r>
              <a:rPr lang="ko-KR" altLang="en-US" dirty="0"/>
              <a:t>의 발생 여부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입력신호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 비선형 공식에 대입</a:t>
            </a:r>
            <a:r>
              <a:rPr lang="en-US" altLang="ko-KR" dirty="0"/>
              <a:t>: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주파수 성분의 신호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Cross Modulation</a:t>
            </a:r>
            <a:r>
              <a:rPr lang="ko-KR" altLang="en-US" dirty="0"/>
              <a:t>의 발생하지 않음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4C0EE-342B-4E05-B2AA-C21A03CC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A35A6A-1992-4D5F-A2F7-B38E5412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96" y="3268980"/>
            <a:ext cx="3931928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434404-C538-4C99-97A8-0107833D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183" y="4133181"/>
            <a:ext cx="8260096" cy="749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3D8ADC-B043-4B1F-960D-4EC59587D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732" y="5042500"/>
            <a:ext cx="4233680" cy="6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65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8AD8D-1DAC-4F95-93FB-F76DE739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2.2.4: Intermodulation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409B18-AF4B-42AF-9CCB-8D3BD1351F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Intermodulation (IM)</a:t>
                </a:r>
              </a:p>
              <a:p>
                <a:pPr lvl="1"/>
                <a:r>
                  <a:rPr lang="ko-KR" altLang="en-US" dirty="0"/>
                  <a:t> 대역 내</a:t>
                </a:r>
                <a:r>
                  <a:rPr lang="en-US" altLang="ko-KR" dirty="0"/>
                  <a:t>(In-band)</a:t>
                </a:r>
                <a:r>
                  <a:rPr lang="ko-KR" altLang="en-US" dirty="0"/>
                  <a:t>에 인접한 두 개 이상의 간섭 신호</a:t>
                </a:r>
                <a:r>
                  <a:rPr lang="en-US" altLang="ko-KR" dirty="0"/>
                  <a:t>(Interferers)</a:t>
                </a:r>
                <a:r>
                  <a:rPr lang="ko-KR" altLang="en-US" dirty="0"/>
                  <a:t>가 비선형 소자를 동시에 통과할 때 발생함</a:t>
                </a:r>
                <a:endParaRPr lang="en-US" altLang="ko-KR" dirty="0"/>
              </a:p>
              <a:p>
                <a:r>
                  <a:rPr lang="en-US" altLang="ko-KR" dirty="0"/>
                  <a:t>Tow-Tone Test</a:t>
                </a:r>
              </a:p>
              <a:p>
                <a:pPr lvl="1"/>
                <a:r>
                  <a:rPr lang="ko-KR" altLang="en-US" b="0" i="0" dirty="0">
                    <a:solidFill>
                      <a:srgbClr val="303030"/>
                    </a:solidFill>
                    <a:effectLst/>
                    <a:latin typeface="Google Sans Text"/>
                  </a:rPr>
                  <a:t>근접한 주파수를 갖는 간섭 </a:t>
                </a:r>
                <a:r>
                  <a:rPr lang="ko-KR" altLang="en-US" b="0" i="0" dirty="0" err="1">
                    <a:solidFill>
                      <a:srgbClr val="303030"/>
                    </a:solidFill>
                    <a:effectLst/>
                    <a:latin typeface="Google Sans Text"/>
                  </a:rPr>
                  <a:t>정현파</a:t>
                </a:r>
                <a:r>
                  <a:rPr lang="ko-KR" altLang="en-US" b="0" i="0" dirty="0">
                    <a:solidFill>
                      <a:srgbClr val="303030"/>
                    </a:solidFill>
                    <a:effectLst/>
                    <a:latin typeface="Google Sans Text"/>
                  </a:rPr>
                  <a:t> 입력이 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3</a:t>
                </a:r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차 비선형 시스템에 입력</a:t>
                </a:r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삼각함수 공식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cos</m:t>
                        </m:r>
                      </m:e>
                      <m:sup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lit/>
                      </m:rP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ko-KR" sz="1800" i="1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)</a:t>
                </a:r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을 적용하여 정리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: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409B18-AF4B-42AF-9CCB-8D3BD1351F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0F3576-C0A8-4F96-B083-8E0D149F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7B56E3-06B2-4E6C-95F8-791089625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" y="3778515"/>
            <a:ext cx="3285750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F83AE4-284E-46C9-AA44-E38C9F62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54" y="3563630"/>
            <a:ext cx="7062230" cy="74981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D351C80-3F74-4DB0-A4CB-DFA46E00A5E8}"/>
              </a:ext>
            </a:extLst>
          </p:cNvPr>
          <p:cNvSpPr/>
          <p:nvPr/>
        </p:nvSpPr>
        <p:spPr>
          <a:xfrm>
            <a:off x="3663140" y="3450524"/>
            <a:ext cx="1040887" cy="94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비선형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시스템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3F7AD7-8540-41B3-964E-34B80C931F77}"/>
              </a:ext>
            </a:extLst>
          </p:cNvPr>
          <p:cNvCxnSpPr/>
          <p:nvPr/>
        </p:nvCxnSpPr>
        <p:spPr>
          <a:xfrm>
            <a:off x="3391966" y="3922632"/>
            <a:ext cx="21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616C0AE-A991-4361-9C77-C48B93881DE5}"/>
              </a:ext>
            </a:extLst>
          </p:cNvPr>
          <p:cNvCxnSpPr/>
          <p:nvPr/>
        </p:nvCxnSpPr>
        <p:spPr>
          <a:xfrm>
            <a:off x="4801666" y="3941682"/>
            <a:ext cx="21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76E151-A855-4E21-92D2-81204A07B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814" y="5191894"/>
            <a:ext cx="7534672" cy="12923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A475EA8-9661-4F5E-B0DF-BCF195189333}"/>
              </a:ext>
            </a:extLst>
          </p:cNvPr>
          <p:cNvSpPr txBox="1"/>
          <p:nvPr/>
        </p:nvSpPr>
        <p:spPr>
          <a:xfrm>
            <a:off x="1749091" y="5662757"/>
            <a:ext cx="954107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IM</a:t>
            </a:r>
            <a:r>
              <a:rPr lang="ko-KR" altLang="en-US" dirty="0"/>
              <a:t> 성분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7E29D9B-0350-4255-C22B-89AB31DF988D}"/>
              </a:ext>
            </a:extLst>
          </p:cNvPr>
          <p:cNvGrpSpPr/>
          <p:nvPr/>
        </p:nvGrpSpPr>
        <p:grpSpPr>
          <a:xfrm>
            <a:off x="898130" y="2315570"/>
            <a:ext cx="716760" cy="714960"/>
            <a:chOff x="898130" y="2315570"/>
            <a:chExt cx="71676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BFE7129-9928-6008-8D9C-C89DF057BB37}"/>
                    </a:ext>
                  </a:extLst>
                </p14:cNvPr>
                <p14:cNvContentPartPr/>
                <p14:nvPr/>
              </p14:nvContentPartPr>
              <p14:xfrm>
                <a:off x="1280090" y="2604650"/>
                <a:ext cx="306720" cy="3697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BFE7129-9928-6008-8D9C-C89DF057BB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4090" y="2569010"/>
                  <a:ext cx="3783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5958146-DB1C-A689-1BB5-F9C0F7BDC225}"/>
                    </a:ext>
                  </a:extLst>
                </p14:cNvPr>
                <p14:cNvContentPartPr/>
                <p14:nvPr/>
              </p14:nvContentPartPr>
              <p14:xfrm>
                <a:off x="1091090" y="2666210"/>
                <a:ext cx="523800" cy="364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5958146-DB1C-A689-1BB5-F9C0F7BDC2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5090" y="2630570"/>
                  <a:ext cx="5954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6B67320-4ABF-B407-CF24-D0DB1E5ECD2A}"/>
                    </a:ext>
                  </a:extLst>
                </p14:cNvPr>
                <p14:cNvContentPartPr/>
                <p14:nvPr/>
              </p14:nvContentPartPr>
              <p14:xfrm>
                <a:off x="898130" y="2317010"/>
                <a:ext cx="200880" cy="51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6B67320-4ABF-B407-CF24-D0DB1E5ECD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2130" y="2281370"/>
                  <a:ext cx="272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3554871-6B50-5ECD-3CCB-7B9111343100}"/>
                    </a:ext>
                  </a:extLst>
                </p14:cNvPr>
                <p14:cNvContentPartPr/>
                <p14:nvPr/>
              </p14:nvContentPartPr>
              <p14:xfrm>
                <a:off x="967250" y="2315570"/>
                <a:ext cx="62640" cy="249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3554871-6B50-5ECD-3CCB-7B91113431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610" y="2279930"/>
                  <a:ext cx="134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BB01416-2D55-7CED-279F-930151C60ED3}"/>
                    </a:ext>
                  </a:extLst>
                </p14:cNvPr>
                <p14:cNvContentPartPr/>
                <p14:nvPr/>
              </p14:nvContentPartPr>
              <p14:xfrm>
                <a:off x="1106930" y="2367050"/>
                <a:ext cx="312840" cy="156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BB01416-2D55-7CED-279F-930151C60E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290" y="2331410"/>
                  <a:ext cx="384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9956E0C-598A-D7F4-C318-7C402FA72366}"/>
                    </a:ext>
                  </a:extLst>
                </p14:cNvPr>
                <p14:cNvContentPartPr/>
                <p14:nvPr/>
              </p14:nvContentPartPr>
              <p14:xfrm>
                <a:off x="1386650" y="2425010"/>
                <a:ext cx="202680" cy="1101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9956E0C-598A-D7F4-C318-7C402FA723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51010" y="2389010"/>
                  <a:ext cx="27432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80770B4-741A-3BB3-847D-A4225447DD03}"/>
              </a:ext>
            </a:extLst>
          </p:cNvPr>
          <p:cNvGrpSpPr/>
          <p:nvPr/>
        </p:nvGrpSpPr>
        <p:grpSpPr>
          <a:xfrm>
            <a:off x="4258730" y="2013170"/>
            <a:ext cx="1879920" cy="221400"/>
            <a:chOff x="4258730" y="2013170"/>
            <a:chExt cx="18799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6D6ADE9-6A1E-ADD9-4FEE-1F5C6B134726}"/>
                    </a:ext>
                  </a:extLst>
                </p14:cNvPr>
                <p14:cNvContentPartPr/>
                <p14:nvPr/>
              </p14:nvContentPartPr>
              <p14:xfrm>
                <a:off x="4258730" y="2013170"/>
                <a:ext cx="1811160" cy="2214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6D6ADE9-6A1E-ADD9-4FEE-1F5C6B1347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2730" y="1977530"/>
                  <a:ext cx="1882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1302C1A-F921-FC48-1529-ADC90E24D4BC}"/>
                    </a:ext>
                  </a:extLst>
                </p14:cNvPr>
                <p14:cNvContentPartPr/>
                <p14:nvPr/>
              </p14:nvContentPartPr>
              <p14:xfrm>
                <a:off x="6128210" y="2213690"/>
                <a:ext cx="10440" cy="50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1302C1A-F921-FC48-1529-ADC90E24D4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92210" y="2177690"/>
                  <a:ext cx="820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22BC0016-53B1-013E-16FE-9512058ACF22}"/>
                  </a:ext>
                </a:extLst>
              </p14:cNvPr>
              <p14:cNvContentPartPr/>
              <p14:nvPr/>
            </p14:nvContentPartPr>
            <p14:xfrm>
              <a:off x="8234930" y="2646770"/>
              <a:ext cx="1063440" cy="9561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22BC0016-53B1-013E-16FE-9512058ACF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98930" y="2610770"/>
                <a:ext cx="1135080" cy="10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BCAEC337-255B-EE6A-161D-3C7AEFDCE96C}"/>
              </a:ext>
            </a:extLst>
          </p:cNvPr>
          <p:cNvGrpSpPr/>
          <p:nvPr/>
        </p:nvGrpSpPr>
        <p:grpSpPr>
          <a:xfrm>
            <a:off x="6082850" y="3856010"/>
            <a:ext cx="5644800" cy="214560"/>
            <a:chOff x="6082850" y="3856010"/>
            <a:chExt cx="564480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23FB388-8D20-47B1-9432-7185BDA3801C}"/>
                    </a:ext>
                  </a:extLst>
                </p14:cNvPr>
                <p14:cNvContentPartPr/>
                <p14:nvPr/>
              </p14:nvContentPartPr>
              <p14:xfrm>
                <a:off x="6082850" y="3870050"/>
                <a:ext cx="2557080" cy="572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23FB388-8D20-47B1-9432-7185BDA380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46850" y="3834410"/>
                  <a:ext cx="2628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2FCBBE7-A568-AF4C-9C1D-42460917E3BD}"/>
                    </a:ext>
                  </a:extLst>
                </p14:cNvPr>
                <p14:cNvContentPartPr/>
                <p14:nvPr/>
              </p14:nvContentPartPr>
              <p14:xfrm>
                <a:off x="8666210" y="3856010"/>
                <a:ext cx="1800" cy="122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2FCBBE7-A568-AF4C-9C1D-42460917E3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30210" y="3820370"/>
                  <a:ext cx="73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11FAF08-9F6E-F505-82A5-B57C4ED42FE7}"/>
                    </a:ext>
                  </a:extLst>
                </p14:cNvPr>
                <p14:cNvContentPartPr/>
                <p14:nvPr/>
              </p14:nvContentPartPr>
              <p14:xfrm>
                <a:off x="9299810" y="3892010"/>
                <a:ext cx="2336040" cy="1785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11FAF08-9F6E-F505-82A5-B57C4ED42F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64170" y="3856370"/>
                  <a:ext cx="2407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48E2C7D-DA37-82C5-4D39-00732489FA75}"/>
                    </a:ext>
                  </a:extLst>
                </p14:cNvPr>
                <p14:cNvContentPartPr/>
                <p14:nvPr/>
              </p14:nvContentPartPr>
              <p14:xfrm>
                <a:off x="11711090" y="4052570"/>
                <a:ext cx="16560" cy="72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48E2C7D-DA37-82C5-4D39-00732489FA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675090" y="4016570"/>
                  <a:ext cx="882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CC8CBC0-6940-A13B-90D2-B87D83F70F90}"/>
              </a:ext>
            </a:extLst>
          </p:cNvPr>
          <p:cNvGrpSpPr/>
          <p:nvPr/>
        </p:nvGrpSpPr>
        <p:grpSpPr>
          <a:xfrm>
            <a:off x="10692290" y="3049610"/>
            <a:ext cx="741240" cy="572400"/>
            <a:chOff x="10692290" y="3049610"/>
            <a:chExt cx="74124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8E7AF43-A7ED-A263-506A-92651AC2B8A7}"/>
                    </a:ext>
                  </a:extLst>
                </p14:cNvPr>
                <p14:cNvContentPartPr/>
                <p14:nvPr/>
              </p14:nvContentPartPr>
              <p14:xfrm>
                <a:off x="10692290" y="3301250"/>
                <a:ext cx="156960" cy="3207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8E7AF43-A7ED-A263-506A-92651AC2B8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56650" y="3265250"/>
                  <a:ext cx="228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70B865A-D7EE-789F-FBAD-3CF77A84A088}"/>
                    </a:ext>
                  </a:extLst>
                </p14:cNvPr>
                <p14:cNvContentPartPr/>
                <p14:nvPr/>
              </p14:nvContentPartPr>
              <p14:xfrm>
                <a:off x="10886330" y="3315650"/>
                <a:ext cx="193320" cy="2386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70B865A-D7EE-789F-FBAD-3CF77A84A0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50690" y="3279650"/>
                  <a:ext cx="2649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26759D0-CDAA-8C88-7086-BD3CAA5BAA04}"/>
                    </a:ext>
                  </a:extLst>
                </p14:cNvPr>
                <p14:cNvContentPartPr/>
                <p14:nvPr/>
              </p14:nvContentPartPr>
              <p14:xfrm>
                <a:off x="11162810" y="3269210"/>
                <a:ext cx="84960" cy="3366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26759D0-CDAA-8C88-7086-BD3CAA5BAA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27170" y="3233210"/>
                  <a:ext cx="1566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B5626147-C0DC-0D60-10DF-A10217E0C22B}"/>
                    </a:ext>
                  </a:extLst>
                </p14:cNvPr>
                <p14:cNvContentPartPr/>
                <p14:nvPr/>
              </p14:nvContentPartPr>
              <p14:xfrm>
                <a:off x="11284130" y="3049610"/>
                <a:ext cx="149400" cy="1810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B5626147-C0DC-0D60-10DF-A10217E0C2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48130" y="3013970"/>
                  <a:ext cx="221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22710D5-7900-AC8E-F8A4-5F1396BF57DA}"/>
                    </a:ext>
                  </a:extLst>
                </p14:cNvPr>
                <p14:cNvContentPartPr/>
                <p14:nvPr/>
              </p14:nvContentPartPr>
              <p14:xfrm>
                <a:off x="11320490" y="3260570"/>
                <a:ext cx="14400" cy="18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22710D5-7900-AC8E-F8A4-5F1396BF57D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84490" y="3224570"/>
                  <a:ext cx="8604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5605AA3-7507-EEC3-4729-26711617FE82}"/>
              </a:ext>
            </a:extLst>
          </p:cNvPr>
          <p:cNvGrpSpPr/>
          <p:nvPr/>
        </p:nvGrpSpPr>
        <p:grpSpPr>
          <a:xfrm>
            <a:off x="10114490" y="3321770"/>
            <a:ext cx="268200" cy="229320"/>
            <a:chOff x="10114490" y="3321770"/>
            <a:chExt cx="26820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EB331ED-2A72-B26D-E27A-37F0D3655388}"/>
                    </a:ext>
                  </a:extLst>
                </p14:cNvPr>
                <p14:cNvContentPartPr/>
                <p14:nvPr/>
              </p14:nvContentPartPr>
              <p14:xfrm>
                <a:off x="10157330" y="3321770"/>
                <a:ext cx="203760" cy="22932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EB331ED-2A72-B26D-E27A-37F0D36553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21690" y="3286130"/>
                  <a:ext cx="275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19781D31-3B36-63CB-7805-A90E8A66DA49}"/>
                    </a:ext>
                  </a:extLst>
                </p14:cNvPr>
                <p14:cNvContentPartPr/>
                <p14:nvPr/>
              </p14:nvContentPartPr>
              <p14:xfrm>
                <a:off x="10114490" y="3451730"/>
                <a:ext cx="268200" cy="4392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19781D31-3B36-63CB-7805-A90E8A66DA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8490" y="3416090"/>
                  <a:ext cx="339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BA24D8CD-7964-6785-3C68-5DD56C622A0A}"/>
                    </a:ext>
                  </a:extLst>
                </p14:cNvPr>
                <p14:cNvContentPartPr/>
                <p14:nvPr/>
              </p14:nvContentPartPr>
              <p14:xfrm>
                <a:off x="10351370" y="3526250"/>
                <a:ext cx="5760" cy="180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BA24D8CD-7964-6785-3C68-5DD56C622A0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15730" y="3490610"/>
                  <a:ext cx="77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20F1F2F-0732-FB5D-C7EB-E3362F37CD15}"/>
              </a:ext>
            </a:extLst>
          </p:cNvPr>
          <p:cNvGrpSpPr/>
          <p:nvPr/>
        </p:nvGrpSpPr>
        <p:grpSpPr>
          <a:xfrm>
            <a:off x="7628330" y="3317810"/>
            <a:ext cx="467640" cy="295200"/>
            <a:chOff x="7628330" y="3317810"/>
            <a:chExt cx="4676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871DF8A3-87E1-2D93-BC3D-6782CCC4F599}"/>
                    </a:ext>
                  </a:extLst>
                </p14:cNvPr>
                <p14:cNvContentPartPr/>
                <p14:nvPr/>
              </p14:nvContentPartPr>
              <p14:xfrm>
                <a:off x="7628330" y="3344810"/>
                <a:ext cx="76680" cy="26820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871DF8A3-87E1-2D93-BC3D-6782CCC4F5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92690" y="3308810"/>
                  <a:ext cx="148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437EC5E7-7142-AB5D-7ADD-7BC8A44C2964}"/>
                    </a:ext>
                  </a:extLst>
                </p14:cNvPr>
                <p14:cNvContentPartPr/>
                <p14:nvPr/>
              </p14:nvContentPartPr>
              <p14:xfrm>
                <a:off x="7825250" y="3370010"/>
                <a:ext cx="89280" cy="18720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437EC5E7-7142-AB5D-7ADD-7BC8A44C29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89610" y="3334370"/>
                  <a:ext cx="160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7B14C269-D214-3EBB-DFA9-7CA214D37CE0}"/>
                    </a:ext>
                  </a:extLst>
                </p14:cNvPr>
                <p14:cNvContentPartPr/>
                <p14:nvPr/>
              </p14:nvContentPartPr>
              <p14:xfrm>
                <a:off x="7951610" y="3317810"/>
                <a:ext cx="144360" cy="28908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7B14C269-D214-3EBB-DFA9-7CA214D37C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15970" y="3281810"/>
                  <a:ext cx="21600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4A3AD05-B86B-7B76-D7DD-6496CFADEE29}"/>
              </a:ext>
            </a:extLst>
          </p:cNvPr>
          <p:cNvGrpSpPr/>
          <p:nvPr/>
        </p:nvGrpSpPr>
        <p:grpSpPr>
          <a:xfrm>
            <a:off x="3279530" y="5647730"/>
            <a:ext cx="1431360" cy="118080"/>
            <a:chOff x="3279530" y="5647730"/>
            <a:chExt cx="1431360" cy="1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D1BBD3C2-E4ED-500E-804D-C5A4419AD58F}"/>
                    </a:ext>
                  </a:extLst>
                </p14:cNvPr>
                <p14:cNvContentPartPr/>
                <p14:nvPr/>
              </p14:nvContentPartPr>
              <p14:xfrm>
                <a:off x="3279530" y="5647730"/>
                <a:ext cx="1431360" cy="10152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D1BBD3C2-E4ED-500E-804D-C5A4419AD5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43890" y="5611730"/>
                  <a:ext cx="1503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8C7FDDDA-B5F9-AEDD-0074-776C72D4D7AB}"/>
                    </a:ext>
                  </a:extLst>
                </p14:cNvPr>
                <p14:cNvContentPartPr/>
                <p14:nvPr/>
              </p14:nvContentPartPr>
              <p14:xfrm>
                <a:off x="4602530" y="5758610"/>
                <a:ext cx="33840" cy="720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8C7FDDDA-B5F9-AEDD-0074-776C72D4D7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66530" y="5722610"/>
                  <a:ext cx="105480" cy="7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2428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BCA07-06B5-4A3B-A382-D6D6D474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A7FE0-671B-493D-A86D-AA49C0CA1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8F0E7-8F5A-40A4-86A1-864FB86D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62EB0-3751-4672-919E-48113437361B}"/>
              </a:ext>
            </a:extLst>
          </p:cNvPr>
          <p:cNvSpPr txBox="1"/>
          <p:nvPr/>
        </p:nvSpPr>
        <p:spPr>
          <a:xfrm>
            <a:off x="1295109" y="1881721"/>
            <a:ext cx="193822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Fundamental</a:t>
            </a:r>
            <a:r>
              <a:rPr lang="ko-KR" altLang="en-US" dirty="0"/>
              <a:t> 성분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B4798A-C98A-4643-81E6-4BF7BFE5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65" y="1386682"/>
            <a:ext cx="5596140" cy="13594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426247-F379-4076-9122-D468233B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44" y="3778515"/>
            <a:ext cx="8923255" cy="2048933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B91E93-76E0-5531-D859-8DBA0850D0AC}"/>
              </a:ext>
            </a:extLst>
          </p:cNvPr>
          <p:cNvGrpSpPr/>
          <p:nvPr/>
        </p:nvGrpSpPr>
        <p:grpSpPr>
          <a:xfrm>
            <a:off x="4304090" y="1857650"/>
            <a:ext cx="3722760" cy="129960"/>
            <a:chOff x="4304090" y="1857650"/>
            <a:chExt cx="372276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2D5FDED-500C-0E6C-FBA8-AC1D24D69C92}"/>
                    </a:ext>
                  </a:extLst>
                </p14:cNvPr>
                <p14:cNvContentPartPr/>
                <p14:nvPr/>
              </p14:nvContentPartPr>
              <p14:xfrm>
                <a:off x="4304090" y="1857650"/>
                <a:ext cx="462960" cy="558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2D5FDED-500C-0E6C-FBA8-AC1D24D69C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68090" y="1821650"/>
                  <a:ext cx="534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F0FF4AC-0E9F-81FB-11E6-EE9F71D230AD}"/>
                    </a:ext>
                  </a:extLst>
                </p14:cNvPr>
                <p14:cNvContentPartPr/>
                <p14:nvPr/>
              </p14:nvContentPartPr>
              <p14:xfrm>
                <a:off x="5410010" y="1918130"/>
                <a:ext cx="2325600" cy="694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F0FF4AC-0E9F-81FB-11E6-EE9F71D230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4370" y="1882130"/>
                  <a:ext cx="2397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64DB0DF-E44F-1C01-A9FB-81EE928FF573}"/>
                    </a:ext>
                  </a:extLst>
                </p14:cNvPr>
                <p14:cNvContentPartPr/>
                <p14:nvPr/>
              </p14:nvContentPartPr>
              <p14:xfrm>
                <a:off x="8023970" y="1899770"/>
                <a:ext cx="2880" cy="72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64DB0DF-E44F-1C01-A9FB-81EE928FF5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87970" y="1863770"/>
                  <a:ext cx="745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1C84A0-4193-078A-1293-94F16A1F3901}"/>
              </a:ext>
            </a:extLst>
          </p:cNvPr>
          <p:cNvGrpSpPr/>
          <p:nvPr/>
        </p:nvGrpSpPr>
        <p:grpSpPr>
          <a:xfrm>
            <a:off x="5350970" y="2676650"/>
            <a:ext cx="2347560" cy="50040"/>
            <a:chOff x="5350970" y="2676650"/>
            <a:chExt cx="2347560" cy="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26F1843-7CBD-DF49-8C57-5C87273460B4}"/>
                    </a:ext>
                  </a:extLst>
                </p14:cNvPr>
                <p14:cNvContentPartPr/>
                <p14:nvPr/>
              </p14:nvContentPartPr>
              <p14:xfrm>
                <a:off x="5350970" y="2676650"/>
                <a:ext cx="2341440" cy="374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26F1843-7CBD-DF49-8C57-5C87273460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14970" y="2640650"/>
                  <a:ext cx="2413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CEF240D-4D2A-7E61-E4B4-4D32D3362F9A}"/>
                    </a:ext>
                  </a:extLst>
                </p14:cNvPr>
                <p14:cNvContentPartPr/>
                <p14:nvPr/>
              </p14:nvContentPartPr>
              <p14:xfrm>
                <a:off x="7690250" y="2711570"/>
                <a:ext cx="8280" cy="151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CEF240D-4D2A-7E61-E4B4-4D32D3362F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4250" y="2675930"/>
                  <a:ext cx="799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163BE91-0A17-5C8B-9EB7-AB1F3F0BA4FD}"/>
              </a:ext>
            </a:extLst>
          </p:cNvPr>
          <p:cNvGrpSpPr/>
          <p:nvPr/>
        </p:nvGrpSpPr>
        <p:grpSpPr>
          <a:xfrm>
            <a:off x="4171250" y="3816050"/>
            <a:ext cx="4147200" cy="2092320"/>
            <a:chOff x="4171250" y="3816050"/>
            <a:chExt cx="4147200" cy="20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8E849F0-A983-95AC-0660-0FF620035701}"/>
                    </a:ext>
                  </a:extLst>
                </p14:cNvPr>
                <p14:cNvContentPartPr/>
                <p14:nvPr/>
              </p14:nvContentPartPr>
              <p14:xfrm>
                <a:off x="4910690" y="5272250"/>
                <a:ext cx="329400" cy="2080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8E849F0-A983-95AC-0660-0FF6200357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74690" y="5236610"/>
                  <a:ext cx="401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170B08E-5F9C-E9DF-50C5-D5A86192DF80}"/>
                    </a:ext>
                  </a:extLst>
                </p14:cNvPr>
                <p14:cNvContentPartPr/>
                <p14:nvPr/>
              </p14:nvContentPartPr>
              <p14:xfrm>
                <a:off x="4965770" y="5274050"/>
                <a:ext cx="615960" cy="96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170B08E-5F9C-E9DF-50C5-D5A86192DF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9770" y="5238050"/>
                  <a:ext cx="687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10EF85B-0CBF-9B8D-1E5F-8969ADC0BCC5}"/>
                    </a:ext>
                  </a:extLst>
                </p14:cNvPr>
                <p14:cNvContentPartPr/>
                <p14:nvPr/>
              </p14:nvContentPartPr>
              <p14:xfrm>
                <a:off x="5410370" y="5116010"/>
                <a:ext cx="275040" cy="2746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10EF85B-0CBF-9B8D-1E5F-8969ADC0BC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74730" y="5080370"/>
                  <a:ext cx="3466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688A8CC-E8CD-550F-7059-2E29C20F31C7}"/>
                    </a:ext>
                  </a:extLst>
                </p14:cNvPr>
                <p14:cNvContentPartPr/>
                <p14:nvPr/>
              </p14:nvContentPartPr>
              <p14:xfrm>
                <a:off x="4171250" y="4064090"/>
                <a:ext cx="1072080" cy="16934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688A8CC-E8CD-550F-7059-2E29C20F31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35610" y="4028450"/>
                  <a:ext cx="1143720" cy="17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970F06A-E204-B2D9-0122-DC6C9468C255}"/>
                    </a:ext>
                  </a:extLst>
                </p14:cNvPr>
                <p14:cNvContentPartPr/>
                <p14:nvPr/>
              </p14:nvContentPartPr>
              <p14:xfrm>
                <a:off x="5439890" y="3816050"/>
                <a:ext cx="1948320" cy="17434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970F06A-E204-B2D9-0122-DC6C9468C2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03890" y="3780410"/>
                  <a:ext cx="2019960" cy="18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ED5BBBD-0192-2AD3-F826-030CF575551F}"/>
                    </a:ext>
                  </a:extLst>
                </p14:cNvPr>
                <p14:cNvContentPartPr/>
                <p14:nvPr/>
              </p14:nvContentPartPr>
              <p14:xfrm>
                <a:off x="5421890" y="4126010"/>
                <a:ext cx="1720440" cy="1782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ED5BBBD-0192-2AD3-F826-030CF57555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86250" y="4090010"/>
                  <a:ext cx="1792080" cy="18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EF84EE1-903D-5DBC-7243-CC5C4F994F99}"/>
                    </a:ext>
                  </a:extLst>
                </p14:cNvPr>
                <p14:cNvContentPartPr/>
                <p14:nvPr/>
              </p14:nvContentPartPr>
              <p14:xfrm>
                <a:off x="7701410" y="4132850"/>
                <a:ext cx="617040" cy="15872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EF84EE1-903D-5DBC-7243-CC5C4F994F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65770" y="4096850"/>
                  <a:ext cx="688680" cy="16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D8BCC66-FA2D-9F5D-CD1A-30116078D3C2}"/>
                    </a:ext>
                  </a:extLst>
                </p14:cNvPr>
                <p14:cNvContentPartPr/>
                <p14:nvPr/>
              </p14:nvContentPartPr>
              <p14:xfrm>
                <a:off x="7989050" y="5804690"/>
                <a:ext cx="79200" cy="252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D8BCC66-FA2D-9F5D-CD1A-30116078D3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53410" y="5768690"/>
                  <a:ext cx="15084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8B293C6-E575-CFC6-7C8F-E33E63876040}"/>
              </a:ext>
            </a:extLst>
          </p:cNvPr>
          <p:cNvGrpSpPr/>
          <p:nvPr/>
        </p:nvGrpSpPr>
        <p:grpSpPr>
          <a:xfrm>
            <a:off x="2049410" y="3308450"/>
            <a:ext cx="2141280" cy="802080"/>
            <a:chOff x="2049410" y="3308450"/>
            <a:chExt cx="214128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5B0B490-84E0-1CA8-D1A6-ED559E2703D6}"/>
                    </a:ext>
                  </a:extLst>
                </p14:cNvPr>
                <p14:cNvContentPartPr/>
                <p14:nvPr/>
              </p14:nvContentPartPr>
              <p14:xfrm>
                <a:off x="2049410" y="3805250"/>
                <a:ext cx="305280" cy="3052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5B0B490-84E0-1CA8-D1A6-ED559E2703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13410" y="3769610"/>
                  <a:ext cx="376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EE8A194-9D64-2A7B-52BB-9823AB9470C6}"/>
                    </a:ext>
                  </a:extLst>
                </p14:cNvPr>
                <p14:cNvContentPartPr/>
                <p14:nvPr/>
              </p14:nvContentPartPr>
              <p14:xfrm>
                <a:off x="2111330" y="3680690"/>
                <a:ext cx="640440" cy="3801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EE8A194-9D64-2A7B-52BB-9823AB9470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75690" y="3645050"/>
                  <a:ext cx="7120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E0B2200F-D2DB-E497-D720-CEBC256618DF}"/>
                    </a:ext>
                  </a:extLst>
                </p14:cNvPr>
                <p14:cNvContentPartPr/>
                <p14:nvPr/>
              </p14:nvContentPartPr>
              <p14:xfrm>
                <a:off x="2832770" y="3479450"/>
                <a:ext cx="135720" cy="3312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E0B2200F-D2DB-E497-D720-CEBC256618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97130" y="3443810"/>
                  <a:ext cx="2073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03B0452-BFD0-86E7-A950-56A4ACF06B62}"/>
                    </a:ext>
                  </a:extLst>
                </p14:cNvPr>
                <p14:cNvContentPartPr/>
                <p14:nvPr/>
              </p14:nvContentPartPr>
              <p14:xfrm>
                <a:off x="3141290" y="3529490"/>
                <a:ext cx="39960" cy="2520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03B0452-BFD0-86E7-A950-56A4ACF06B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5650" y="3493850"/>
                  <a:ext cx="111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E43B520-6BCA-ED0E-8A4F-F96C96F2F043}"/>
                    </a:ext>
                  </a:extLst>
                </p14:cNvPr>
                <p14:cNvContentPartPr/>
                <p14:nvPr/>
              </p14:nvContentPartPr>
              <p14:xfrm>
                <a:off x="3180530" y="3317450"/>
                <a:ext cx="6840" cy="320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E43B520-6BCA-ED0E-8A4F-F96C96F2F0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44890" y="3281810"/>
                  <a:ext cx="78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A23A270-F28E-2672-9ACF-A4C5CF928DC9}"/>
                    </a:ext>
                  </a:extLst>
                </p14:cNvPr>
                <p14:cNvContentPartPr/>
                <p14:nvPr/>
              </p14:nvContentPartPr>
              <p14:xfrm>
                <a:off x="3269090" y="3506450"/>
                <a:ext cx="258120" cy="24552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A23A270-F28E-2672-9ACF-A4C5CF928D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33090" y="3470450"/>
                  <a:ext cx="329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3CB64473-05E5-F0D3-4B5C-D97D2419C106}"/>
                    </a:ext>
                  </a:extLst>
                </p14:cNvPr>
                <p14:cNvContentPartPr/>
                <p14:nvPr/>
              </p14:nvContentPartPr>
              <p14:xfrm>
                <a:off x="3647810" y="3476210"/>
                <a:ext cx="301320" cy="22932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3CB64473-05E5-F0D3-4B5C-D97D2419C1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11810" y="3440210"/>
                  <a:ext cx="372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1205EB7-284D-D6DE-E631-B27F17ACDCD9}"/>
                    </a:ext>
                  </a:extLst>
                </p14:cNvPr>
                <p14:cNvContentPartPr/>
                <p14:nvPr/>
              </p14:nvContentPartPr>
              <p14:xfrm>
                <a:off x="3980090" y="3373970"/>
                <a:ext cx="210600" cy="6012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1205EB7-284D-D6DE-E631-B27F17ACDC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44450" y="3337970"/>
                  <a:ext cx="282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21F665B3-003A-3DD7-7278-BB37969815F4}"/>
                    </a:ext>
                  </a:extLst>
                </p14:cNvPr>
                <p14:cNvContentPartPr/>
                <p14:nvPr/>
              </p14:nvContentPartPr>
              <p14:xfrm>
                <a:off x="4097090" y="3308450"/>
                <a:ext cx="57240" cy="60660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21F665B3-003A-3DD7-7278-BB37969815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1090" y="3272810"/>
                  <a:ext cx="128880" cy="67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4626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1098E-57DC-4C3C-9178-EF85DF73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D7EF31-CAFD-408F-8FBA-9C32E18B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</a:t>
            </a:r>
            <a:r>
              <a:rPr lang="ko-KR" altLang="en-US" dirty="0"/>
              <a:t>은 신호를 왜곡 시킬 수 있음</a:t>
            </a:r>
            <a:endParaRPr lang="en-US" altLang="ko-KR" dirty="0"/>
          </a:p>
          <a:p>
            <a:pPr lvl="1"/>
            <a:r>
              <a:rPr lang="en-US" altLang="ko-KR" dirty="0"/>
              <a:t>ω</a:t>
            </a:r>
            <a:r>
              <a:rPr lang="en-US" altLang="ko-KR" baseline="-25000" dirty="0"/>
              <a:t>0</a:t>
            </a:r>
            <a:r>
              <a:rPr lang="en-US" altLang="ko-KR" dirty="0"/>
              <a:t> </a:t>
            </a:r>
            <a:r>
              <a:rPr lang="ko-KR" altLang="en-US" dirty="0"/>
              <a:t>주파수의 미세한 유효 신호와 </a:t>
            </a:r>
            <a:r>
              <a:rPr lang="en-US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ω</a:t>
            </a:r>
            <a:r>
              <a:rPr lang="en-US" altLang="ko-KR" baseline="-25000" dirty="0"/>
              <a:t>2</a:t>
            </a:r>
            <a:r>
              <a:rPr lang="en-US" altLang="ko-KR" dirty="0"/>
              <a:t> </a:t>
            </a:r>
            <a:r>
              <a:rPr lang="ko-KR" altLang="en-US" dirty="0"/>
              <a:t>주파수의 강한 간섭 신호</a:t>
            </a:r>
            <a:endParaRPr lang="en-US" altLang="ko-KR" dirty="0"/>
          </a:p>
          <a:p>
            <a:pPr lvl="1"/>
            <a:r>
              <a:rPr lang="en-US" altLang="ko-KR" dirty="0"/>
              <a:t>2ω</a:t>
            </a:r>
            <a:r>
              <a:rPr lang="en-US" altLang="ko-KR" baseline="-25000" dirty="0"/>
              <a:t>1</a:t>
            </a:r>
            <a:r>
              <a:rPr lang="en-US" altLang="ko-KR" dirty="0"/>
              <a:t> - ω</a:t>
            </a:r>
            <a:r>
              <a:rPr lang="en-US" altLang="ko-KR" baseline="-25000" dirty="0"/>
              <a:t>2</a:t>
            </a:r>
            <a:r>
              <a:rPr lang="en-US" altLang="ko-KR" dirty="0"/>
              <a:t> = ω</a:t>
            </a:r>
            <a:r>
              <a:rPr lang="en-US" altLang="ko-KR" baseline="-25000" dirty="0"/>
              <a:t>0</a:t>
            </a:r>
            <a:r>
              <a:rPr lang="ko-KR" altLang="en-US" dirty="0"/>
              <a:t>를 만족한다고 가정하면</a:t>
            </a:r>
            <a:r>
              <a:rPr lang="en-US" altLang="ko-KR" dirty="0"/>
              <a:t>, 2ω</a:t>
            </a:r>
            <a:r>
              <a:rPr lang="en-US" altLang="ko-KR" baseline="-25000" dirty="0"/>
              <a:t>1</a:t>
            </a:r>
            <a:r>
              <a:rPr lang="en-US" altLang="ko-KR" dirty="0"/>
              <a:t> - ω</a:t>
            </a:r>
            <a:r>
              <a:rPr lang="en-US" altLang="ko-KR" baseline="-25000" dirty="0"/>
              <a:t>2</a:t>
            </a:r>
            <a:r>
              <a:rPr lang="ko-KR" altLang="en-US" dirty="0"/>
              <a:t>에서 발생하는 </a:t>
            </a:r>
            <a:r>
              <a:rPr lang="ko-KR" altLang="en-US" dirty="0" err="1"/>
              <a:t>상호변조</a:t>
            </a:r>
            <a:r>
              <a:rPr lang="ko-KR" altLang="en-US" dirty="0"/>
              <a:t> 성분이 유효 신호 대역 내에 위치하게 되어 신호를 왜곡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8A88F-CCB4-4D64-B5C7-3AB0304F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CB2A25-2870-4B96-9487-96F038338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115" y="3730503"/>
            <a:ext cx="6075770" cy="169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5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D65DA-3EB0-4AF5-B742-7351B345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2.9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4395F-706C-43CE-99F4-4E3F54E7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방 안에 </a:t>
            </a:r>
            <a:r>
              <a:rPr lang="en-US" altLang="ko-KR" dirty="0"/>
              <a:t>4</a:t>
            </a:r>
            <a:r>
              <a:rPr lang="ko-KR" altLang="en-US" dirty="0"/>
              <a:t>명의 블루투스 사용자가 존재함</a:t>
            </a:r>
            <a:endParaRPr lang="en-US" altLang="ko-KR" dirty="0"/>
          </a:p>
          <a:p>
            <a:pPr lvl="1"/>
            <a:r>
              <a:rPr lang="en-US" altLang="ko-KR" dirty="0"/>
              <a:t>User 4</a:t>
            </a:r>
            <a:r>
              <a:rPr lang="ko-KR" altLang="en-US" dirty="0"/>
              <a:t>는 </a:t>
            </a:r>
            <a:r>
              <a:rPr lang="en-US" altLang="ko-KR" dirty="0"/>
              <a:t>2.410 GHz </a:t>
            </a:r>
            <a:r>
              <a:rPr lang="ko-KR" altLang="en-US" dirty="0"/>
              <a:t>채널에서 미약한 신호를 수신하고자 함</a:t>
            </a:r>
            <a:endParaRPr lang="en-US" altLang="ko-KR" dirty="0"/>
          </a:p>
          <a:p>
            <a:pPr lvl="1"/>
            <a:r>
              <a:rPr lang="ko-KR" altLang="en-US" dirty="0"/>
              <a:t>이와 동시에 인접한 </a:t>
            </a:r>
            <a:r>
              <a:rPr lang="en-US" altLang="ko-KR" dirty="0"/>
              <a:t>User 2</a:t>
            </a:r>
            <a:r>
              <a:rPr lang="ko-KR" altLang="en-US" dirty="0"/>
              <a:t>가 </a:t>
            </a:r>
            <a:r>
              <a:rPr lang="en-US" altLang="ko-KR" dirty="0"/>
              <a:t>2.420 GHz, User 3</a:t>
            </a:r>
            <a:r>
              <a:rPr lang="ko-KR" altLang="en-US" dirty="0"/>
              <a:t>이 </a:t>
            </a:r>
            <a:r>
              <a:rPr lang="en-US" altLang="ko-KR" dirty="0"/>
              <a:t>2.430 GHz </a:t>
            </a:r>
            <a:r>
              <a:rPr lang="ko-KR" altLang="en-US" dirty="0"/>
              <a:t>대역에서 강한 출력으로 송신을 시작함</a:t>
            </a:r>
            <a:endParaRPr lang="en-US" altLang="ko-KR" dirty="0"/>
          </a:p>
          <a:p>
            <a:pPr lvl="1"/>
            <a:r>
              <a:rPr lang="en-US" altLang="ko-KR" dirty="0"/>
              <a:t>User4</a:t>
            </a:r>
            <a:r>
              <a:rPr lang="ko-KR" altLang="en-US" dirty="0"/>
              <a:t>의 신호 왜곡이 발생하는지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2B12C-B9B5-40C1-B4EB-4622BE8F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DFE270-629D-4FBF-8245-A0E4BA324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094" y="4034389"/>
            <a:ext cx="5741811" cy="26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71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C0E8F-E5EE-4622-80DA-A1D6E0AC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81BC2D-3678-4E3F-94AC-236A1609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인접 간섭파의 주파수</a:t>
            </a:r>
            <a:r>
              <a:rPr lang="en-US" altLang="ko-KR" dirty="0"/>
              <a:t>: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2.420 GHz, 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 = 2.430 GHz</a:t>
            </a:r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3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차 </a:t>
            </a:r>
            <a:r>
              <a:rPr lang="ko-KR" altLang="en-US" b="0" i="0" dirty="0" err="1">
                <a:solidFill>
                  <a:srgbClr val="303030"/>
                </a:solidFill>
                <a:effectLst/>
                <a:latin typeface="Google Sans Text"/>
              </a:rPr>
              <a:t>상호변조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(IM</a:t>
            </a:r>
            <a:r>
              <a:rPr lang="en-US" altLang="ko-KR" b="0" i="0" baseline="-25000" dirty="0">
                <a:solidFill>
                  <a:srgbClr val="303030"/>
                </a:solidFill>
                <a:effectLst/>
                <a:latin typeface="Google Sans Text"/>
              </a:rPr>
              <a:t>3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)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주파수 성분 계산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: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r>
              <a:rPr lang="ko-KR" altLang="en-US" dirty="0"/>
              <a:t>비선형 회로 내부에서 합성된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성분 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-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이 수신기 가동 대역인 </a:t>
            </a:r>
            <a:r>
              <a:rPr lang="en-US" altLang="ko-KR" dirty="0"/>
              <a:t>2.410 GHz</a:t>
            </a:r>
            <a:r>
              <a:rPr lang="ko-KR" altLang="en-US" dirty="0"/>
              <a:t>와 완벽하게 일치하여 신호를 왜곡함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5D53-DFCF-41F9-A7DC-89D3148A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BE79D2-99FE-4FD4-9FC2-54FA57FE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54" y="2759501"/>
            <a:ext cx="5593092" cy="29260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5D8A630-4968-FCA1-8F89-FA50968105FC}"/>
              </a:ext>
            </a:extLst>
          </p:cNvPr>
          <p:cNvGrpSpPr/>
          <p:nvPr/>
        </p:nvGrpSpPr>
        <p:grpSpPr>
          <a:xfrm>
            <a:off x="5693690" y="3184610"/>
            <a:ext cx="3482640" cy="235800"/>
            <a:chOff x="5693690" y="3184610"/>
            <a:chExt cx="348264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32365D8-FC67-9DEB-FA61-8BDD24DDC2C1}"/>
                    </a:ext>
                  </a:extLst>
                </p14:cNvPr>
                <p14:cNvContentPartPr/>
                <p14:nvPr/>
              </p14:nvContentPartPr>
              <p14:xfrm>
                <a:off x="5693690" y="3184610"/>
                <a:ext cx="3482640" cy="2358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32365D8-FC67-9DEB-FA61-8BDD24DDC2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57690" y="3148970"/>
                  <a:ext cx="35542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6C07562-CFE0-F2C8-8B8E-CCE0E7C58955}"/>
                    </a:ext>
                  </a:extLst>
                </p14:cNvPr>
                <p14:cNvContentPartPr/>
                <p14:nvPr/>
              </p14:nvContentPartPr>
              <p14:xfrm>
                <a:off x="9082010" y="3259130"/>
                <a:ext cx="34920" cy="47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6C07562-CFE0-F2C8-8B8E-CCE0E7C589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46370" y="3223490"/>
                  <a:ext cx="106560" cy="11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838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521BA-5BA2-4F08-AD19-036E2992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 교차점 </a:t>
            </a:r>
            <a:r>
              <a:rPr lang="en-US" altLang="ko-KR" dirty="0"/>
              <a:t>(Third-Order Intercept Point, IP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2B662A-B3BE-4BBE-AADF-D9AA5719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입력 진폭 </a:t>
            </a:r>
            <a:r>
              <a:rPr lang="en-US" altLang="ko-KR" i="1" dirty="0"/>
              <a:t>A</a:t>
            </a:r>
            <a:r>
              <a:rPr lang="ko-KR" altLang="en-US" dirty="0"/>
              <a:t>가 증가할수록 </a:t>
            </a:r>
            <a:r>
              <a:rPr lang="ko-KR" altLang="en-US" dirty="0" err="1"/>
              <a:t>기본파</a:t>
            </a:r>
            <a:r>
              <a:rPr lang="ko-KR" altLang="en-US" dirty="0"/>
              <a:t> 성분 출력은 </a:t>
            </a:r>
            <a:r>
              <a:rPr lang="en-US" altLang="ko-KR" dirty="0"/>
              <a:t>A</a:t>
            </a:r>
            <a:r>
              <a:rPr lang="en-US" altLang="ko-KR" baseline="30000" dirty="0"/>
              <a:t>1</a:t>
            </a:r>
            <a:r>
              <a:rPr lang="ko-KR" altLang="en-US" dirty="0"/>
              <a:t>에 비례하여 증가</a:t>
            </a:r>
            <a:r>
              <a:rPr lang="en-US" altLang="ko-KR" dirty="0"/>
              <a:t>(</a:t>
            </a:r>
            <a:r>
              <a:rPr lang="ko-KR" altLang="en-US" dirty="0"/>
              <a:t>기울기 </a:t>
            </a:r>
            <a:r>
              <a:rPr lang="en-US" altLang="ko-KR" dirty="0"/>
              <a:t>1)</a:t>
            </a:r>
            <a:r>
              <a:rPr lang="ko-KR" altLang="en-US" dirty="0"/>
              <a:t>하는 반면</a:t>
            </a:r>
            <a:r>
              <a:rPr lang="en-US" altLang="ko-KR" dirty="0"/>
              <a:t>, 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왜곡 출력은 </a:t>
            </a:r>
            <a:r>
              <a:rPr lang="en-US" altLang="ko-KR" dirty="0"/>
              <a:t>A</a:t>
            </a:r>
            <a:r>
              <a:rPr lang="en-US" altLang="ko-KR" baseline="30000" dirty="0"/>
              <a:t>3</a:t>
            </a:r>
            <a:r>
              <a:rPr lang="ko-KR" altLang="en-US" dirty="0"/>
              <a:t>에 비례하여 급격히 증가</a:t>
            </a:r>
            <a:r>
              <a:rPr lang="en-US" altLang="ko-KR" dirty="0"/>
              <a:t>(</a:t>
            </a:r>
            <a:r>
              <a:rPr lang="ko-KR" altLang="en-US" dirty="0"/>
              <a:t>기울기 </a:t>
            </a:r>
            <a:r>
              <a:rPr lang="en-US" altLang="ko-KR" dirty="0"/>
              <a:t>3)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: </a:t>
            </a:r>
            <a:r>
              <a:rPr lang="ko-KR" altLang="en-US" dirty="0" err="1"/>
              <a:t>기본파</a:t>
            </a:r>
            <a:r>
              <a:rPr lang="ko-KR" altLang="en-US" dirty="0"/>
              <a:t> 출력 크기와 </a:t>
            </a:r>
            <a:r>
              <a:rPr lang="en-US" altLang="ko-KR" dirty="0"/>
              <a:t>IM3 </a:t>
            </a:r>
            <a:r>
              <a:rPr lang="ko-KR" altLang="en-US" dirty="0"/>
              <a:t>왜곡 출력 크기가 가상으로 일치하게 되는 가상의 입력</a:t>
            </a:r>
            <a:r>
              <a:rPr lang="en-US" altLang="ko-KR" dirty="0"/>
              <a:t>/</a:t>
            </a:r>
            <a:r>
              <a:rPr lang="ko-KR" altLang="en-US" dirty="0"/>
              <a:t>출력 교차점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5139C2-B6BF-4D83-B0B8-34D3758A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583AEB-DBD1-42CD-8FAB-407E2DD75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931" y="3740231"/>
            <a:ext cx="5172137" cy="2668165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C6839508-1AAE-A110-D321-5B43359D1020}"/>
              </a:ext>
            </a:extLst>
          </p:cNvPr>
          <p:cNvGrpSpPr/>
          <p:nvPr/>
        </p:nvGrpSpPr>
        <p:grpSpPr>
          <a:xfrm>
            <a:off x="6789170" y="3953570"/>
            <a:ext cx="2154600" cy="989280"/>
            <a:chOff x="6789170" y="3953570"/>
            <a:chExt cx="2154600" cy="9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8BE6438-6550-E189-1E2D-56B48F281200}"/>
                    </a:ext>
                  </a:extLst>
                </p14:cNvPr>
                <p14:cNvContentPartPr/>
                <p14:nvPr/>
              </p14:nvContentPartPr>
              <p14:xfrm>
                <a:off x="6789170" y="4071650"/>
                <a:ext cx="281880" cy="464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8BE6438-6550-E189-1E2D-56B48F2812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53170" y="4036010"/>
                  <a:ext cx="353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0563259-F864-217A-949B-217109694D3A}"/>
                    </a:ext>
                  </a:extLst>
                </p14:cNvPr>
                <p14:cNvContentPartPr/>
                <p14:nvPr/>
              </p14:nvContentPartPr>
              <p14:xfrm>
                <a:off x="6817970" y="4102610"/>
                <a:ext cx="21600" cy="2444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0563259-F864-217A-949B-217109694D3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81970" y="4066610"/>
                  <a:ext cx="93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A713297-B37D-D85E-4278-6CC41CEE1E61}"/>
                    </a:ext>
                  </a:extLst>
                </p14:cNvPr>
                <p14:cNvContentPartPr/>
                <p14:nvPr/>
              </p14:nvContentPartPr>
              <p14:xfrm>
                <a:off x="6801770" y="4204490"/>
                <a:ext cx="195480" cy="86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A713297-B37D-D85E-4278-6CC41CEE1E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66130" y="4168490"/>
                  <a:ext cx="267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B96E37B-CA7F-07A6-46DE-ECC94B70D94C}"/>
                    </a:ext>
                  </a:extLst>
                </p14:cNvPr>
                <p14:cNvContentPartPr/>
                <p14:nvPr/>
              </p14:nvContentPartPr>
              <p14:xfrm>
                <a:off x="7071410" y="4207010"/>
                <a:ext cx="215640" cy="1432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B96E37B-CA7F-07A6-46DE-ECC94B70D9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35770" y="4171010"/>
                  <a:ext cx="287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FF7D867-B532-1A17-FA3A-748E9DBDC01A}"/>
                    </a:ext>
                  </a:extLst>
                </p14:cNvPr>
                <p14:cNvContentPartPr/>
                <p14:nvPr/>
              </p14:nvContentPartPr>
              <p14:xfrm>
                <a:off x="7345730" y="4182170"/>
                <a:ext cx="178560" cy="1321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FF7D867-B532-1A17-FA3A-748E9DBDC01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09730" y="4146170"/>
                  <a:ext cx="250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5E57201-3274-F3FD-8A76-BE4D80323767}"/>
                    </a:ext>
                  </a:extLst>
                </p14:cNvPr>
                <p14:cNvContentPartPr/>
                <p14:nvPr/>
              </p14:nvContentPartPr>
              <p14:xfrm>
                <a:off x="7566050" y="4138610"/>
                <a:ext cx="62280" cy="1386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5E57201-3274-F3FD-8A76-BE4D803237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30410" y="4102610"/>
                  <a:ext cx="133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EA46FFF-8102-BFAE-425F-A8A165F99A51}"/>
                    </a:ext>
                  </a:extLst>
                </p14:cNvPr>
                <p14:cNvContentPartPr/>
                <p14:nvPr/>
              </p14:nvContentPartPr>
              <p14:xfrm>
                <a:off x="7646690" y="3953570"/>
                <a:ext cx="57600" cy="304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EA46FFF-8102-BFAE-425F-A8A165F99A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10690" y="3917930"/>
                  <a:ext cx="1292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A6C7A6FF-3011-02EC-E4A0-D4EE85E74D9E}"/>
                    </a:ext>
                  </a:extLst>
                </p14:cNvPr>
                <p14:cNvContentPartPr/>
                <p14:nvPr/>
              </p14:nvContentPartPr>
              <p14:xfrm>
                <a:off x="6817970" y="4351010"/>
                <a:ext cx="1084680" cy="943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A6C7A6FF-3011-02EC-E4A0-D4EE85E74D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1970" y="4315010"/>
                  <a:ext cx="1156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777A9A4-3A2B-4BC9-FACE-6F8105B1809A}"/>
                    </a:ext>
                  </a:extLst>
                </p14:cNvPr>
                <p14:cNvContentPartPr/>
                <p14:nvPr/>
              </p14:nvContentPartPr>
              <p14:xfrm>
                <a:off x="7584770" y="4605890"/>
                <a:ext cx="111240" cy="3369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777A9A4-3A2B-4BC9-FACE-6F8105B1809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49130" y="4570250"/>
                  <a:ext cx="1828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5B577D2-2DC5-AC4C-2E15-329854B310BF}"/>
                    </a:ext>
                  </a:extLst>
                </p14:cNvPr>
                <p14:cNvContentPartPr/>
                <p14:nvPr/>
              </p14:nvContentPartPr>
              <p14:xfrm>
                <a:off x="7743890" y="4518410"/>
                <a:ext cx="135360" cy="1202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5B577D2-2DC5-AC4C-2E15-329854B310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08250" y="4482770"/>
                  <a:ext cx="207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078E66F-0909-5698-CFBD-3FD1C3D99DB0}"/>
                    </a:ext>
                  </a:extLst>
                </p14:cNvPr>
                <p14:cNvContentPartPr/>
                <p14:nvPr/>
              </p14:nvContentPartPr>
              <p14:xfrm>
                <a:off x="7893650" y="4495370"/>
                <a:ext cx="102600" cy="1198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078E66F-0909-5698-CFBD-3FD1C3D99D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58010" y="4459370"/>
                  <a:ext cx="174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C3D26DE-1F8A-311A-962F-77BD851E34FA}"/>
                    </a:ext>
                  </a:extLst>
                </p14:cNvPr>
                <p14:cNvContentPartPr/>
                <p14:nvPr/>
              </p14:nvContentPartPr>
              <p14:xfrm>
                <a:off x="8043770" y="4361090"/>
                <a:ext cx="41760" cy="2174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C3D26DE-1F8A-311A-962F-77BD851E34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08130" y="4325090"/>
                  <a:ext cx="113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AFB0D79-CFDB-351C-E694-A4C3B7D96B05}"/>
                    </a:ext>
                  </a:extLst>
                </p14:cNvPr>
                <p14:cNvContentPartPr/>
                <p14:nvPr/>
              </p14:nvContentPartPr>
              <p14:xfrm>
                <a:off x="8369210" y="4364330"/>
                <a:ext cx="158760" cy="2023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AFB0D79-CFDB-351C-E694-A4C3B7D96B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33210" y="4328330"/>
                  <a:ext cx="230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89B282E-FB54-DE5E-DB36-FD96C5EE3307}"/>
                    </a:ext>
                  </a:extLst>
                </p14:cNvPr>
                <p14:cNvContentPartPr/>
                <p14:nvPr/>
              </p14:nvContentPartPr>
              <p14:xfrm>
                <a:off x="8569730" y="4430570"/>
                <a:ext cx="111960" cy="1310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89B282E-FB54-DE5E-DB36-FD96C5EE330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33730" y="4394930"/>
                  <a:ext cx="183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FDADA11-A742-3AEF-5629-4AF17CD14A07}"/>
                    </a:ext>
                  </a:extLst>
                </p14:cNvPr>
                <p14:cNvContentPartPr/>
                <p14:nvPr/>
              </p14:nvContentPartPr>
              <p14:xfrm>
                <a:off x="8682770" y="4432370"/>
                <a:ext cx="22320" cy="1072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FDADA11-A742-3AEF-5629-4AF17CD14A0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47130" y="4396730"/>
                  <a:ext cx="9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1083DDA-954C-D6F4-1522-B31638A93C98}"/>
                    </a:ext>
                  </a:extLst>
                </p14:cNvPr>
                <p14:cNvContentPartPr/>
                <p14:nvPr/>
              </p14:nvContentPartPr>
              <p14:xfrm>
                <a:off x="8745770" y="4397090"/>
                <a:ext cx="198000" cy="1184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1083DDA-954C-D6F4-1522-B31638A93C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09770" y="4361090"/>
                  <a:ext cx="26964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9B2D332-A569-28E1-BDB1-2E6918544AB2}"/>
              </a:ext>
            </a:extLst>
          </p:cNvPr>
          <p:cNvGrpSpPr/>
          <p:nvPr/>
        </p:nvGrpSpPr>
        <p:grpSpPr>
          <a:xfrm>
            <a:off x="6778730" y="5483210"/>
            <a:ext cx="1143720" cy="75960"/>
            <a:chOff x="6778730" y="5483210"/>
            <a:chExt cx="114372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50818C8-7425-1854-45D8-2B6F7EC0BB92}"/>
                    </a:ext>
                  </a:extLst>
                </p14:cNvPr>
                <p14:cNvContentPartPr/>
                <p14:nvPr/>
              </p14:nvContentPartPr>
              <p14:xfrm>
                <a:off x="6778730" y="5483210"/>
                <a:ext cx="1143720" cy="759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50818C8-7425-1854-45D8-2B6F7EC0BB9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42730" y="5447570"/>
                  <a:ext cx="1215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71E8F23-0DE1-D059-5758-F92A9A753493}"/>
                    </a:ext>
                  </a:extLst>
                </p14:cNvPr>
                <p14:cNvContentPartPr/>
                <p14:nvPr/>
              </p14:nvContentPartPr>
              <p14:xfrm>
                <a:off x="7770890" y="5486090"/>
                <a:ext cx="5040" cy="82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71E8F23-0DE1-D059-5758-F92A9A7534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34890" y="5450090"/>
                  <a:ext cx="766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26EC949-F928-2024-1D14-1F37FC71B718}"/>
              </a:ext>
            </a:extLst>
          </p:cNvPr>
          <p:cNvGrpSpPr/>
          <p:nvPr/>
        </p:nvGrpSpPr>
        <p:grpSpPr>
          <a:xfrm>
            <a:off x="7878170" y="3103250"/>
            <a:ext cx="2084400" cy="732960"/>
            <a:chOff x="7878170" y="3103250"/>
            <a:chExt cx="2084400" cy="7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BC46AB8-95AA-88AE-056A-0D38DFE6AF54}"/>
                    </a:ext>
                  </a:extLst>
                </p14:cNvPr>
                <p14:cNvContentPartPr/>
                <p14:nvPr/>
              </p14:nvContentPartPr>
              <p14:xfrm>
                <a:off x="7878170" y="3498530"/>
                <a:ext cx="893160" cy="63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BC46AB8-95AA-88AE-056A-0D38DFE6AF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42530" y="3462890"/>
                  <a:ext cx="964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3D19BA8-F9B1-3109-0A7B-9342BFBDF891}"/>
                    </a:ext>
                  </a:extLst>
                </p14:cNvPr>
                <p14:cNvContentPartPr/>
                <p14:nvPr/>
              </p14:nvContentPartPr>
              <p14:xfrm>
                <a:off x="7999850" y="3214490"/>
                <a:ext cx="167400" cy="2836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3D19BA8-F9B1-3109-0A7B-9342BFBDF8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64210" y="3178490"/>
                  <a:ext cx="239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DA40997-2592-DAEE-E0CE-1E4238AC0AA7}"/>
                    </a:ext>
                  </a:extLst>
                </p14:cNvPr>
                <p14:cNvContentPartPr/>
                <p14:nvPr/>
              </p14:nvContentPartPr>
              <p14:xfrm>
                <a:off x="8274890" y="3228530"/>
                <a:ext cx="211320" cy="3002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DA40997-2592-DAEE-E0CE-1E4238AC0AA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39250" y="3192530"/>
                  <a:ext cx="2829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1E303DD1-1AF5-D5DD-BC76-2D31BC01DB61}"/>
                    </a:ext>
                  </a:extLst>
                </p14:cNvPr>
                <p14:cNvContentPartPr/>
                <p14:nvPr/>
              </p14:nvContentPartPr>
              <p14:xfrm>
                <a:off x="8925410" y="3155090"/>
                <a:ext cx="60840" cy="53460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1E303DD1-1AF5-D5DD-BC76-2D31BC01DB6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89410" y="3119090"/>
                  <a:ext cx="1324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76D74269-120F-C3D8-E571-8344DEB438A3}"/>
                    </a:ext>
                  </a:extLst>
                </p14:cNvPr>
                <p14:cNvContentPartPr/>
                <p14:nvPr/>
              </p14:nvContentPartPr>
              <p14:xfrm>
                <a:off x="8871050" y="3103250"/>
                <a:ext cx="1035000" cy="7254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76D74269-120F-C3D8-E571-8344DEB438A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5410" y="3067250"/>
                  <a:ext cx="110664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A51B6843-072B-9A63-E19F-56CC5222B70D}"/>
                    </a:ext>
                  </a:extLst>
                </p14:cNvPr>
                <p14:cNvContentPartPr/>
                <p14:nvPr/>
              </p14:nvContentPartPr>
              <p14:xfrm>
                <a:off x="9021530" y="3755210"/>
                <a:ext cx="941040" cy="810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A51B6843-072B-9A63-E19F-56CC5222B70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85530" y="3719570"/>
                  <a:ext cx="1012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2FCA6BB-AF28-3547-3404-5D39877FB544}"/>
              </a:ext>
            </a:extLst>
          </p:cNvPr>
          <p:cNvGrpSpPr/>
          <p:nvPr/>
        </p:nvGrpSpPr>
        <p:grpSpPr>
          <a:xfrm>
            <a:off x="10394930" y="2543450"/>
            <a:ext cx="1695960" cy="1110600"/>
            <a:chOff x="10394930" y="2543450"/>
            <a:chExt cx="1695960" cy="11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7429003D-62B8-4AEB-3305-F6E901860241}"/>
                    </a:ext>
                  </a:extLst>
                </p14:cNvPr>
                <p14:cNvContentPartPr/>
                <p14:nvPr/>
              </p14:nvContentPartPr>
              <p14:xfrm>
                <a:off x="10394930" y="3352370"/>
                <a:ext cx="232920" cy="12672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7429003D-62B8-4AEB-3305-F6E9018602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58930" y="3316370"/>
                  <a:ext cx="304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891812A8-6585-1FE4-499A-70BC106DE66B}"/>
                    </a:ext>
                  </a:extLst>
                </p14:cNvPr>
                <p14:cNvContentPartPr/>
                <p14:nvPr/>
              </p14:nvContentPartPr>
              <p14:xfrm>
                <a:off x="10497170" y="3405290"/>
                <a:ext cx="29520" cy="2487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891812A8-6585-1FE4-499A-70BC106DE6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61170" y="3369650"/>
                  <a:ext cx="101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5A47FDE-4DB6-A542-9714-83F624BF24FC}"/>
                    </a:ext>
                  </a:extLst>
                </p14:cNvPr>
                <p14:cNvContentPartPr/>
                <p14:nvPr/>
              </p14:nvContentPartPr>
              <p14:xfrm>
                <a:off x="10703810" y="3076970"/>
                <a:ext cx="256320" cy="50580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5A47FDE-4DB6-A542-9714-83F624BF24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68170" y="3040970"/>
                  <a:ext cx="32796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774CF5D4-77B2-0C03-11BB-B4354FBDE192}"/>
                    </a:ext>
                  </a:extLst>
                </p14:cNvPr>
                <p14:cNvContentPartPr/>
                <p14:nvPr/>
              </p14:nvContentPartPr>
              <p14:xfrm>
                <a:off x="10992170" y="3030890"/>
                <a:ext cx="345600" cy="54252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774CF5D4-77B2-0C03-11BB-B4354FBDE19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956170" y="2995250"/>
                  <a:ext cx="41724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9214407E-9DDC-A9F5-F465-721EA85923F3}"/>
                    </a:ext>
                  </a:extLst>
                </p14:cNvPr>
                <p14:cNvContentPartPr/>
                <p14:nvPr/>
              </p14:nvContentPartPr>
              <p14:xfrm>
                <a:off x="11387810" y="3343370"/>
                <a:ext cx="123840" cy="2372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9214407E-9DDC-A9F5-F465-721EA85923F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51810" y="3307370"/>
                  <a:ext cx="195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5AD90219-49B1-B429-6424-D31550A7F1E3}"/>
                    </a:ext>
                  </a:extLst>
                </p14:cNvPr>
                <p14:cNvContentPartPr/>
                <p14:nvPr/>
              </p14:nvContentPartPr>
              <p14:xfrm>
                <a:off x="11221490" y="2783930"/>
                <a:ext cx="184680" cy="1731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5AD90219-49B1-B429-6424-D31550A7F1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85850" y="2747930"/>
                  <a:ext cx="25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4A070433-5CA9-D9CB-73FF-166824BA718C}"/>
                    </a:ext>
                  </a:extLst>
                </p14:cNvPr>
                <p14:cNvContentPartPr/>
                <p14:nvPr/>
              </p14:nvContentPartPr>
              <p14:xfrm>
                <a:off x="11392490" y="2543450"/>
                <a:ext cx="201960" cy="147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4A070433-5CA9-D9CB-73FF-166824BA71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56490" y="2507810"/>
                  <a:ext cx="273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0B896518-74FD-8750-3B35-C641AA114C42}"/>
                    </a:ext>
                  </a:extLst>
                </p14:cNvPr>
                <p14:cNvContentPartPr/>
                <p14:nvPr/>
              </p14:nvContentPartPr>
              <p14:xfrm>
                <a:off x="11454410" y="2565410"/>
                <a:ext cx="11880" cy="22068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0B896518-74FD-8750-3B35-C641AA114C4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418410" y="2529770"/>
                  <a:ext cx="83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39339A9C-4EAB-01F8-D610-7B28A4F1D108}"/>
                    </a:ext>
                  </a:extLst>
                </p14:cNvPr>
                <p14:cNvContentPartPr/>
                <p14:nvPr/>
              </p14:nvContentPartPr>
              <p14:xfrm>
                <a:off x="11441810" y="2705090"/>
                <a:ext cx="81720" cy="1044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39339A9C-4EAB-01F8-D610-7B28A4F1D10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06170" y="2669090"/>
                  <a:ext cx="153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5D84D06A-B62D-6EB3-C2A6-6C8D708E1451}"/>
                    </a:ext>
                  </a:extLst>
                </p14:cNvPr>
                <p14:cNvContentPartPr/>
                <p14:nvPr/>
              </p14:nvContentPartPr>
              <p14:xfrm>
                <a:off x="11473130" y="2733530"/>
                <a:ext cx="11160" cy="648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5D84D06A-B62D-6EB3-C2A6-6C8D708E145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437490" y="2697890"/>
                  <a:ext cx="82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42B60D86-F2E0-F8EC-3093-8AE2893B95BD}"/>
                    </a:ext>
                  </a:extLst>
                </p14:cNvPr>
                <p14:cNvContentPartPr/>
                <p14:nvPr/>
              </p14:nvContentPartPr>
              <p14:xfrm>
                <a:off x="11526050" y="3152930"/>
                <a:ext cx="155880" cy="10728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42B60D86-F2E0-F8EC-3093-8AE2893B95B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90050" y="3117290"/>
                  <a:ext cx="227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534D285C-FF28-3118-94C1-F04CA6661C10}"/>
                    </a:ext>
                  </a:extLst>
                </p14:cNvPr>
                <p14:cNvContentPartPr/>
                <p14:nvPr/>
              </p14:nvContentPartPr>
              <p14:xfrm>
                <a:off x="11728730" y="2847290"/>
                <a:ext cx="56160" cy="19332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534D285C-FF28-3118-94C1-F04CA6661C1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92730" y="2811650"/>
                  <a:ext cx="127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2B12B1DA-3FD7-51F1-121A-BC26E8485E8B}"/>
                    </a:ext>
                  </a:extLst>
                </p14:cNvPr>
                <p14:cNvContentPartPr/>
                <p14:nvPr/>
              </p14:nvContentPartPr>
              <p14:xfrm>
                <a:off x="11918090" y="2958890"/>
                <a:ext cx="172800" cy="5040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2B12B1DA-3FD7-51F1-121A-BC26E8485E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882090" y="2922890"/>
                  <a:ext cx="244440" cy="12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05654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0F227-97D7-4B82-9D6D-429273B2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8AA5D-5608-4779-9446-CCC34681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수식적 유도</a:t>
            </a:r>
            <a:endParaRPr lang="en-US" altLang="ko-KR" dirty="0"/>
          </a:p>
          <a:p>
            <a:pPr lvl="1"/>
            <a:r>
              <a:rPr lang="ko-KR" altLang="en-US" dirty="0" err="1"/>
              <a:t>기본파</a:t>
            </a:r>
            <a:r>
              <a:rPr lang="ko-KR" altLang="en-US" dirty="0"/>
              <a:t> 진폭 공식과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진폭 공식이 같아지는 입력 진폭 </a:t>
            </a:r>
            <a:r>
              <a:rPr lang="en-US" altLang="ko-KR" i="1" dirty="0"/>
              <a:t>A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IIP3</a:t>
            </a:r>
            <a:r>
              <a:rPr lang="ko-KR" altLang="en-US" dirty="0"/>
              <a:t>를 설정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i="1" dirty="0"/>
              <a:t>A</a:t>
            </a:r>
            <a:r>
              <a:rPr lang="en-US" altLang="ko-KR" baseline="-25000" dirty="0"/>
              <a:t>IIP3</a:t>
            </a:r>
            <a:r>
              <a:rPr lang="ko-KR" altLang="en-US" dirty="0"/>
              <a:t>에 대해 식을 정리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와 </a:t>
            </a:r>
            <a:r>
              <a:rPr lang="en-US" altLang="ko-KR" dirty="0"/>
              <a:t>1-dB Compression Point P</a:t>
            </a:r>
            <a:r>
              <a:rPr lang="en-US" altLang="ko-KR" baseline="-25000" dirty="0"/>
              <a:t>1dB</a:t>
            </a:r>
            <a:r>
              <a:rPr lang="ko-KR" altLang="en-US" dirty="0"/>
              <a:t>의 정량적 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E71CA-2444-45E7-8233-5290CD19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F5AB81-E723-45AA-8727-34D56926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20" y="5419420"/>
            <a:ext cx="4748794" cy="8260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EA51D1-1069-4415-97F6-9B1D286F4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042" y="5353850"/>
            <a:ext cx="2039116" cy="960122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05644D3-FBE5-46D0-9A0A-F96C01AFA40C}"/>
              </a:ext>
            </a:extLst>
          </p:cNvPr>
          <p:cNvCxnSpPr/>
          <p:nvPr/>
        </p:nvCxnSpPr>
        <p:spPr>
          <a:xfrm>
            <a:off x="6083177" y="5831691"/>
            <a:ext cx="1000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056DFA0-F41B-4990-A8A0-149703DCB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246" y="2239727"/>
            <a:ext cx="2657862" cy="6156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7B4EB3-7F7A-4940-AFB7-B55D7E601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55" y="3133284"/>
            <a:ext cx="2106172" cy="8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9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FBF2A-FD81-4469-ACC5-A8E46C69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F9F1F-E27A-4486-8498-AD4DA388A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측정 방법</a:t>
            </a:r>
            <a:endParaRPr lang="en-US" altLang="ko-KR" dirty="0"/>
          </a:p>
          <a:p>
            <a:pPr lvl="1"/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를 직접 </a:t>
            </a:r>
            <a:r>
              <a:rPr lang="ko-KR" altLang="en-US" dirty="0" err="1"/>
              <a:t>포화시켜</a:t>
            </a:r>
            <a:r>
              <a:rPr lang="ko-KR" altLang="en-US" dirty="0"/>
              <a:t> 측정하지 않음</a:t>
            </a:r>
            <a:endParaRPr lang="en-US" altLang="ko-KR" dirty="0"/>
          </a:p>
          <a:p>
            <a:pPr lvl="2"/>
            <a:r>
              <a:rPr lang="ko-KR" altLang="en-US" dirty="0"/>
              <a:t>전력 레벨을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지점까지 물리적으로 올리면 소자가 물리적으로 파괴되거나 고차 비선형 왜곡</a:t>
            </a:r>
            <a:r>
              <a:rPr lang="en-US" altLang="ko-KR" dirty="0"/>
              <a:t>(5</a:t>
            </a:r>
            <a:r>
              <a:rPr lang="ko-KR" altLang="en-US" dirty="0"/>
              <a:t>차</a:t>
            </a:r>
            <a:r>
              <a:rPr lang="en-US" altLang="ko-KR" dirty="0"/>
              <a:t>, 7</a:t>
            </a:r>
            <a:r>
              <a:rPr lang="ko-KR" altLang="en-US" dirty="0"/>
              <a:t>차 등</a:t>
            </a:r>
            <a:r>
              <a:rPr lang="en-US" altLang="ko-KR" dirty="0"/>
              <a:t>)</a:t>
            </a:r>
            <a:r>
              <a:rPr lang="ko-KR" altLang="en-US" dirty="0"/>
              <a:t>이 간섭하여 정확한 </a:t>
            </a:r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외삽이</a:t>
            </a:r>
            <a:r>
              <a:rPr lang="ko-KR" altLang="en-US" dirty="0"/>
              <a:t> 불가능함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C95FD2-9DAB-40ED-A364-3434A226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B0F98D-6F77-49E8-96CE-47D6171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71" y="3429000"/>
            <a:ext cx="7073257" cy="220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90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80E7D-59E9-488D-89CC-04636385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AED87-CBA6-4D6F-A903-EE7889179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시스템 임피던스</a:t>
            </a:r>
            <a:r>
              <a:rPr lang="en-US" altLang="ko-KR" dirty="0"/>
              <a:t>: 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정합 조건</a:t>
            </a:r>
            <a:endParaRPr lang="en-US" altLang="ko-KR" dirty="0"/>
          </a:p>
          <a:p>
            <a:pPr lvl="1"/>
            <a:r>
              <a:rPr lang="ko-KR" altLang="en-US" dirty="0"/>
              <a:t>희망 수신 신호</a:t>
            </a:r>
            <a:endParaRPr lang="en-US" altLang="ko-KR" dirty="0"/>
          </a:p>
          <a:p>
            <a:pPr lvl="2"/>
            <a:r>
              <a:rPr lang="ko-KR" altLang="en-US" dirty="0"/>
              <a:t>주파수</a:t>
            </a:r>
            <a:r>
              <a:rPr lang="en-US" altLang="ko-KR" dirty="0"/>
              <a:t>: 2.410 GHz, </a:t>
            </a:r>
            <a:r>
              <a:rPr lang="ko-KR" altLang="en-US" dirty="0"/>
              <a:t>입력 전력</a:t>
            </a:r>
            <a:r>
              <a:rPr lang="en-US" altLang="ko-KR" dirty="0"/>
              <a:t>: -80 dBm</a:t>
            </a:r>
          </a:p>
          <a:p>
            <a:pPr lvl="1"/>
            <a:r>
              <a:rPr lang="ko-KR" altLang="en-US" dirty="0"/>
              <a:t>대역 내 근접 </a:t>
            </a:r>
            <a:r>
              <a:rPr lang="ko-KR" altLang="en-US" dirty="0" err="1"/>
              <a:t>간섭파</a:t>
            </a:r>
            <a:endParaRPr lang="en-US" altLang="ko-KR" dirty="0"/>
          </a:p>
          <a:p>
            <a:pPr lvl="2"/>
            <a:r>
              <a:rPr lang="ko-KR" altLang="en-US" dirty="0"/>
              <a:t>주파수</a:t>
            </a:r>
            <a:r>
              <a:rPr lang="en-US" altLang="ko-KR" dirty="0"/>
              <a:t>: 2.420 GHz </a:t>
            </a:r>
            <a:r>
              <a:rPr lang="ko-KR" altLang="en-US" dirty="0"/>
              <a:t>및 </a:t>
            </a:r>
            <a:r>
              <a:rPr lang="en-US" altLang="ko-KR" dirty="0"/>
              <a:t>2.430 GHz, </a:t>
            </a:r>
            <a:r>
              <a:rPr lang="ko-KR" altLang="en-US" dirty="0"/>
              <a:t>입력 전력</a:t>
            </a:r>
            <a:r>
              <a:rPr lang="en-US" altLang="ko-KR" dirty="0"/>
              <a:t>: </a:t>
            </a:r>
            <a:r>
              <a:rPr lang="ko-KR" altLang="en-US" dirty="0"/>
              <a:t>각 </a:t>
            </a:r>
            <a:r>
              <a:rPr lang="en-US" altLang="ko-KR" dirty="0"/>
              <a:t>-20 dBm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상호변조</a:t>
            </a:r>
            <a:r>
              <a:rPr lang="ko-KR" altLang="en-US" dirty="0"/>
              <a:t> 왜곡</a:t>
            </a:r>
            <a:r>
              <a:rPr lang="en-US" altLang="ko-KR" dirty="0"/>
              <a:t>(IM</a:t>
            </a:r>
            <a:r>
              <a:rPr lang="en-US" altLang="ko-KR" baseline="-25000" dirty="0"/>
              <a:t>3</a:t>
            </a:r>
            <a:r>
              <a:rPr lang="en-US" altLang="ko-KR" dirty="0"/>
              <a:t>) </a:t>
            </a:r>
            <a:r>
              <a:rPr lang="ko-KR" altLang="en-US" dirty="0"/>
              <a:t>성분이 희망 신호의 출력보다 최소 </a:t>
            </a:r>
            <a:r>
              <a:rPr lang="en-US" altLang="ko-KR" dirty="0"/>
              <a:t>-20 dB </a:t>
            </a:r>
            <a:r>
              <a:rPr lang="ko-KR" altLang="en-US" dirty="0"/>
              <a:t>아래에 </a:t>
            </a:r>
            <a:r>
              <a:rPr lang="ko-KR" altLang="en-US" dirty="0" err="1"/>
              <a:t>위치하도록하는</a:t>
            </a:r>
            <a:r>
              <a:rPr lang="ko-KR" altLang="en-US" dirty="0"/>
              <a:t>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br>
              <a:rPr lang="en-US" altLang="ko-KR" dirty="0"/>
            </a:b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9FBC41-E33A-4424-BE19-DE65CE56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404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B9748-5472-4C98-AC71-C0C68F21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D583C7-666E-4706-9F34-0E04EC4F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239394"/>
          </a:xfrm>
        </p:spPr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왜곡 성분이 희망 신호보다 </a:t>
            </a:r>
            <a:r>
              <a:rPr lang="en-US" altLang="ko-KR" dirty="0"/>
              <a:t>-20 dB </a:t>
            </a:r>
            <a:r>
              <a:rPr lang="ko-KR" altLang="en-US" dirty="0"/>
              <a:t>낮아야 하므로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임피던스 환경에서의 전압</a:t>
            </a:r>
            <a:r>
              <a:rPr lang="en-US" altLang="ko-KR" dirty="0"/>
              <a:t>-</a:t>
            </a:r>
            <a:r>
              <a:rPr lang="ko-KR" altLang="en-US" dirty="0"/>
              <a:t>전력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i="1" dirty="0" err="1"/>
              <a:t>P</a:t>
            </a:r>
            <a:r>
              <a:rPr lang="en-US" altLang="ko-KR" baseline="-25000" dirty="0" err="1"/>
              <a:t>sig</a:t>
            </a:r>
            <a:r>
              <a:rPr lang="en-US" altLang="ko-KR" dirty="0"/>
              <a:t>, </a:t>
            </a:r>
            <a:r>
              <a:rPr lang="en-US" altLang="ko-KR" i="1" dirty="0" err="1"/>
              <a:t>A</a:t>
            </a:r>
            <a:r>
              <a:rPr lang="en-US" altLang="ko-KR" baseline="-25000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392BA-37BC-4038-AD7A-A884F1E0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327A89-2234-4F5F-BFBB-7069936B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17" y="2231834"/>
            <a:ext cx="4959106" cy="6156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9AC45D-D113-4128-8131-133FB175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94" y="2223367"/>
            <a:ext cx="2441452" cy="61569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214B1C6-3C73-4414-ADB4-7928481B83CB}"/>
              </a:ext>
            </a:extLst>
          </p:cNvPr>
          <p:cNvCxnSpPr/>
          <p:nvPr/>
        </p:nvCxnSpPr>
        <p:spPr>
          <a:xfrm>
            <a:off x="6372205" y="2548150"/>
            <a:ext cx="962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2107E30-3B42-4FEC-8303-1DDF6B52F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360" y="2831312"/>
            <a:ext cx="2023876" cy="6766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0F289E9-B98B-4639-B94C-5F44DCADD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0752" y="2981347"/>
            <a:ext cx="1850140" cy="368808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1A0F9DE-371F-4B5C-9374-3A6B4B8970B9}"/>
              </a:ext>
            </a:extLst>
          </p:cNvPr>
          <p:cNvCxnSpPr/>
          <p:nvPr/>
        </p:nvCxnSpPr>
        <p:spPr>
          <a:xfrm>
            <a:off x="9383731" y="3191123"/>
            <a:ext cx="465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C6B20A29-30CB-43C0-854A-D61F274486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277" y="4272014"/>
            <a:ext cx="3011430" cy="36880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6CAE9DD-2690-4AEE-9533-F51DB418DE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413" y="4176875"/>
            <a:ext cx="5547372" cy="42976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0FCEE50-1909-4D8E-8066-0DF0677DC1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377" y="4713049"/>
            <a:ext cx="2935230" cy="32918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4B2753D-91DD-488B-805A-7797FF3AE9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2257" y="4644997"/>
            <a:ext cx="5462028" cy="42672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846BD6A-0710-4507-8C28-B3B532F0BE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4327" y="5242378"/>
            <a:ext cx="1908052" cy="144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8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98A1E-BDC4-4498-84DC-877DC93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07DFB-B87B-4627-A268-8D106C8E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간섭 </a:t>
            </a:r>
            <a:r>
              <a:rPr lang="ko-KR" altLang="en-US" dirty="0" err="1"/>
              <a:t>전력차법을</a:t>
            </a:r>
            <a:r>
              <a:rPr lang="ko-KR" altLang="en-US" dirty="0"/>
              <a:t> 이용한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공식 유도</a:t>
            </a:r>
            <a:endParaRPr lang="en-US" altLang="ko-KR" dirty="0"/>
          </a:p>
          <a:p>
            <a:pPr lvl="1"/>
            <a:r>
              <a:rPr lang="en-US" altLang="ko-KR" i="1" dirty="0" err="1"/>
              <a:t>A</a:t>
            </a:r>
            <a:r>
              <a:rPr lang="en-US" altLang="ko-KR" baseline="-25000" dirty="0" err="1"/>
              <a:t>f</a:t>
            </a:r>
            <a:r>
              <a:rPr lang="ko-KR" altLang="en-US" dirty="0"/>
              <a:t>와 </a:t>
            </a:r>
            <a:r>
              <a:rPr lang="en-US" altLang="ko-KR" i="1" dirty="0"/>
              <a:t>A</a:t>
            </a:r>
            <a:r>
              <a:rPr lang="en-US" altLang="ko-KR" baseline="-25000" dirty="0"/>
              <a:t>IM</a:t>
            </a:r>
            <a:r>
              <a:rPr lang="ko-KR" altLang="en-US" dirty="0"/>
              <a:t>의 </a:t>
            </a:r>
            <a:r>
              <a:rPr lang="ko-KR" altLang="en-US" dirty="0" err="1"/>
              <a:t>전력차</a:t>
            </a:r>
            <a:r>
              <a:rPr lang="ko-KR" altLang="en-US" dirty="0"/>
              <a:t> </a:t>
            </a:r>
            <a:r>
              <a:rPr lang="el-GR" altLang="ko-KR" dirty="0"/>
              <a:t>Δ</a:t>
            </a:r>
            <a:r>
              <a:rPr lang="en-US" altLang="ko-KR" i="1" dirty="0"/>
              <a:t>P</a:t>
            </a:r>
          </a:p>
          <a:p>
            <a:pPr lvl="1"/>
            <a:r>
              <a:rPr lang="ko-KR" altLang="en-US" dirty="0" err="1"/>
              <a:t>기본파</a:t>
            </a:r>
            <a:r>
              <a:rPr lang="ko-KR" altLang="en-US" dirty="0"/>
              <a:t> 출력은 입력에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비례하고</a:t>
            </a:r>
            <a:r>
              <a:rPr lang="en-US" altLang="ko-KR" dirty="0"/>
              <a:t>, IM</a:t>
            </a:r>
            <a:r>
              <a:rPr lang="en-US" altLang="ko-KR" baseline="-25000" dirty="0"/>
              <a:t>3</a:t>
            </a:r>
            <a:r>
              <a:rPr lang="ko-KR" altLang="en-US" dirty="0"/>
              <a:t>는 </a:t>
            </a:r>
            <a:r>
              <a:rPr lang="en-US" altLang="ko-KR" dirty="0"/>
              <a:t>3</a:t>
            </a:r>
            <a:r>
              <a:rPr lang="ko-KR" altLang="en-US" dirty="0"/>
              <a:t>배 빠르게 증가하므로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정리하면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7B972-A3D4-4EB0-91E3-60A957BC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915176-D17F-48E6-AA1C-DB1773EF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37" y="2727398"/>
            <a:ext cx="6687326" cy="329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E25591-8672-4E4E-B7AF-DF4ACA9BC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860" y="4089565"/>
            <a:ext cx="4780280" cy="27684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AD7AC7-D719-4268-8B38-CC71B8661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237" y="3266776"/>
            <a:ext cx="3590552" cy="5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62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B88F8-84EC-4CCA-8D9A-65C4472E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2.2.5: </a:t>
            </a:r>
            <a:r>
              <a:rPr lang="ko-KR" altLang="en-US" dirty="0"/>
              <a:t>종속 접속단의 비선형성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DDB95-D8EA-41A4-806A-9EB980FC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종속 접속단의 선형성 분석이 중요성</a:t>
            </a:r>
            <a:endParaRPr lang="en-US" altLang="ko-KR" dirty="0"/>
          </a:p>
          <a:p>
            <a:pPr lvl="1"/>
            <a:r>
              <a:rPr lang="ko-KR" altLang="en-US" dirty="0"/>
              <a:t>실제 </a:t>
            </a:r>
            <a:r>
              <a:rPr lang="en-US" altLang="ko-KR" dirty="0"/>
              <a:t>RF </a:t>
            </a:r>
            <a:r>
              <a:rPr lang="ko-KR" altLang="en-US" dirty="0"/>
              <a:t>수신기는 단일 소자로 구성되지 않고 여러 </a:t>
            </a:r>
            <a:r>
              <a:rPr lang="ko-KR" altLang="en-US" dirty="0" err="1"/>
              <a:t>회로등</a:t>
            </a:r>
            <a:r>
              <a:rPr lang="ko-KR" altLang="en-US" dirty="0"/>
              <a:t> 직렬</a:t>
            </a:r>
            <a:r>
              <a:rPr lang="en-US" altLang="ko-KR" dirty="0"/>
              <a:t>(Cascade)</a:t>
            </a:r>
            <a:r>
              <a:rPr lang="ko-KR" altLang="en-US" dirty="0"/>
              <a:t>로 연결된 형태를 가짐</a:t>
            </a:r>
            <a:endParaRPr lang="en-US" altLang="ko-KR" dirty="0"/>
          </a:p>
          <a:p>
            <a:pPr lvl="1"/>
            <a:r>
              <a:rPr lang="ko-KR" altLang="en-US" dirty="0" err="1"/>
              <a:t>앞단의</a:t>
            </a:r>
            <a:r>
              <a:rPr lang="ko-KR" altLang="en-US" dirty="0"/>
              <a:t> 이득</a:t>
            </a:r>
            <a:r>
              <a:rPr lang="en-US" altLang="ko-KR" dirty="0"/>
              <a:t>(Gain)</a:t>
            </a:r>
            <a:r>
              <a:rPr lang="ko-KR" altLang="en-US" dirty="0"/>
              <a:t>이 신호를 증폭시키기 때문에</a:t>
            </a:r>
            <a:r>
              <a:rPr lang="en-US" altLang="ko-KR" dirty="0"/>
              <a:t>, </a:t>
            </a:r>
            <a:r>
              <a:rPr lang="ko-KR" altLang="en-US" dirty="0"/>
              <a:t>후단으로 갈수록 입력 신호의 스윙이 커져 후단 소자의 비선형 왜곡</a:t>
            </a:r>
            <a:r>
              <a:rPr lang="en-US" altLang="ko-KR" dirty="0"/>
              <a:t>(saturation </a:t>
            </a:r>
            <a:r>
              <a:rPr lang="ko-KR" altLang="en-US" dirty="0"/>
              <a:t>및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r>
              <a:rPr lang="ko-KR" altLang="en-US" dirty="0"/>
              <a:t>이 급격히 악화됨</a:t>
            </a:r>
            <a:endParaRPr lang="en-US" altLang="ko-KR" dirty="0"/>
          </a:p>
          <a:p>
            <a:pPr lvl="1"/>
            <a:r>
              <a:rPr lang="ko-KR" altLang="en-US" dirty="0"/>
              <a:t>시스템 전체의 선형성 한계</a:t>
            </a:r>
            <a:r>
              <a:rPr lang="en-US" altLang="ko-KR" dirty="0"/>
              <a:t>(IIP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r>
              <a:rPr lang="ko-KR" altLang="en-US" dirty="0"/>
              <a:t>를 예측하고 각 단의 이득과 선형성을 최적 배분하기 위해 수학적 종속 합성 공식이 필수적임</a:t>
            </a:r>
            <a:endParaRPr lang="en-US" altLang="ko-KR" dirty="0"/>
          </a:p>
          <a:p>
            <a:r>
              <a:rPr lang="ko-KR" altLang="en-US" dirty="0"/>
              <a:t>두 개의 비선형 증폭단이 종속 연결된 등가 모델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A463E4-63B8-4A05-895A-81691703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E2240B-180A-4706-BD08-5037A904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70" y="5426191"/>
            <a:ext cx="3849632" cy="719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3D05DD-FD89-4518-973B-1EB53276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63" y="4873398"/>
            <a:ext cx="5020376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33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77BAA-E163-4820-BD8F-17B43162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 종속 시스템의 입출력 관계식 전개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218FC-E415-40CE-8B50-1DAD499ED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y</a:t>
            </a:r>
            <a:r>
              <a:rPr lang="en-US" altLang="ko-KR" baseline="-25000" dirty="0"/>
              <a:t>1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식을 </a:t>
            </a:r>
            <a:r>
              <a:rPr lang="en-US" altLang="ko-KR" i="1" dirty="0"/>
              <a:t>y</a:t>
            </a:r>
            <a:r>
              <a:rPr lang="en-US" altLang="ko-KR" baseline="-25000" dirty="0"/>
              <a:t>2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식에 대입하여 입력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에 대한 전체 출력 수식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및 </a:t>
            </a:r>
            <a:r>
              <a:rPr lang="en-US" altLang="ko-KR" dirty="0"/>
              <a:t>3</a:t>
            </a:r>
            <a:r>
              <a:rPr lang="ko-KR" altLang="en-US" dirty="0" err="1"/>
              <a:t>차항에</a:t>
            </a:r>
            <a:r>
              <a:rPr lang="ko-KR" altLang="en-US" dirty="0"/>
              <a:t> 대하여 정리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</a:t>
            </a:r>
            <a:r>
              <a:rPr lang="en-US" altLang="ko-KR" baseline="-25000" dirty="0"/>
              <a:t>IP3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85650-1684-43F3-98AB-264201B9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FC073CD-ADA8-4F9D-8AC9-F7C18B20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32" y="1865832"/>
            <a:ext cx="8122936" cy="86868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2F986E4-8FA7-4D3A-A799-60844602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58" y="3509986"/>
            <a:ext cx="6138684" cy="381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884E8C6-5D9C-43A4-B887-E0421D20E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04" y="5027642"/>
            <a:ext cx="4337312" cy="8260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A4700B-53DD-40B3-A3D9-61C9DA7CA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798" y="5064928"/>
            <a:ext cx="2106172" cy="826010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95AF621-D55D-45A4-9E7F-4C76D522DFF3}"/>
              </a:ext>
            </a:extLst>
          </p:cNvPr>
          <p:cNvCxnSpPr/>
          <p:nvPr/>
        </p:nvCxnSpPr>
        <p:spPr>
          <a:xfrm>
            <a:off x="3945835" y="5477933"/>
            <a:ext cx="40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4996F14-D99A-A839-FEBA-4ED17851D693}"/>
              </a:ext>
            </a:extLst>
          </p:cNvPr>
          <p:cNvGrpSpPr/>
          <p:nvPr/>
        </p:nvGrpSpPr>
        <p:grpSpPr>
          <a:xfrm>
            <a:off x="9349264" y="2686176"/>
            <a:ext cx="1929960" cy="1554840"/>
            <a:chOff x="9349264" y="2686176"/>
            <a:chExt cx="1929960" cy="15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9CA14FD-6F2D-389B-1044-8F18441C7BDF}"/>
                    </a:ext>
                  </a:extLst>
                </p14:cNvPr>
                <p14:cNvContentPartPr/>
                <p14:nvPr/>
              </p14:nvContentPartPr>
              <p14:xfrm>
                <a:off x="9349264" y="3146616"/>
                <a:ext cx="198720" cy="2858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9CA14FD-6F2D-389B-1044-8F18441C7B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13624" y="3110616"/>
                  <a:ext cx="2703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1858CD0-2F95-F37F-D961-93253C4BEA9F}"/>
                    </a:ext>
                  </a:extLst>
                </p14:cNvPr>
                <p14:cNvContentPartPr/>
                <p14:nvPr/>
              </p14:nvContentPartPr>
              <p14:xfrm>
                <a:off x="9470584" y="3250296"/>
                <a:ext cx="208080" cy="329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1858CD0-2F95-F37F-D961-93253C4BEA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34944" y="3214656"/>
                  <a:ext cx="279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657078D-DED3-F0DA-7797-0C3E37F12666}"/>
                    </a:ext>
                  </a:extLst>
                </p14:cNvPr>
                <p14:cNvContentPartPr/>
                <p14:nvPr/>
              </p14:nvContentPartPr>
              <p14:xfrm>
                <a:off x="9775864" y="3640176"/>
                <a:ext cx="231480" cy="150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657078D-DED3-F0DA-7797-0C3E37F126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40224" y="3604536"/>
                  <a:ext cx="3031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B43ABC6-1DAE-F0D8-053F-1FBC682D8C73}"/>
                    </a:ext>
                  </a:extLst>
                </p14:cNvPr>
                <p14:cNvContentPartPr/>
                <p14:nvPr/>
              </p14:nvContentPartPr>
              <p14:xfrm>
                <a:off x="9776224" y="3617496"/>
                <a:ext cx="19440" cy="2358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B43ABC6-1DAE-F0D8-053F-1FBC682D8C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40584" y="3581496"/>
                  <a:ext cx="91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1F47605-95C7-CA8B-C18F-ACB3B8D80B42}"/>
                    </a:ext>
                  </a:extLst>
                </p14:cNvPr>
                <p14:cNvContentPartPr/>
                <p14:nvPr/>
              </p14:nvContentPartPr>
              <p14:xfrm>
                <a:off x="9840304" y="3652056"/>
                <a:ext cx="271800" cy="588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1F47605-95C7-CA8B-C18F-ACB3B8D80B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04304" y="3616416"/>
                  <a:ext cx="3434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D9BDB68-4901-92C9-970A-540AFC06B6BD}"/>
                    </a:ext>
                  </a:extLst>
                </p14:cNvPr>
                <p14:cNvContentPartPr/>
                <p14:nvPr/>
              </p14:nvContentPartPr>
              <p14:xfrm>
                <a:off x="10041184" y="3166056"/>
                <a:ext cx="99000" cy="1969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D9BDB68-4901-92C9-970A-540AFC06B6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05544" y="3130416"/>
                  <a:ext cx="170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5D3A7E2-C5CC-6DAB-DD63-D14A65F06875}"/>
                    </a:ext>
                  </a:extLst>
                </p14:cNvPr>
                <p14:cNvContentPartPr/>
                <p14:nvPr/>
              </p14:nvContentPartPr>
              <p14:xfrm>
                <a:off x="10109224" y="3246336"/>
                <a:ext cx="78840" cy="1054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5D3A7E2-C5CC-6DAB-DD63-D14A65F068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73224" y="3210336"/>
                  <a:ext cx="150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CE72599-8DEC-200F-3849-61D843301BE7}"/>
                    </a:ext>
                  </a:extLst>
                </p14:cNvPr>
                <p14:cNvContentPartPr/>
                <p14:nvPr/>
              </p14:nvContentPartPr>
              <p14:xfrm>
                <a:off x="10210024" y="3344976"/>
                <a:ext cx="360" cy="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CE72599-8DEC-200F-3849-61D843301B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74384" y="330897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6A9CDD1-66EB-E8B1-25FC-1C2A3F9095D8}"/>
                    </a:ext>
                  </a:extLst>
                </p14:cNvPr>
                <p14:cNvContentPartPr/>
                <p14:nvPr/>
              </p14:nvContentPartPr>
              <p14:xfrm>
                <a:off x="10187704" y="3225816"/>
                <a:ext cx="67680" cy="136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6A9CDD1-66EB-E8B1-25FC-1C2A3F9095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51704" y="3189816"/>
                  <a:ext cx="139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B244F04-7284-57A6-F54C-BCAFD4E370B1}"/>
                    </a:ext>
                  </a:extLst>
                </p14:cNvPr>
                <p14:cNvContentPartPr/>
                <p14:nvPr/>
              </p14:nvContentPartPr>
              <p14:xfrm>
                <a:off x="10298584" y="3058056"/>
                <a:ext cx="61200" cy="1710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B244F04-7284-57A6-F54C-BCAFD4E370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62584" y="3022416"/>
                  <a:ext cx="132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130B667-E266-6C74-A7C0-91AE1F4113E1}"/>
                    </a:ext>
                  </a:extLst>
                </p14:cNvPr>
                <p14:cNvContentPartPr/>
                <p14:nvPr/>
              </p14:nvContentPartPr>
              <p14:xfrm>
                <a:off x="10256104" y="3388536"/>
                <a:ext cx="99360" cy="604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130B667-E266-6C74-A7C0-91AE1F4113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20464" y="3352536"/>
                  <a:ext cx="171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65B32E1-A168-84F6-1E13-355FF49E1238}"/>
                    </a:ext>
                  </a:extLst>
                </p14:cNvPr>
                <p14:cNvContentPartPr/>
                <p14:nvPr/>
              </p14:nvContentPartPr>
              <p14:xfrm>
                <a:off x="10490104" y="3160656"/>
                <a:ext cx="120240" cy="1350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65B32E1-A168-84F6-1E13-355FF49E12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54464" y="3125016"/>
                  <a:ext cx="191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E894394-8E9D-E456-7FEE-A16F210C0A35}"/>
                    </a:ext>
                  </a:extLst>
                </p14:cNvPr>
                <p14:cNvContentPartPr/>
                <p14:nvPr/>
              </p14:nvContentPartPr>
              <p14:xfrm>
                <a:off x="10713304" y="2686176"/>
                <a:ext cx="272880" cy="3150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E894394-8E9D-E456-7FEE-A16F210C0A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77664" y="2650176"/>
                  <a:ext cx="344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959EA00-2AD0-D347-E82C-D97E28827DE5}"/>
                    </a:ext>
                  </a:extLst>
                </p14:cNvPr>
                <p14:cNvContentPartPr/>
                <p14:nvPr/>
              </p14:nvContentPartPr>
              <p14:xfrm>
                <a:off x="10973224" y="3368376"/>
                <a:ext cx="186840" cy="3052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959EA00-2AD0-D347-E82C-D97E28827D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37584" y="3332736"/>
                  <a:ext cx="2584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E9714EB-4D30-C543-DCD5-07DDEB4237B9}"/>
                    </a:ext>
                  </a:extLst>
                </p14:cNvPr>
                <p14:cNvContentPartPr/>
                <p14:nvPr/>
              </p14:nvContentPartPr>
              <p14:xfrm>
                <a:off x="10962784" y="3527496"/>
                <a:ext cx="316440" cy="2394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E9714EB-4D30-C543-DCD5-07DDEB4237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26784" y="3491856"/>
                  <a:ext cx="388080" cy="31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0290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71CAB-0C5A-4A7D-9C27-0CD63155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FB8D6-4C05-485E-8D23-FB5AF29F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341408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전체 시스템의 </a:t>
            </a:r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상호변조</a:t>
            </a:r>
            <a:r>
              <a:rPr lang="ko-KR" altLang="en-US" dirty="0"/>
              <a:t> 왜곡을 완전히 상쇄시켜 총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ko-KR" altLang="en-US" dirty="0"/>
              <a:t>를 무한대로 만드는 것이 물리적으로 가능한가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 err="1"/>
              <a:t>차동</a:t>
            </a:r>
            <a:r>
              <a:rPr lang="ko-KR" altLang="en-US" dirty="0"/>
              <a:t> 회로 환경을 가정</a:t>
            </a:r>
            <a:r>
              <a:rPr lang="en-US" altLang="ko-KR" dirty="0"/>
              <a:t>: </a:t>
            </a:r>
            <a:r>
              <a:rPr lang="el-GR" altLang="ko-KR" dirty="0"/>
              <a:t>α</a:t>
            </a:r>
            <a:r>
              <a:rPr lang="en-US" altLang="ko-KR" baseline="-25000" dirty="0"/>
              <a:t>2</a:t>
            </a:r>
            <a:r>
              <a:rPr lang="en-US" altLang="ko-KR" dirty="0"/>
              <a:t> = 0, </a:t>
            </a:r>
            <a:r>
              <a:rPr lang="el-GR" altLang="ko-KR" dirty="0"/>
              <a:t>β</a:t>
            </a:r>
            <a:r>
              <a:rPr lang="en-US" altLang="ko-KR" baseline="-25000" dirty="0"/>
              <a:t>2</a:t>
            </a:r>
            <a:r>
              <a:rPr lang="en-US" altLang="ko-KR" dirty="0"/>
              <a:t> = 0</a:t>
            </a:r>
          </a:p>
          <a:p>
            <a:pPr lvl="1"/>
            <a:r>
              <a:rPr lang="ko-KR" altLang="en-US" dirty="0"/>
              <a:t>무한대가 되기 위한 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일반적인 능동 </a:t>
            </a:r>
            <a:r>
              <a:rPr lang="ko-KR" altLang="en-US" dirty="0" err="1"/>
              <a:t>증폭단</a:t>
            </a:r>
            <a:r>
              <a:rPr lang="en-US" altLang="ko-KR" dirty="0"/>
              <a:t>(Stage 1, Stage 2)</a:t>
            </a:r>
            <a:r>
              <a:rPr lang="ko-KR" altLang="en-US" dirty="0"/>
              <a:t>은 입력 전압이 커짐에 따라 전류가 포화되는 압축</a:t>
            </a:r>
            <a:r>
              <a:rPr lang="en-US" altLang="ko-KR" dirty="0"/>
              <a:t>(Compressive) </a:t>
            </a:r>
            <a:r>
              <a:rPr lang="ko-KR" altLang="en-US" dirty="0"/>
              <a:t>특성을 지님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D0801-3F5C-4194-96C7-EB3A63F8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B32A76-81F2-4FC7-8DE8-EA3D614C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926" y="464364"/>
            <a:ext cx="4337312" cy="826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DEF9DC-7183-4E80-AFAB-736C270C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724" y="3866122"/>
            <a:ext cx="4352552" cy="6766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32E227-470D-410A-91E8-FE1A78E6E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142" y="5477933"/>
            <a:ext cx="2740158" cy="640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6D92EE-6F8D-411E-AA78-733F9A0B321A}"/>
              </a:ext>
            </a:extLst>
          </p:cNvPr>
          <p:cNvSpPr txBox="1"/>
          <p:nvPr/>
        </p:nvSpPr>
        <p:spPr>
          <a:xfrm>
            <a:off x="5266415" y="5489886"/>
            <a:ext cx="3344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양변이 같아지는 것이 불가능함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무한대가 될 수 없음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760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1EF0E-DD91-417A-98B1-EF393BF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980F8-A6EE-441A-B963-FF21C57E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dirty="0"/>
              <a:t>A</a:t>
            </a:r>
            <a:r>
              <a:rPr lang="en-US" altLang="ko-KR" baseline="-25000" dirty="0"/>
              <a:t>IIP3</a:t>
            </a:r>
            <a:r>
              <a:rPr lang="en-US" altLang="ko-KR" dirty="0"/>
              <a:t> </a:t>
            </a:r>
            <a:r>
              <a:rPr lang="ko-KR" altLang="en-US" dirty="0"/>
              <a:t>공식을 역수의 제곱 형태로 정리하여 각 단의 개별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성분과 매칭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물리적 의미</a:t>
            </a:r>
            <a:endParaRPr lang="en-US" altLang="ko-KR" dirty="0"/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단 자체의 왜곡 </a:t>
            </a:r>
            <a:br>
              <a:rPr lang="en-US" altLang="ko-KR" dirty="0"/>
            </a:br>
            <a:r>
              <a:rPr lang="en-US" altLang="ko-KR" dirty="0"/>
              <a:t>+ 1</a:t>
            </a:r>
            <a:r>
              <a:rPr lang="ko-KR" altLang="en-US" dirty="0"/>
              <a:t>단의 </a:t>
            </a:r>
            <a:r>
              <a:rPr lang="en-US" altLang="ko-KR" dirty="0"/>
              <a:t>2</a:t>
            </a:r>
            <a:r>
              <a:rPr lang="ko-KR" altLang="en-US" dirty="0"/>
              <a:t>차 왜곡과 </a:t>
            </a:r>
            <a:r>
              <a:rPr lang="en-US" altLang="ko-KR" dirty="0"/>
              <a:t>2</a:t>
            </a:r>
            <a:r>
              <a:rPr lang="ko-KR" altLang="en-US" dirty="0"/>
              <a:t>단의 </a:t>
            </a:r>
            <a:r>
              <a:rPr lang="en-US" altLang="ko-KR" dirty="0"/>
              <a:t>2</a:t>
            </a:r>
            <a:r>
              <a:rPr lang="ko-KR" altLang="en-US" dirty="0"/>
              <a:t>차 왜곡이 결합하여 생성되는 교차 </a:t>
            </a:r>
            <a:r>
              <a:rPr lang="en-US" altLang="ko-KR" dirty="0"/>
              <a:t>IM </a:t>
            </a:r>
            <a:r>
              <a:rPr lang="ko-KR" altLang="en-US" dirty="0"/>
              <a:t>성분</a:t>
            </a:r>
            <a:br>
              <a:rPr lang="en-US" altLang="ko-KR" dirty="0"/>
            </a:br>
            <a:r>
              <a:rPr lang="en-US" altLang="ko-KR" dirty="0"/>
              <a:t>+ 2</a:t>
            </a:r>
            <a:r>
              <a:rPr lang="ko-KR" altLang="en-US" dirty="0"/>
              <a:t>단의 자체 왜곡이 </a:t>
            </a:r>
            <a:r>
              <a:rPr lang="en-US" altLang="ko-KR" dirty="0"/>
              <a:t>1</a:t>
            </a:r>
            <a:r>
              <a:rPr lang="ko-KR" altLang="en-US" dirty="0"/>
              <a:t>단 이득 제곱만큼 증폭되어 입력으로 환산된 왜곡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7B8E7-7682-4D41-9122-F47F9786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5D4862-C483-488C-A509-EAA98220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17" y="1943133"/>
            <a:ext cx="4157480" cy="2325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CD23DD-2AC9-4209-A573-6C446BA4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405" y="2986613"/>
            <a:ext cx="3877064" cy="64313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877576-807F-4531-B9C0-C5950EBD7D43}"/>
              </a:ext>
            </a:extLst>
          </p:cNvPr>
          <p:cNvCxnSpPr/>
          <p:nvPr/>
        </p:nvCxnSpPr>
        <p:spPr>
          <a:xfrm flipH="1">
            <a:off x="5878596" y="3470402"/>
            <a:ext cx="432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999369-E6EA-43F6-B78C-B6B68F436AD8}"/>
              </a:ext>
            </a:extLst>
          </p:cNvPr>
          <p:cNvSpPr txBox="1"/>
          <p:nvPr/>
        </p:nvSpPr>
        <p:spPr>
          <a:xfrm>
            <a:off x="7296263" y="3665210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개별단의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ko-KR" altLang="en-US" dirty="0"/>
              <a:t>식 적용</a:t>
            </a:r>
          </a:p>
        </p:txBody>
      </p:sp>
    </p:spTree>
    <p:extLst>
      <p:ext uri="{BB962C8B-B14F-4D97-AF65-F5344CB8AC3E}">
        <p14:creationId xmlns:p14="http://schemas.microsoft.com/office/powerpoint/2010/main" val="2025833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3482F-7FE8-4C61-944E-BB974D01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575682-FC07-45E3-A34B-7C298554C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2</a:t>
            </a:r>
            <a:r>
              <a:rPr lang="ko-KR" altLang="en-US" dirty="0"/>
              <a:t>단 종속 시스템에서의 </a:t>
            </a:r>
            <a:r>
              <a:rPr lang="en-US" altLang="ko-KR" dirty="0"/>
              <a:t>IM </a:t>
            </a:r>
            <a:r>
              <a:rPr lang="ko-KR" altLang="en-US" dirty="0"/>
              <a:t>성분</a:t>
            </a:r>
            <a:endParaRPr lang="en-US" altLang="ko-KR" dirty="0"/>
          </a:p>
          <a:p>
            <a:pPr lvl="2"/>
            <a:r>
              <a:rPr lang="ko-KR" altLang="en-US" dirty="0"/>
              <a:t>입력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= </a:t>
            </a:r>
            <a:r>
              <a:rPr lang="en-US" altLang="ko-KR" i="1" dirty="0"/>
              <a:t>A</a:t>
            </a:r>
            <a:r>
              <a:rPr lang="en-US" altLang="ko-KR" dirty="0"/>
              <a:t>cosω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 + </a:t>
            </a:r>
            <a:r>
              <a:rPr lang="en-US" altLang="ko-KR" i="1" dirty="0"/>
              <a:t>A</a:t>
            </a:r>
            <a:r>
              <a:rPr lang="en-US" altLang="ko-KR" dirty="0"/>
              <a:t>cosω</a:t>
            </a:r>
            <a:r>
              <a:rPr lang="en-US" altLang="ko-KR" baseline="-25000" dirty="0"/>
              <a:t>2</a:t>
            </a:r>
            <a:r>
              <a:rPr lang="en-US" altLang="ko-KR" i="1" dirty="0"/>
              <a:t>t</a:t>
            </a:r>
            <a:endParaRPr lang="ko-KR" altLang="en-US" i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A4D79-5216-4282-8D32-38708A69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46DA39-3443-48C5-907C-50E1B44E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9" y="2087837"/>
            <a:ext cx="6190429" cy="43092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3F6B1B-F9E3-4941-8C35-02344F0D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31" y="4764089"/>
            <a:ext cx="5086361" cy="111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55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A5B6B-8E19-4C50-A8FD-ED2105B0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08ADE-926E-49F5-8649-CB37CA5BA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차 비선형 계수 제거 조건</a:t>
            </a:r>
            <a:endParaRPr lang="en-US" altLang="ko-KR" dirty="0"/>
          </a:p>
          <a:p>
            <a:pPr lvl="1"/>
            <a:r>
              <a:rPr lang="ko-KR" altLang="en-US" dirty="0"/>
              <a:t>회로가 완전 </a:t>
            </a:r>
            <a:r>
              <a:rPr lang="ko-KR" altLang="en-US" dirty="0" err="1"/>
              <a:t>차동</a:t>
            </a:r>
            <a:r>
              <a:rPr lang="en-US" altLang="ko-KR" dirty="0"/>
              <a:t>(Fully Differential) </a:t>
            </a:r>
            <a:r>
              <a:rPr lang="ko-KR" altLang="en-US" dirty="0"/>
              <a:t>구조이거나 기함수 대칭성을 가지면 </a:t>
            </a:r>
            <a:r>
              <a:rPr lang="ko-KR" altLang="en-US" dirty="0" err="1"/>
              <a:t>짝수차</a:t>
            </a:r>
            <a:r>
              <a:rPr lang="ko-KR" altLang="en-US" dirty="0"/>
              <a:t> 왜곡 계수 </a:t>
            </a:r>
            <a:r>
              <a:rPr lang="el-GR" altLang="ko-KR" dirty="0"/>
              <a:t>α</a:t>
            </a:r>
            <a:r>
              <a:rPr lang="en-US" altLang="ko-KR" baseline="-25000" dirty="0"/>
              <a:t>2</a:t>
            </a:r>
            <a:r>
              <a:rPr lang="en-US" altLang="ko-KR" dirty="0"/>
              <a:t> = </a:t>
            </a:r>
            <a:r>
              <a:rPr lang="el-GR" altLang="ko-KR" dirty="0"/>
              <a:t>β</a:t>
            </a:r>
            <a:r>
              <a:rPr lang="en-US" altLang="ko-KR" baseline="-25000" dirty="0"/>
              <a:t>2</a:t>
            </a:r>
            <a:r>
              <a:rPr lang="en-US" altLang="ko-KR" dirty="0"/>
              <a:t> = 0</a:t>
            </a:r>
            <a:r>
              <a:rPr lang="ko-KR" altLang="en-US" dirty="0"/>
              <a:t>이 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실무 전력 단위 </a:t>
            </a:r>
            <a:r>
              <a:rPr lang="en-US" altLang="ko-KR" dirty="0"/>
              <a:t>(dBm)</a:t>
            </a:r>
            <a:r>
              <a:rPr lang="ko-KR" altLang="en-US" dirty="0"/>
              <a:t>로의 공식 변환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개 이상의 단이 있을 경우</a:t>
            </a:r>
            <a:r>
              <a:rPr lang="en-US" altLang="ko-KR" dirty="0"/>
              <a:t>,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02ECB-B1A5-4D49-AB96-497F541F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42092A-44F6-4435-A782-55B1CA1C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36" y="2568004"/>
            <a:ext cx="3474728" cy="7802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4BA401-F7E1-4443-9C20-31EBF5A91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357" y="4174181"/>
            <a:ext cx="3383286" cy="6644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EDACCF-C435-4683-B5E8-B4D76CE0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67" y="5451132"/>
            <a:ext cx="4639066" cy="7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59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7C1E9-3A3D-48F5-8BE4-814D11AB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705CE5-40CD-4A9E-9481-2937C50D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입력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가 </a:t>
            </a:r>
            <a:r>
              <a:rPr lang="en-US" altLang="ko-KR" dirty="0"/>
              <a:t>-10dBm</a:t>
            </a:r>
            <a:r>
              <a:rPr lang="ko-KR" altLang="en-US" dirty="0"/>
              <a:t>이고 이득이 </a:t>
            </a:r>
            <a:r>
              <a:rPr lang="en-US" altLang="ko-KR" dirty="0"/>
              <a:t>20dB</a:t>
            </a:r>
            <a:r>
              <a:rPr lang="ko-KR" altLang="en-US" dirty="0"/>
              <a:t>인 </a:t>
            </a:r>
            <a:r>
              <a:rPr lang="ko-KR" altLang="en-US" dirty="0" err="1"/>
              <a:t>저잡음</a:t>
            </a:r>
            <a:r>
              <a:rPr lang="ko-KR" altLang="en-US" dirty="0"/>
              <a:t> 증폭기 다음에 입력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가 </a:t>
            </a:r>
            <a:r>
              <a:rPr lang="en-US" altLang="ko-KR" dirty="0"/>
              <a:t>14dBm</a:t>
            </a:r>
            <a:r>
              <a:rPr lang="ko-KR" altLang="en-US" dirty="0"/>
              <a:t>인 믹서가 연결되어 있음</a:t>
            </a:r>
            <a:endParaRPr lang="en-US" altLang="ko-KR" dirty="0"/>
          </a:p>
          <a:p>
            <a:pPr lvl="1"/>
            <a:r>
              <a:rPr lang="ko-KR" altLang="en-US" dirty="0"/>
              <a:t>어떤 단계가 전체 직렬 연결의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를 더 많이 제한하는지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43BCB-F63D-4638-8741-FB1BE30F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B7D50B-86E8-49DF-9DC6-B08FD1488C6E}"/>
              </a:ext>
            </a:extLst>
          </p:cNvPr>
          <p:cNvCxnSpPr/>
          <p:nvPr/>
        </p:nvCxnSpPr>
        <p:spPr>
          <a:xfrm>
            <a:off x="4005470" y="3429000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A542C52D-93E4-4AB2-AD8D-C63DF9AFA0B9}"/>
              </a:ext>
            </a:extLst>
          </p:cNvPr>
          <p:cNvSpPr/>
          <p:nvPr/>
        </p:nvSpPr>
        <p:spPr>
          <a:xfrm rot="5400000">
            <a:off x="4457701" y="3071191"/>
            <a:ext cx="904461" cy="715617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5ED7B88-B53C-4218-BC71-06615708988B}"/>
              </a:ext>
            </a:extLst>
          </p:cNvPr>
          <p:cNvCxnSpPr/>
          <p:nvPr/>
        </p:nvCxnSpPr>
        <p:spPr>
          <a:xfrm>
            <a:off x="5267741" y="3429000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A88195-1AC3-42D2-8D0A-64ED9BE7B8F1}"/>
              </a:ext>
            </a:extLst>
          </p:cNvPr>
          <p:cNvCxnSpPr/>
          <p:nvPr/>
        </p:nvCxnSpPr>
        <p:spPr>
          <a:xfrm>
            <a:off x="6692351" y="3412433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가산 접합 15">
            <a:extLst>
              <a:ext uri="{FF2B5EF4-FFF2-40B4-BE49-F238E27FC236}">
                <a16:creationId xmlns:a16="http://schemas.microsoft.com/office/drawing/2014/main" id="{CA37F929-D4FD-4550-9F2A-7CFE61D26914}"/>
              </a:ext>
            </a:extLst>
          </p:cNvPr>
          <p:cNvSpPr/>
          <p:nvPr/>
        </p:nvSpPr>
        <p:spPr>
          <a:xfrm>
            <a:off x="5814393" y="2960207"/>
            <a:ext cx="877957" cy="904452"/>
          </a:xfrm>
          <a:prstGeom prst="flowChartSummingJunction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AAB6C-6C16-46FA-98A9-F3A7AD232795}"/>
              </a:ext>
            </a:extLst>
          </p:cNvPr>
          <p:cNvSpPr txBox="1"/>
          <p:nvPr/>
        </p:nvSpPr>
        <p:spPr>
          <a:xfrm>
            <a:off x="3745383" y="3906655"/>
            <a:ext cx="1641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en-US" altLang="ko-KR" baseline="-25000" dirty="0"/>
              <a:t>IP3,1</a:t>
            </a:r>
            <a:r>
              <a:rPr lang="en-US" altLang="ko-KR" dirty="0"/>
              <a:t> = -10 dBm</a:t>
            </a:r>
          </a:p>
          <a:p>
            <a:r>
              <a:rPr lang="el-GR" altLang="ko-KR" dirty="0"/>
              <a:t>α</a:t>
            </a:r>
            <a:r>
              <a:rPr lang="en-US" altLang="ko-KR" baseline="-25000" dirty="0"/>
              <a:t>1</a:t>
            </a:r>
            <a:r>
              <a:rPr lang="en-US" altLang="ko-KR" dirty="0"/>
              <a:t> = 20 dB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E8A00-35CE-4207-84DB-B4950310FB88}"/>
              </a:ext>
            </a:extLst>
          </p:cNvPr>
          <p:cNvSpPr txBox="1"/>
          <p:nvPr/>
        </p:nvSpPr>
        <p:spPr>
          <a:xfrm>
            <a:off x="5710208" y="399132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en-US" altLang="ko-KR" baseline="-25000" dirty="0"/>
              <a:t>IP3,2</a:t>
            </a:r>
            <a:r>
              <a:rPr lang="en-US" altLang="ko-KR" dirty="0"/>
              <a:t> = 14 dBm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5DFE7F5-AB89-4A98-8FD5-FDEF2CF5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73" y="5175298"/>
            <a:ext cx="3474728" cy="78029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06992A8-E88A-40BB-B65D-26D86E90B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392" y="5077762"/>
            <a:ext cx="2197612" cy="975362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52364BE-0BDF-4690-881D-E0CF4EF3CDF5}"/>
              </a:ext>
            </a:extLst>
          </p:cNvPr>
          <p:cNvCxnSpPr/>
          <p:nvPr/>
        </p:nvCxnSpPr>
        <p:spPr>
          <a:xfrm>
            <a:off x="4429535" y="5565443"/>
            <a:ext cx="457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430C84-C285-429C-B5B0-5895C203273C}"/>
              </a:ext>
            </a:extLst>
          </p:cNvPr>
          <p:cNvSpPr txBox="1"/>
          <p:nvPr/>
        </p:nvSpPr>
        <p:spPr>
          <a:xfrm>
            <a:off x="7393660" y="5297160"/>
            <a:ext cx="424844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2단 </a:t>
            </a:r>
            <a:r>
              <a:rPr lang="en-US" altLang="ko-KR" dirty="0"/>
              <a:t>I</a:t>
            </a:r>
            <a:r>
              <a:rPr lang="ko-KR" altLang="en-US" dirty="0"/>
              <a:t>P</a:t>
            </a:r>
            <a:r>
              <a:rPr lang="ko-KR" altLang="en-US" baseline="-25000" dirty="0"/>
              <a:t>3</a:t>
            </a:r>
            <a:r>
              <a:rPr lang="ko-KR" altLang="en-US" dirty="0"/>
              <a:t>가 1단의 IP</a:t>
            </a:r>
            <a:r>
              <a:rPr lang="ko-KR" altLang="en-US" baseline="-25000" dirty="0"/>
              <a:t>3</a:t>
            </a:r>
            <a:r>
              <a:rPr lang="ko-KR" altLang="en-US" dirty="0"/>
              <a:t>보다 낮음 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전체 IP</a:t>
            </a:r>
            <a:r>
              <a:rPr lang="ko-KR" altLang="en-US" baseline="-25000" dirty="0"/>
              <a:t>3</a:t>
            </a:r>
            <a:r>
              <a:rPr lang="ko-KR" altLang="en-US" dirty="0"/>
              <a:t>는 2단에 의해 더 크게 제한됨</a:t>
            </a:r>
          </a:p>
        </p:txBody>
      </p:sp>
    </p:spTree>
    <p:extLst>
      <p:ext uri="{BB962C8B-B14F-4D97-AF65-F5344CB8AC3E}">
        <p14:creationId xmlns:p14="http://schemas.microsoft.com/office/powerpoint/2010/main" val="1335767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73F72-D541-4B1A-96CD-CD851BC6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2.2.6 AM/PM Conversion (</a:t>
            </a:r>
            <a:r>
              <a:rPr lang="ko-KR" altLang="en-US" dirty="0"/>
              <a:t>진폭</a:t>
            </a:r>
            <a:r>
              <a:rPr lang="en-US" altLang="ko-KR" dirty="0"/>
              <a:t>-</a:t>
            </a:r>
            <a:r>
              <a:rPr lang="ko-KR" altLang="en-US" dirty="0"/>
              <a:t>위상 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BFB73-3AF8-4F95-883B-485670A59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AM/PM Conversion (APC)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RF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회로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특히 전력 증폭기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, PA)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에서 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입력 신호의 진폭 변동</a:t>
            </a:r>
            <a:r>
              <a:rPr lang="en-US" altLang="ko-KR" i="0" dirty="0">
                <a:solidFill>
                  <a:srgbClr val="303030"/>
                </a:solidFill>
                <a:effectLst/>
                <a:latin typeface="Google Sans Text"/>
              </a:rPr>
              <a:t>(AM)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이 출력 신호의 위상 편차</a:t>
            </a:r>
            <a:r>
              <a:rPr lang="en-US" altLang="ko-KR" i="0" dirty="0">
                <a:solidFill>
                  <a:srgbClr val="303030"/>
                </a:solidFill>
                <a:effectLst/>
                <a:latin typeface="Google Sans Text"/>
              </a:rPr>
              <a:t>(PM)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로 전이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되는 비선형 현상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수학적 표현</a:t>
            </a:r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2"/>
            <a:r>
              <a:rPr lang="el-GR" altLang="ko-KR" dirty="0"/>
              <a:t>φ</a:t>
            </a:r>
            <a:r>
              <a:rPr lang="en-US" altLang="ko-KR" dirty="0"/>
              <a:t>(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dirty="0"/>
              <a:t>)</a:t>
            </a:r>
            <a:r>
              <a:rPr lang="ko-KR" altLang="en-US" dirty="0"/>
              <a:t>은 입력 진폭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에 의존하는 위상 편차</a:t>
            </a:r>
            <a:r>
              <a:rPr lang="en-US" altLang="ko-KR" dirty="0"/>
              <a:t>(Amplitude-Dependent Phase Shift)</a:t>
            </a:r>
            <a:r>
              <a:rPr lang="ko-KR" altLang="en-US" dirty="0"/>
              <a:t>를 나타냄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AM/PM </a:t>
            </a:r>
            <a:r>
              <a:rPr lang="ko-KR" altLang="en-US" dirty="0"/>
              <a:t>변환의 발생 원인</a:t>
            </a:r>
            <a:endParaRPr lang="en-US" altLang="ko-KR" dirty="0"/>
          </a:p>
          <a:p>
            <a:pPr lvl="1"/>
            <a:r>
              <a:rPr lang="ko-KR" altLang="en-US" dirty="0"/>
              <a:t>시스템이 동적</a:t>
            </a:r>
            <a:r>
              <a:rPr lang="en-US" altLang="ko-KR" dirty="0"/>
              <a:t>(Dynamic, </a:t>
            </a:r>
            <a:r>
              <a:rPr lang="ko-KR" altLang="en-US" dirty="0"/>
              <a:t>메모리</a:t>
            </a:r>
            <a:r>
              <a:rPr lang="en-US" altLang="ko-KR" dirty="0"/>
              <a:t>/</a:t>
            </a:r>
            <a:r>
              <a:rPr lang="ko-KR" altLang="en-US" dirty="0"/>
              <a:t>반응성 소자 </a:t>
            </a:r>
            <a:r>
              <a:rPr lang="en-US" altLang="ko-KR" i="1" dirty="0"/>
              <a:t>C</a:t>
            </a:r>
            <a:r>
              <a:rPr lang="en-US" altLang="ko-KR" dirty="0"/>
              <a:t>, </a:t>
            </a:r>
            <a:r>
              <a:rPr lang="en-US" altLang="ko-KR" i="1" dirty="0"/>
              <a:t>L</a:t>
            </a:r>
            <a:r>
              <a:rPr lang="en-US" altLang="ko-KR" dirty="0"/>
              <a:t> </a:t>
            </a:r>
            <a:r>
              <a:rPr lang="ko-KR" altLang="en-US" dirty="0"/>
              <a:t>존재</a:t>
            </a:r>
            <a:r>
              <a:rPr lang="en-US" altLang="ko-KR" dirty="0"/>
              <a:t>)</a:t>
            </a:r>
            <a:r>
              <a:rPr lang="ko-KR" altLang="en-US" dirty="0"/>
              <a:t>이면서 동시에 비선형성</a:t>
            </a:r>
            <a:r>
              <a:rPr lang="en-US" altLang="ko-KR" dirty="0"/>
              <a:t>(Nonlinear)</a:t>
            </a:r>
            <a:r>
              <a:rPr lang="ko-KR" altLang="en-US" dirty="0"/>
              <a:t>을 가질 때만 </a:t>
            </a:r>
            <a:r>
              <a:rPr lang="en-US" altLang="ko-KR" dirty="0"/>
              <a:t>AM/PM </a:t>
            </a:r>
            <a:r>
              <a:rPr lang="ko-KR" altLang="en-US" dirty="0"/>
              <a:t>변환이 유발됨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9BD26-980D-418A-9D42-7C0805DB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2B65AE-9DCF-491A-B577-0F60C4A3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74" y="3079143"/>
            <a:ext cx="2069596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D610031-3357-4BF5-879B-6F75700F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430" y="3108960"/>
            <a:ext cx="3252222" cy="32004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27F6380-31B2-497E-BE0A-5324403B0A4F}"/>
              </a:ext>
            </a:extLst>
          </p:cNvPr>
          <p:cNvCxnSpPr/>
          <p:nvPr/>
        </p:nvCxnSpPr>
        <p:spPr>
          <a:xfrm>
            <a:off x="4303643" y="3239163"/>
            <a:ext cx="546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760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17998-9935-4F3B-89E1-B0DB1EB7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CB067-96F5-4AED-824F-CC33C6267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5056F-7F00-4639-B90A-EF038EB2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3C60D3-2982-4258-A0C9-BB9F17A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867" y="1323110"/>
            <a:ext cx="5773277" cy="516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F174B-D8D9-4F53-BCF5-32A5A512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2.3.1 Noise as a Random Process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C6FB-242D-4EEC-B0CB-4AF778757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잡음</a:t>
            </a:r>
            <a:r>
              <a:rPr lang="en-US" altLang="ko-KR" dirty="0"/>
              <a:t>(Noise)</a:t>
            </a:r>
            <a:r>
              <a:rPr lang="ko-KR" altLang="en-US" dirty="0"/>
              <a:t>의 근본적 특성</a:t>
            </a:r>
            <a:r>
              <a:rPr lang="en-US" altLang="ko-KR" dirty="0"/>
              <a:t>: </a:t>
            </a:r>
            <a:r>
              <a:rPr lang="ko-KR" altLang="en-US" dirty="0"/>
              <a:t>무작위성 </a:t>
            </a:r>
            <a:r>
              <a:rPr lang="en-US" altLang="ko-KR" dirty="0"/>
              <a:t>(Randomness)</a:t>
            </a:r>
          </a:p>
          <a:p>
            <a:pPr lvl="1"/>
            <a:r>
              <a:rPr lang="ko-KR" altLang="en-US" dirty="0"/>
              <a:t>결정론적 신호</a:t>
            </a:r>
            <a:r>
              <a:rPr lang="en-US" altLang="ko-KR" dirty="0"/>
              <a:t>(Deterministic Signals)</a:t>
            </a:r>
            <a:r>
              <a:rPr lang="ko-KR" altLang="en-US" dirty="0"/>
              <a:t>와의 차이</a:t>
            </a:r>
            <a:endParaRPr lang="en-US" altLang="ko-KR" dirty="0"/>
          </a:p>
          <a:p>
            <a:pPr lvl="2"/>
            <a:r>
              <a:rPr lang="ko-KR" altLang="en-US" dirty="0"/>
              <a:t>일반적인 신호</a:t>
            </a:r>
            <a:r>
              <a:rPr lang="en-US" altLang="ko-KR" dirty="0"/>
              <a:t>(</a:t>
            </a:r>
            <a:r>
              <a:rPr lang="ko-KR" altLang="en-US" dirty="0" err="1"/>
              <a:t>정현파</a:t>
            </a:r>
            <a:r>
              <a:rPr lang="en-US" altLang="ko-KR" dirty="0"/>
              <a:t>, </a:t>
            </a:r>
            <a:r>
              <a:rPr lang="ko-KR" altLang="en-US" dirty="0" err="1"/>
              <a:t>방형파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는 특정 시각 </a:t>
            </a:r>
            <a:r>
              <a:rPr lang="en-US" altLang="ko-KR" i="1" dirty="0"/>
              <a:t>t</a:t>
            </a:r>
            <a:r>
              <a:rPr lang="ko-KR" altLang="en-US" dirty="0"/>
              <a:t>에서의 </a:t>
            </a:r>
            <a:r>
              <a:rPr lang="ko-KR" altLang="en-US" dirty="0" err="1"/>
              <a:t>순시값</a:t>
            </a:r>
            <a:r>
              <a:rPr lang="en-US" altLang="ko-KR" dirty="0"/>
              <a:t>(Instantaneous Value)</a:t>
            </a:r>
            <a:r>
              <a:rPr lang="ko-KR" altLang="en-US" dirty="0"/>
              <a:t>을 정확히 예측할 수 있음</a:t>
            </a:r>
            <a:endParaRPr lang="en-US" altLang="ko-KR" dirty="0"/>
          </a:p>
          <a:p>
            <a:pPr lvl="2"/>
            <a:r>
              <a:rPr lang="ko-KR" altLang="en-US" dirty="0"/>
              <a:t>잡음은 무작위적</a:t>
            </a:r>
            <a:r>
              <a:rPr lang="en-US" altLang="ko-KR" dirty="0"/>
              <a:t>(Random)</a:t>
            </a:r>
            <a:r>
              <a:rPr lang="ko-KR" altLang="en-US" dirty="0"/>
              <a:t>이므로 어느 순간의 순시 전압이나 </a:t>
            </a:r>
            <a:r>
              <a:rPr lang="ko-KR" altLang="en-US" dirty="0" err="1"/>
              <a:t>전류값을</a:t>
            </a:r>
            <a:r>
              <a:rPr lang="ko-KR" altLang="en-US" dirty="0"/>
              <a:t> 수학적으로 예측하는 것이 불가능함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직관적 접근의 필요성</a:t>
            </a:r>
            <a:endParaRPr lang="en-US" altLang="ko-KR" dirty="0"/>
          </a:p>
          <a:p>
            <a:pPr lvl="2"/>
            <a:r>
              <a:rPr lang="ko-KR" altLang="en-US" dirty="0"/>
              <a:t>하드웨어</a:t>
            </a:r>
            <a:r>
              <a:rPr lang="en-US" altLang="ko-KR" dirty="0"/>
              <a:t>/</a:t>
            </a:r>
            <a:r>
              <a:rPr lang="ko-KR" altLang="en-US" dirty="0"/>
              <a:t>회로 엔지니어에게 확률론적 무작위 개념은 다루기 까다로우므로</a:t>
            </a:r>
            <a:r>
              <a:rPr lang="en-US" altLang="ko-KR" dirty="0"/>
              <a:t>, </a:t>
            </a:r>
            <a:r>
              <a:rPr lang="ko-KR" altLang="en-US" dirty="0"/>
              <a:t>물리적</a:t>
            </a:r>
            <a:r>
              <a:rPr lang="en-US" altLang="ko-KR" dirty="0"/>
              <a:t>·</a:t>
            </a:r>
            <a:r>
              <a:rPr lang="ko-KR" altLang="en-US" dirty="0"/>
              <a:t>직관적 현상으로부터 정량적 특성을 도출함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5E243-0D20-4B82-89EF-9319F2B9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3999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4AFE0-179F-4469-A003-B69214A8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미시적 물리 현상과 온도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7B1E6-71A3-4634-B263-AB25EE87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저항 내 전자의 </a:t>
            </a:r>
            <a:r>
              <a:rPr lang="ko-KR" altLang="en-US" dirty="0" err="1"/>
              <a:t>열운동</a:t>
            </a:r>
            <a:r>
              <a:rPr lang="ko-KR" altLang="en-US" dirty="0"/>
              <a:t> </a:t>
            </a:r>
            <a:r>
              <a:rPr lang="en-US" altLang="ko-KR" dirty="0"/>
              <a:t>(Thermal Agitation) </a:t>
            </a:r>
          </a:p>
          <a:p>
            <a:pPr lvl="1"/>
            <a:r>
              <a:rPr lang="en-US" altLang="ko-KR" dirty="0"/>
              <a:t>DC </a:t>
            </a:r>
            <a:r>
              <a:rPr lang="ko-KR" altLang="en-US" dirty="0"/>
              <a:t>전압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ko-KR" altLang="en-US" dirty="0"/>
              <a:t>가 인가된 저항 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내부의 전자들</a:t>
            </a:r>
            <a:endParaRPr lang="en-US" altLang="ko-KR" dirty="0"/>
          </a:p>
          <a:p>
            <a:pPr lvl="2"/>
            <a:r>
              <a:rPr lang="ko-KR" altLang="en-US" dirty="0"/>
              <a:t>평균적으로는 양극</a:t>
            </a:r>
            <a:r>
              <a:rPr lang="en-US" altLang="ko-KR" dirty="0"/>
              <a:t>(+) </a:t>
            </a:r>
            <a:r>
              <a:rPr lang="ko-KR" altLang="en-US" dirty="0"/>
              <a:t>단자를 향해 이동하므로 평균 전류는 </a:t>
            </a:r>
            <a:r>
              <a:rPr lang="en-US" altLang="ko-KR" i="1" dirty="0" err="1"/>
              <a:t>I</a:t>
            </a:r>
            <a:r>
              <a:rPr lang="en-US" altLang="ko-KR" baseline="-25000" dirty="0" err="1"/>
              <a:t>avg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en-US" altLang="ko-KR" dirty="0"/>
              <a:t>/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로 일정함</a:t>
            </a:r>
            <a:endParaRPr lang="en-US" altLang="ko-KR" dirty="0"/>
          </a:p>
          <a:p>
            <a:pPr lvl="2"/>
            <a:r>
              <a:rPr lang="ko-KR" altLang="en-US" dirty="0"/>
              <a:t>주위 온도에 의해 개별 전자가 무작위 충돌 및 열적 요동을 겪음</a:t>
            </a:r>
            <a:endParaRPr lang="en-US" altLang="ko-KR" dirty="0"/>
          </a:p>
          <a:p>
            <a:pPr lvl="2"/>
            <a:r>
              <a:rPr lang="ko-KR" altLang="en-US" dirty="0"/>
              <a:t>그 결과 순시 전류 </a:t>
            </a:r>
            <a:r>
              <a:rPr lang="en-US" altLang="ko-KR" i="1" dirty="0" err="1"/>
              <a:t>i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en-US" altLang="ko-KR" dirty="0"/>
              <a:t>/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근처에서 </a:t>
            </a:r>
            <a:r>
              <a:rPr lang="ko-KR" altLang="en-US" dirty="0" err="1"/>
              <a:t>무작위하게</a:t>
            </a:r>
            <a:r>
              <a:rPr lang="ko-KR" altLang="en-US" dirty="0"/>
              <a:t> 요동치는 형태를 보임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온도 상승에 따른 요동 변화 </a:t>
            </a:r>
            <a:endParaRPr lang="en-US" altLang="ko-KR" dirty="0"/>
          </a:p>
          <a:p>
            <a:pPr lvl="2"/>
            <a:r>
              <a:rPr lang="ko-KR" altLang="en-US" dirty="0"/>
              <a:t>주위 온도가 높아질수록 전자의 열적 운동 에너지가 증가함</a:t>
            </a:r>
            <a:endParaRPr lang="en-US" altLang="ko-KR" dirty="0"/>
          </a:p>
          <a:p>
            <a:pPr lvl="2"/>
            <a:r>
              <a:rPr lang="ko-KR" altLang="en-US" dirty="0"/>
              <a:t>결과적으로 전류</a:t>
            </a:r>
            <a:r>
              <a:rPr lang="en-US" altLang="ko-KR" dirty="0"/>
              <a:t>/</a:t>
            </a:r>
            <a:r>
              <a:rPr lang="ko-KR" altLang="en-US" dirty="0"/>
              <a:t>전압 </a:t>
            </a:r>
            <a:r>
              <a:rPr lang="ko-KR" altLang="en-US" dirty="0" err="1"/>
              <a:t>순시값의</a:t>
            </a:r>
            <a:r>
              <a:rPr lang="ko-KR" altLang="en-US" dirty="0"/>
              <a:t> 무작위 요동 폭이 더 커짐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C90EDB-BCEC-4E31-A1A4-5F5AD6E3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59A033-1748-437C-8E62-7F448CA39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4386188"/>
            <a:ext cx="4712152" cy="23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91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505C7-42B6-4F9D-B713-51DBB5C7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잡음의 정량화</a:t>
            </a:r>
            <a:r>
              <a:rPr lang="en-US" altLang="ko-KR" dirty="0"/>
              <a:t>: </a:t>
            </a:r>
            <a:r>
              <a:rPr lang="ko-KR" altLang="en-US" dirty="0"/>
              <a:t>평균 전력 </a:t>
            </a:r>
            <a:r>
              <a:rPr lang="en-US" altLang="ko-KR" dirty="0"/>
              <a:t>(Average Power)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CEA6D-1C96-40AA-83E1-74CF4E64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예측 가능한 잡음의 속성</a:t>
            </a:r>
            <a:endParaRPr lang="en-US" altLang="ko-KR" dirty="0"/>
          </a:p>
          <a:p>
            <a:pPr lvl="1"/>
            <a:r>
              <a:rPr lang="ko-KR" altLang="en-US" dirty="0"/>
              <a:t>평균 전력 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n</a:t>
            </a:r>
            <a:r>
              <a:rPr lang="en-US" altLang="ko-KR" dirty="0"/>
              <a:t>)</a:t>
            </a:r>
            <a:r>
              <a:rPr lang="ko-KR" altLang="en-US" dirty="0" err="1"/>
              <a:t>순시값</a:t>
            </a:r>
            <a:r>
              <a:rPr lang="ko-KR" altLang="en-US" dirty="0"/>
              <a:t> </a:t>
            </a:r>
            <a:r>
              <a:rPr lang="en-US" altLang="ko-KR" i="1" dirty="0"/>
              <a:t>n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는 예측 불가능하지만</a:t>
            </a:r>
            <a:r>
              <a:rPr lang="en-US" altLang="ko-KR" dirty="0"/>
              <a:t>, </a:t>
            </a:r>
            <a:r>
              <a:rPr lang="ko-KR" altLang="en-US" dirty="0"/>
              <a:t>오랫동안 누적하여 평균을 낸 전력</a:t>
            </a:r>
            <a:r>
              <a:rPr lang="en-US" altLang="ko-KR" dirty="0"/>
              <a:t>(Average Power)</a:t>
            </a:r>
            <a:r>
              <a:rPr lang="ko-KR" altLang="en-US" dirty="0"/>
              <a:t>은 일정한 </a:t>
            </a:r>
            <a:r>
              <a:rPr lang="ko-KR" altLang="en-US" dirty="0" err="1"/>
              <a:t>상수값을</a:t>
            </a:r>
            <a:r>
              <a:rPr lang="ko-KR" altLang="en-US" dirty="0"/>
              <a:t> 가짐</a:t>
            </a:r>
            <a:endParaRPr lang="en-US" altLang="ko-KR" dirty="0"/>
          </a:p>
          <a:p>
            <a:pPr lvl="1"/>
            <a:r>
              <a:rPr lang="ko-KR" altLang="en-US" dirty="0"/>
              <a:t>일정 환경 온도 하에서 소자가 발생하는 잡음의 평균 전력은 상수로 일정하게 유지됨</a:t>
            </a:r>
            <a:endParaRPr lang="en-US" altLang="ko-KR" dirty="0"/>
          </a:p>
          <a:p>
            <a:r>
              <a:rPr lang="ko-KR" altLang="en-US" dirty="0"/>
              <a:t>잡음 평균 전력 수학적 </a:t>
            </a:r>
            <a:r>
              <a:rPr lang="ko-KR" altLang="en-US" dirty="0" err="1"/>
              <a:t>정의식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적분 시간 </a:t>
            </a:r>
            <a:r>
              <a:rPr lang="en-US" altLang="ko-KR" i="1" dirty="0"/>
              <a:t>T</a:t>
            </a:r>
            <a:r>
              <a:rPr lang="ko-KR" altLang="en-US" dirty="0"/>
              <a:t>는 잡음 신호에 포함된 최저 주파수 성분의 여러 주기를 포함할 수 있을 만큼 충분히 길어야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47CBE-F832-44E1-B192-B2683749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CC38C2-54ED-4B15-9521-EC18E4C5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5" y="3906827"/>
            <a:ext cx="2752350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05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E7777-F2A0-4482-A292-1FC42A42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2.3.2 Noise Spectrum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1CD3A-924D-403A-8215-290180D4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시간 도메인 관점의 한계</a:t>
            </a:r>
            <a:endParaRPr lang="en-US" altLang="ko-KR" dirty="0"/>
          </a:p>
          <a:p>
            <a:pPr lvl="1"/>
            <a:r>
              <a:rPr lang="ko-KR" altLang="en-US" dirty="0"/>
              <a:t>시간 영역에서의 평균 전력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잡음의 전체 에너지 크기만을 알려줄 뿐</a:t>
            </a:r>
            <a:r>
              <a:rPr lang="en-US" altLang="ko-KR" dirty="0"/>
              <a:t>, </a:t>
            </a:r>
            <a:r>
              <a:rPr lang="ko-KR" altLang="en-US" dirty="0"/>
              <a:t>잡음이 주파수별로 어떻게 분포하는지에 대한 정보를 제공하지 못함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따라서 잡음 신호가 어느 주파수 대역에 얼마만큼의 전력을 가지고 존재하는지 나타내는 주파수 도메인 해석</a:t>
            </a:r>
            <a:r>
              <a:rPr lang="en-US" altLang="ko-KR" dirty="0"/>
              <a:t>(PSD)</a:t>
            </a:r>
            <a:r>
              <a:rPr lang="ko-KR" altLang="en-US" dirty="0"/>
              <a:t>이 </a:t>
            </a:r>
            <a:r>
              <a:rPr lang="en-US" altLang="ko-KR" dirty="0"/>
              <a:t>RF </a:t>
            </a:r>
            <a:r>
              <a:rPr lang="ko-KR" altLang="en-US" dirty="0"/>
              <a:t>설계에서 훨씬 더 유용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D5D9B5-3071-4A26-9632-FDB60DE0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DBB525-5C6B-4EF0-998F-705E76FA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425" y="1654693"/>
            <a:ext cx="2752350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39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7ADF5-B411-47CF-A752-F69BFA7C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전력 스펙트럼 밀도 </a:t>
            </a:r>
            <a:r>
              <a:rPr lang="en-US" altLang="ko-KR" dirty="0"/>
              <a:t>(Power Spectral Density, PSD) </a:t>
            </a:r>
            <a:r>
              <a:rPr lang="ko-KR" altLang="en-US" dirty="0"/>
              <a:t>및 측정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2DC7C-A69B-4D82-91EB-D1CCBA373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1 Hz </a:t>
            </a:r>
            <a:r>
              <a:rPr lang="ko-KR" altLang="en-US" dirty="0"/>
              <a:t>대역폭 전력 측정</a:t>
            </a:r>
            <a:endParaRPr lang="en-US" altLang="ko-KR" dirty="0"/>
          </a:p>
          <a:p>
            <a:pPr lvl="1"/>
            <a:r>
              <a:rPr lang="ko-KR" altLang="en-US" dirty="0"/>
              <a:t>중심 주파수가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10 kHz</a:t>
            </a:r>
            <a:r>
              <a:rPr lang="ko-KR" altLang="en-US" dirty="0"/>
              <a:t>이고 대역폭이 </a:t>
            </a:r>
            <a:r>
              <a:rPr lang="en-US" altLang="ko-KR" dirty="0"/>
              <a:t>1 Hz</a:t>
            </a:r>
            <a:r>
              <a:rPr lang="ko-KR" altLang="en-US" dirty="0"/>
              <a:t>인 대역통과 필터</a:t>
            </a:r>
            <a:r>
              <a:rPr lang="en-US" altLang="ko-KR" dirty="0"/>
              <a:t>(BPF)</a:t>
            </a:r>
            <a:r>
              <a:rPr lang="ko-KR" altLang="en-US" dirty="0"/>
              <a:t>와 전력계</a:t>
            </a:r>
            <a:r>
              <a:rPr lang="en-US" altLang="ko-KR" dirty="0"/>
              <a:t>(Power Meter)</a:t>
            </a:r>
            <a:r>
              <a:rPr lang="ko-KR" altLang="en-US" dirty="0"/>
              <a:t>를 연결하여 </a:t>
            </a:r>
            <a:r>
              <a:rPr lang="en-US" altLang="ko-KR" dirty="0"/>
              <a:t>10 kHz </a:t>
            </a:r>
            <a:r>
              <a:rPr lang="ko-KR" altLang="en-US" dirty="0"/>
              <a:t>부근 </a:t>
            </a:r>
            <a:r>
              <a:rPr lang="en-US" altLang="ko-KR" dirty="0"/>
              <a:t>1 Hz </a:t>
            </a:r>
            <a:r>
              <a:rPr lang="ko-KR" altLang="en-US" dirty="0"/>
              <a:t>대역 내의 평균 전력 </a:t>
            </a:r>
            <a:r>
              <a:rPr lang="en-US" altLang="ko-KR" i="1" dirty="0"/>
              <a:t>P</a:t>
            </a:r>
            <a:r>
              <a:rPr lang="en-US" altLang="ko-KR" baseline="-25000" dirty="0"/>
              <a:t>0</a:t>
            </a:r>
            <a:r>
              <a:rPr lang="ko-KR" altLang="en-US" dirty="0"/>
              <a:t>를 측정함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770C9-6867-486E-BE2F-C7E5114C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89DFE0-B7DC-4DCD-A230-4C67A382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59" y="2799274"/>
            <a:ext cx="4801481" cy="164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55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E4CEF-A14B-4990-B233-50966283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97FA2-D6F7-457B-8AB7-F7B4D9D8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전력 스펙트럼 밀도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중심 주파수가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,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, …, </a:t>
            </a:r>
            <a:r>
              <a:rPr lang="en-US" altLang="ko-KR" i="1" dirty="0" err="1"/>
              <a:t>f</a:t>
            </a:r>
            <a:r>
              <a:rPr lang="en-US" altLang="ko-KR" baseline="-25000" dirty="0" err="1"/>
              <a:t>n</a:t>
            </a:r>
            <a:r>
              <a:rPr lang="ko-KR" altLang="en-US" dirty="0"/>
              <a:t>인 </a:t>
            </a:r>
            <a:r>
              <a:rPr lang="en-US" altLang="ko-KR" dirty="0"/>
              <a:t>1 Hz BPF </a:t>
            </a:r>
            <a:r>
              <a:rPr lang="ko-KR" altLang="en-US" dirty="0"/>
              <a:t>필터 은행</a:t>
            </a:r>
            <a:r>
              <a:rPr lang="en-US" altLang="ko-KR" dirty="0"/>
              <a:t>(Filter Bank)</a:t>
            </a:r>
            <a:r>
              <a:rPr lang="ko-KR" altLang="en-US" dirty="0"/>
              <a:t>을 병렬 연결하여 각 주파수별 평균 전력을 측정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신호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가 특정 주파수 </a:t>
            </a:r>
            <a:r>
              <a:rPr lang="en-US" altLang="ko-KR" i="1" dirty="0"/>
              <a:t>f</a:t>
            </a:r>
            <a:r>
              <a:rPr lang="ko-KR" altLang="en-US" dirty="0"/>
              <a:t>의 </a:t>
            </a:r>
            <a:r>
              <a:rPr lang="en-US" altLang="ko-KR" dirty="0"/>
              <a:t>1 Hz </a:t>
            </a:r>
            <a:r>
              <a:rPr lang="ko-KR" altLang="en-US" dirty="0"/>
              <a:t>대역폭당 전달하는 평균 전력을 나타내며</a:t>
            </a:r>
            <a:r>
              <a:rPr lang="en-US" altLang="ko-KR" dirty="0"/>
              <a:t>, </a:t>
            </a:r>
            <a:r>
              <a:rPr lang="ko-KR" altLang="en-US" dirty="0"/>
              <a:t>이를 전력 스펙트럼 밀도</a:t>
            </a:r>
            <a:r>
              <a:rPr lang="en-US" altLang="ko-KR" dirty="0"/>
              <a:t>(PSD, Power Spectral Density)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라 칭함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B7C85-ABA4-4493-B186-73F5E1B1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63EEF1-DA9B-4A1F-A4F8-3C96F17E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33" y="3429000"/>
            <a:ext cx="4732393" cy="29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52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8EF60-68DF-46BB-AF74-3664E59A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총 평균 전력 수식 및 단방향</a:t>
            </a:r>
            <a:r>
              <a:rPr lang="en-US" altLang="ko-KR" dirty="0"/>
              <a:t>/</a:t>
            </a:r>
            <a:r>
              <a:rPr lang="ko-KR" altLang="en-US" dirty="0"/>
              <a:t>양방향 스펙트럼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D30F-7C60-4DEB-8395-0690673BB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/>
          <a:p>
            <a:r>
              <a:rPr lang="en-US" altLang="ko-KR" dirty="0"/>
              <a:t>PSD </a:t>
            </a:r>
            <a:r>
              <a:rPr lang="ko-KR" altLang="en-US" dirty="0"/>
              <a:t>적분과 총 평균 전력의 관계식</a:t>
            </a:r>
            <a:endParaRPr lang="en-US" altLang="ko-KR" dirty="0"/>
          </a:p>
          <a:p>
            <a:pPr lvl="1"/>
            <a:r>
              <a:rPr lang="en-US" altLang="ko-KR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곡선 하단의 전체 면적</a:t>
            </a:r>
            <a:r>
              <a:rPr lang="en-US" altLang="ko-KR" dirty="0"/>
              <a:t>(</a:t>
            </a:r>
            <a:r>
              <a:rPr lang="ko-KR" altLang="en-US" dirty="0" err="1"/>
              <a:t>적분값</a:t>
            </a:r>
            <a:r>
              <a:rPr lang="en-US" altLang="ko-KR" dirty="0"/>
              <a:t>)</a:t>
            </a:r>
            <a:r>
              <a:rPr lang="ko-KR" altLang="en-US" dirty="0"/>
              <a:t>은 시간 영역에서 계산한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총 평균 전력과 완벽히 일치함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단방향</a:t>
            </a:r>
            <a:r>
              <a:rPr lang="en-US" altLang="ko-KR" dirty="0"/>
              <a:t>(One-sided) vs </a:t>
            </a:r>
            <a:r>
              <a:rPr lang="ko-KR" altLang="en-US" dirty="0"/>
              <a:t>양방향</a:t>
            </a:r>
            <a:r>
              <a:rPr lang="en-US" altLang="ko-KR" dirty="0"/>
              <a:t>(Two-sided) </a:t>
            </a:r>
            <a:r>
              <a:rPr lang="ko-KR" altLang="en-US" dirty="0"/>
              <a:t>스펙트럼</a:t>
            </a:r>
            <a:endParaRPr lang="en-US" altLang="ko-KR" dirty="0"/>
          </a:p>
          <a:p>
            <a:pPr lvl="1"/>
            <a:r>
              <a:rPr lang="ko-KR" altLang="en-US" dirty="0"/>
              <a:t>단방향 스펙트럼 </a:t>
            </a:r>
            <a:r>
              <a:rPr lang="en-US" altLang="ko-KR" dirty="0"/>
              <a:t>(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)): </a:t>
            </a:r>
            <a:r>
              <a:rPr lang="ko-KR" altLang="en-US" dirty="0"/>
              <a:t>양의 주파수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 &gt; 0)</a:t>
            </a:r>
            <a:r>
              <a:rPr lang="ko-KR" altLang="en-US" dirty="0"/>
              <a:t>에 대해서만 정의된 실측 물리 스펙트럼</a:t>
            </a:r>
            <a:endParaRPr lang="en-US" altLang="ko-KR" dirty="0"/>
          </a:p>
          <a:p>
            <a:pPr lvl="1"/>
            <a:r>
              <a:rPr lang="ko-KR" altLang="en-US" dirty="0"/>
              <a:t>양방향 스펙트럼 </a:t>
            </a:r>
            <a:r>
              <a:rPr lang="en-US" altLang="ko-KR" dirty="0"/>
              <a:t>(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x,two</a:t>
            </a:r>
            <a:r>
              <a:rPr lang="en-US" altLang="ko-KR" baseline="-25000" dirty="0"/>
              <a:t>-sided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)): </a:t>
            </a:r>
            <a:r>
              <a:rPr lang="ko-KR" altLang="en-US" dirty="0"/>
              <a:t>수학적 해석 편의성을 위해 음의 주파수대까지 </a:t>
            </a:r>
            <a:r>
              <a:rPr lang="ko-KR" altLang="en-US" dirty="0" err="1"/>
              <a:t>우대칭</a:t>
            </a:r>
            <a:r>
              <a:rPr lang="en-US" altLang="ko-KR" dirty="0"/>
              <a:t>(Even-symmetric)</a:t>
            </a:r>
            <a:r>
              <a:rPr lang="ko-KR" altLang="en-US" dirty="0"/>
              <a:t>으로 확장하고</a:t>
            </a:r>
            <a:r>
              <a:rPr lang="en-US" altLang="ko-KR" dirty="0"/>
              <a:t>, </a:t>
            </a:r>
            <a:r>
              <a:rPr lang="ko-KR" altLang="en-US" dirty="0"/>
              <a:t>수직 높이를 </a:t>
            </a:r>
            <a:r>
              <a:rPr lang="en-US" altLang="ko-KR" dirty="0"/>
              <a:t>1/2</a:t>
            </a:r>
            <a:r>
              <a:rPr lang="ko-KR" altLang="en-US" dirty="0"/>
              <a:t>로 축소한 스펙트럼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4387D-8B25-4415-8633-8B7F65AE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EB441A-9071-4602-98AD-B918850F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328" y="2505454"/>
            <a:ext cx="3831344" cy="6949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2947AD-57E3-408B-B9D7-621E441CB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95" y="5324751"/>
            <a:ext cx="6885443" cy="15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006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826A8-2702-43AD-B39B-12A7285A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8A394-877F-4966-86CD-0B5408384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199637"/>
          </a:xfrm>
        </p:spPr>
        <p:txBody>
          <a:bodyPr>
            <a:normAutofit/>
          </a:bodyPr>
          <a:lstStyle/>
          <a:p>
            <a:r>
              <a:rPr lang="ko-KR" altLang="en-US" dirty="0"/>
              <a:t>배경</a:t>
            </a:r>
            <a:endParaRPr lang="en-US" altLang="ko-KR" dirty="0"/>
          </a:p>
          <a:p>
            <a:pPr lvl="1"/>
            <a:r>
              <a:rPr lang="ko-KR" altLang="en-US" dirty="0"/>
              <a:t>모든 주파수 대역에서 평탄한</a:t>
            </a:r>
            <a:r>
              <a:rPr lang="en-US" altLang="ko-KR" dirty="0"/>
              <a:t>(Flat) PSD </a:t>
            </a:r>
            <a:r>
              <a:rPr lang="ko-KR" altLang="en-US" dirty="0"/>
              <a:t>전력 레벨을 갖는 잡음을 백색 잡음이라 함</a:t>
            </a:r>
            <a:endParaRPr lang="en-US" altLang="ko-KR" dirty="0"/>
          </a:p>
          <a:p>
            <a:pPr lvl="1"/>
            <a:r>
              <a:rPr lang="ko-KR" altLang="en-US" dirty="0"/>
              <a:t>백색잡음의 예</a:t>
            </a:r>
            <a:r>
              <a:rPr lang="en-US" altLang="ko-KR" dirty="0"/>
              <a:t>: </a:t>
            </a:r>
            <a:r>
              <a:rPr lang="ko-KR" altLang="en-US" dirty="0"/>
              <a:t>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1</a:t>
            </a:r>
            <a:r>
              <a:rPr lang="ko-KR" altLang="en-US" dirty="0"/>
              <a:t>이 발생하는 </a:t>
            </a:r>
            <a:r>
              <a:rPr lang="ko-KR" altLang="en-US" dirty="0" err="1"/>
              <a:t>열잡음</a:t>
            </a:r>
            <a:r>
              <a:rPr lang="ko-KR" altLang="en-US" dirty="0"/>
              <a:t> 전압의 단방향 </a:t>
            </a:r>
            <a:r>
              <a:rPr lang="en-US" altLang="ko-KR" dirty="0"/>
              <a:t>PSD</a:t>
            </a:r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i="1" dirty="0"/>
              <a:t>k</a:t>
            </a:r>
            <a:r>
              <a:rPr lang="en-US" altLang="ko-KR" dirty="0"/>
              <a:t> = 1.38 ×10</a:t>
            </a:r>
            <a:r>
              <a:rPr lang="en-US" altLang="ko-KR" baseline="30000" dirty="0"/>
              <a:t>-23</a:t>
            </a:r>
            <a:r>
              <a:rPr lang="en-US" altLang="ko-KR" dirty="0"/>
              <a:t> J/K: </a:t>
            </a:r>
            <a:r>
              <a:rPr lang="ko-KR" altLang="en-US" dirty="0"/>
              <a:t>볼츠만 상수 </a:t>
            </a:r>
            <a:r>
              <a:rPr lang="en-US" altLang="ko-KR" dirty="0"/>
              <a:t>(Boltzmann Constant)</a:t>
            </a:r>
          </a:p>
          <a:p>
            <a:pPr lvl="2"/>
            <a:r>
              <a:rPr lang="en-US" altLang="ko-KR" i="1" dirty="0"/>
              <a:t>T</a:t>
            </a:r>
            <a:r>
              <a:rPr lang="en-US" altLang="ko-KR" dirty="0"/>
              <a:t>: </a:t>
            </a:r>
            <a:r>
              <a:rPr lang="ko-KR" altLang="en-US" dirty="0"/>
              <a:t>절대 온도 </a:t>
            </a:r>
            <a:r>
              <a:rPr lang="en-US" altLang="ko-KR" dirty="0"/>
              <a:t>(K)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D4FAF-4339-494E-8088-B07D39E2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3BFF65-81DA-4A0A-8E4C-2B10392B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4" y="3108960"/>
            <a:ext cx="1694692" cy="3200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4FEE9B9-7AE7-7C0F-F797-F582536A38B3}"/>
                  </a:ext>
                </a:extLst>
              </p14:cNvPr>
              <p14:cNvContentPartPr/>
              <p14:nvPr/>
            </p14:nvContentPartPr>
            <p14:xfrm>
              <a:off x="5162464" y="3456216"/>
              <a:ext cx="961200" cy="658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4FEE9B9-7AE7-7C0F-F797-F582536A38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26464" y="3420576"/>
                <a:ext cx="103284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AC06A6CA-3722-0786-F055-619686FC3389}"/>
              </a:ext>
            </a:extLst>
          </p:cNvPr>
          <p:cNvGrpSpPr/>
          <p:nvPr/>
        </p:nvGrpSpPr>
        <p:grpSpPr>
          <a:xfrm>
            <a:off x="5278744" y="4567536"/>
            <a:ext cx="2286720" cy="650880"/>
            <a:chOff x="5278744" y="4567536"/>
            <a:chExt cx="228672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FBA2187-B8BA-A829-7E7B-6BC4C2A0EFFD}"/>
                    </a:ext>
                  </a:extLst>
                </p14:cNvPr>
                <p14:cNvContentPartPr/>
                <p14:nvPr/>
              </p14:nvContentPartPr>
              <p14:xfrm>
                <a:off x="5278744" y="4624416"/>
                <a:ext cx="495720" cy="172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FBA2187-B8BA-A829-7E7B-6BC4C2A0EF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42744" y="4588776"/>
                  <a:ext cx="567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55D0782-FEC7-39F4-BE27-294213E31E31}"/>
                    </a:ext>
                  </a:extLst>
                </p14:cNvPr>
                <p14:cNvContentPartPr/>
                <p14:nvPr/>
              </p14:nvContentPartPr>
              <p14:xfrm>
                <a:off x="5495824" y="4705776"/>
                <a:ext cx="45720" cy="4798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55D0782-FEC7-39F4-BE27-294213E31E3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60184" y="4670136"/>
                  <a:ext cx="1173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E9F3450-91A7-DBCA-709C-7E7AFDC08D90}"/>
                    </a:ext>
                  </a:extLst>
                </p14:cNvPr>
                <p14:cNvContentPartPr/>
                <p14:nvPr/>
              </p14:nvContentPartPr>
              <p14:xfrm>
                <a:off x="6230944" y="4863456"/>
                <a:ext cx="341640" cy="39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E9F3450-91A7-DBCA-709C-7E7AFDC08D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95304" y="4827456"/>
                  <a:ext cx="413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2BA26CE-95B2-2AB9-D966-A8C53DA2B990}"/>
                    </a:ext>
                  </a:extLst>
                </p14:cNvPr>
                <p14:cNvContentPartPr/>
                <p14:nvPr/>
              </p14:nvContentPartPr>
              <p14:xfrm>
                <a:off x="6257944" y="5131656"/>
                <a:ext cx="198720" cy="169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2BA26CE-95B2-2AB9-D966-A8C53DA2B9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21944" y="5095656"/>
                  <a:ext cx="27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83E518F-8069-128C-5037-8314A95D72CC}"/>
                    </a:ext>
                  </a:extLst>
                </p14:cNvPr>
                <p14:cNvContentPartPr/>
                <p14:nvPr/>
              </p14:nvContentPartPr>
              <p14:xfrm>
                <a:off x="6958504" y="4718736"/>
                <a:ext cx="39960" cy="499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83E518F-8069-128C-5037-8314A95D72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22504" y="4683096"/>
                  <a:ext cx="11160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101F682-2AAB-62D9-8E48-76668B81FCBC}"/>
                    </a:ext>
                  </a:extLst>
                </p14:cNvPr>
                <p14:cNvContentPartPr/>
                <p14:nvPr/>
              </p14:nvContentPartPr>
              <p14:xfrm>
                <a:off x="7009264" y="4567536"/>
                <a:ext cx="556200" cy="3502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101F682-2AAB-62D9-8E48-76668B81FC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73624" y="4531536"/>
                  <a:ext cx="627840" cy="42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2730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AF132-4423-4106-ACCA-9FFAC094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2E8C8-62BF-4757-97E6-2E3A9259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(a) </a:t>
            </a:r>
            <a:r>
              <a:rPr lang="ko-KR" altLang="en-US" dirty="0"/>
              <a:t>잡음 전압이 가지는 총 평균 전력은 얼마인가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(b) 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의 물리적 차원</a:t>
            </a:r>
            <a:r>
              <a:rPr lang="en-US" altLang="ko-KR" dirty="0"/>
              <a:t>(Dimension/Unit)</a:t>
            </a:r>
            <a:r>
              <a:rPr lang="ko-KR" altLang="en-US" dirty="0"/>
              <a:t>은 무엇인가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(c) </a:t>
            </a:r>
            <a:r>
              <a:rPr lang="ko-KR" altLang="en-US" dirty="0"/>
              <a:t>상온</a:t>
            </a:r>
            <a:r>
              <a:rPr lang="en-US" altLang="ko-KR" dirty="0"/>
              <a:t>(T = 300 K)</a:t>
            </a:r>
            <a:r>
              <a:rPr lang="ko-KR" altLang="en-US" dirty="0"/>
              <a:t>에서 </a:t>
            </a:r>
            <a:r>
              <a:rPr lang="en-US" altLang="ko-KR" dirty="0"/>
              <a:t>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저항이 </a:t>
            </a:r>
            <a:r>
              <a:rPr lang="en-US" altLang="ko-KR" dirty="0"/>
              <a:t>1 Hz </a:t>
            </a:r>
            <a:r>
              <a:rPr lang="ko-KR" altLang="en-US" dirty="0"/>
              <a:t>대역폭당 생성하는 잡음 전압을 계산하라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 수학적으로 평탄한 </a:t>
            </a:r>
            <a:r>
              <a:rPr lang="en-US" altLang="ko-KR" dirty="0"/>
              <a:t>4kTR</a:t>
            </a:r>
            <a:r>
              <a:rPr lang="en-US" altLang="ko-KR" baseline="-25000" dirty="0"/>
              <a:t>1</a:t>
            </a:r>
            <a:r>
              <a:rPr lang="ko-KR" altLang="en-US" dirty="0"/>
              <a:t>을 </a:t>
            </a:r>
            <a:r>
              <a:rPr lang="en-US" altLang="ko-KR" i="1" dirty="0"/>
              <a:t>f</a:t>
            </a:r>
            <a:r>
              <a:rPr lang="en-US" altLang="ko-KR" dirty="0"/>
              <a:t> = 0</a:t>
            </a:r>
            <a:r>
              <a:rPr lang="ko-KR" altLang="en-US" dirty="0"/>
              <a:t>부터 무한대까지 적분하면 면적이 무한대가 되는 모순이 발생함</a:t>
            </a:r>
            <a:endParaRPr lang="en-US" altLang="ko-KR" dirty="0"/>
          </a:p>
          <a:p>
            <a:pPr lvl="2"/>
            <a:r>
              <a:rPr lang="ko-KR" altLang="en-US" dirty="0"/>
              <a:t>실제 물리 현상에서는 </a:t>
            </a:r>
            <a:r>
              <a:rPr lang="en-US" altLang="ko-KR" i="1" dirty="0"/>
              <a:t>f</a:t>
            </a:r>
            <a:r>
              <a:rPr lang="en-US" altLang="ko-KR" dirty="0"/>
              <a:t> &gt; 1 THz </a:t>
            </a:r>
            <a:r>
              <a:rPr lang="ko-KR" altLang="en-US" dirty="0"/>
              <a:t>이상의 양자역학적 한계 영역에서 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가 감쇄하므로 실제 총 잡음 에너지는 유한</a:t>
            </a:r>
            <a:r>
              <a:rPr lang="en-US" altLang="ko-KR" dirty="0"/>
              <a:t>(Finite)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ko-KR" altLang="en-US" dirty="0"/>
              <a:t>단순 전력 밀도</a:t>
            </a:r>
            <a:r>
              <a:rPr lang="en-US" altLang="ko-KR" dirty="0"/>
              <a:t>(W/Hz)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전압 제곱 단위의 대역폭 밀도</a:t>
            </a:r>
            <a:r>
              <a:rPr lang="en-US" altLang="ko-KR" dirty="0"/>
              <a:t>(V</a:t>
            </a:r>
            <a:r>
              <a:rPr lang="en-US" altLang="ko-KR" baseline="30000" dirty="0"/>
              <a:t>2</a:t>
            </a:r>
            <a:r>
              <a:rPr lang="en-US" altLang="ko-KR" dirty="0"/>
              <a:t>/Hz)</a:t>
            </a:r>
            <a:r>
              <a:rPr lang="ko-KR" altLang="en-US" dirty="0"/>
              <a:t>로 정의됨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74DE3B-9E59-45F8-9B4D-4FDE95EB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5628541-27AC-3A4F-ECDF-A1F6737B2710}"/>
              </a:ext>
            </a:extLst>
          </p:cNvPr>
          <p:cNvGrpSpPr/>
          <p:nvPr/>
        </p:nvGrpSpPr>
        <p:grpSpPr>
          <a:xfrm>
            <a:off x="6815584" y="1229616"/>
            <a:ext cx="2126160" cy="511560"/>
            <a:chOff x="6815584" y="1229616"/>
            <a:chExt cx="212616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13E3971-FEC5-4F6E-0B02-B1A664FF6754}"/>
                    </a:ext>
                  </a:extLst>
                </p14:cNvPr>
                <p14:cNvContentPartPr/>
                <p14:nvPr/>
              </p14:nvContentPartPr>
              <p14:xfrm>
                <a:off x="6815584" y="1483776"/>
                <a:ext cx="1878840" cy="34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13E3971-FEC5-4F6E-0B02-B1A664FF67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79944" y="1448136"/>
                  <a:ext cx="1950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B2672D5-2372-DA92-2A8B-65B2790FF84E}"/>
                    </a:ext>
                  </a:extLst>
                </p14:cNvPr>
                <p14:cNvContentPartPr/>
                <p14:nvPr/>
              </p14:nvContentPartPr>
              <p14:xfrm>
                <a:off x="8494624" y="1428336"/>
                <a:ext cx="447120" cy="2307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B2672D5-2372-DA92-2A8B-65B2790FF8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58984" y="1392696"/>
                  <a:ext cx="518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3E9BF07-9948-A0A4-38A6-CEEFD124C837}"/>
                    </a:ext>
                  </a:extLst>
                </p14:cNvPr>
                <p14:cNvContentPartPr/>
                <p14:nvPr/>
              </p14:nvContentPartPr>
              <p14:xfrm>
                <a:off x="7228504" y="1295496"/>
                <a:ext cx="30600" cy="2062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3E9BF07-9948-A0A4-38A6-CEEFD124C8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2864" y="1259856"/>
                  <a:ext cx="102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2116174-8DF7-1E1B-DAB7-B5941F006B7E}"/>
                    </a:ext>
                  </a:extLst>
                </p14:cNvPr>
                <p14:cNvContentPartPr/>
                <p14:nvPr/>
              </p14:nvContentPartPr>
              <p14:xfrm>
                <a:off x="7261264" y="1229616"/>
                <a:ext cx="1470960" cy="277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2116174-8DF7-1E1B-DAB7-B5941F006B7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25264" y="1193616"/>
                  <a:ext cx="1542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2D49ED3-C4FE-76B5-1F9C-3B3421B5A8CB}"/>
                    </a:ext>
                  </a:extLst>
                </p14:cNvPr>
                <p14:cNvContentPartPr/>
                <p14:nvPr/>
              </p14:nvContentPartPr>
              <p14:xfrm>
                <a:off x="7161544" y="1619856"/>
                <a:ext cx="145080" cy="1213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2D49ED3-C4FE-76B5-1F9C-3B3421B5A8C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25904" y="1583856"/>
                  <a:ext cx="21672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C238C6F-06BF-D512-6B83-AC5DCC2705DA}"/>
              </a:ext>
            </a:extLst>
          </p:cNvPr>
          <p:cNvGrpSpPr/>
          <p:nvPr/>
        </p:nvGrpSpPr>
        <p:grpSpPr>
          <a:xfrm>
            <a:off x="9265744" y="1735056"/>
            <a:ext cx="1471320" cy="552600"/>
            <a:chOff x="9265744" y="1735056"/>
            <a:chExt cx="147132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3DC4D81-CF6D-2F4E-DFFD-2D2A5C916047}"/>
                    </a:ext>
                  </a:extLst>
                </p14:cNvPr>
                <p14:cNvContentPartPr/>
                <p14:nvPr/>
              </p14:nvContentPartPr>
              <p14:xfrm>
                <a:off x="9265744" y="1735056"/>
                <a:ext cx="350640" cy="203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3DC4D81-CF6D-2F4E-DFFD-2D2A5C9160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29744" y="1699056"/>
                  <a:ext cx="422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43135F7-C326-AD5C-78E9-35CFDBF13A81}"/>
                    </a:ext>
                  </a:extLst>
                </p14:cNvPr>
                <p14:cNvContentPartPr/>
                <p14:nvPr/>
              </p14:nvContentPartPr>
              <p14:xfrm>
                <a:off x="9746344" y="1818576"/>
                <a:ext cx="128520" cy="82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43135F7-C326-AD5C-78E9-35CFDBF13A8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10704" y="1782936"/>
                  <a:ext cx="200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D9E2E82-B8D8-9474-EA94-0D52B2F9228C}"/>
                    </a:ext>
                  </a:extLst>
                </p14:cNvPr>
                <p14:cNvContentPartPr/>
                <p14:nvPr/>
              </p14:nvContentPartPr>
              <p14:xfrm>
                <a:off x="9736984" y="1911456"/>
                <a:ext cx="103680" cy="140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D9E2E82-B8D8-9474-EA94-0D52B2F922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00984" y="1875456"/>
                  <a:ext cx="175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C7CC4F7-7E29-D78E-75B6-853F674F487D}"/>
                    </a:ext>
                  </a:extLst>
                </p14:cNvPr>
                <p14:cNvContentPartPr/>
                <p14:nvPr/>
              </p14:nvContentPartPr>
              <p14:xfrm>
                <a:off x="9991144" y="1916856"/>
                <a:ext cx="745920" cy="208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C7CC4F7-7E29-D78E-75B6-853F674F48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55504" y="1881216"/>
                  <a:ext cx="817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4FA05A8-D567-22D5-0C20-D025B181AA4E}"/>
                    </a:ext>
                  </a:extLst>
                </p14:cNvPr>
                <p14:cNvContentPartPr/>
                <p14:nvPr/>
              </p14:nvContentPartPr>
              <p14:xfrm>
                <a:off x="10269784" y="2030976"/>
                <a:ext cx="26280" cy="199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4FA05A8-D567-22D5-0C20-D025B181AA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33784" y="1995336"/>
                  <a:ext cx="979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BF1F481-E4DC-DF6F-D52D-2607886325A6}"/>
                    </a:ext>
                  </a:extLst>
                </p14:cNvPr>
                <p14:cNvContentPartPr/>
                <p14:nvPr/>
              </p14:nvContentPartPr>
              <p14:xfrm>
                <a:off x="10307224" y="2022336"/>
                <a:ext cx="153720" cy="2653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BF1F481-E4DC-DF6F-D52D-2607886325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71584" y="1986336"/>
                  <a:ext cx="225360" cy="33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8456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0B577-E944-4345-9374-B3B19EEE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52436-EB12-4B41-86C1-37D17F163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(c) </a:t>
            </a:r>
            <a:r>
              <a:rPr lang="ko-KR" altLang="en-US" dirty="0"/>
              <a:t>잡음 전력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 err="1"/>
              <a:t>실효값</a:t>
            </a:r>
            <a:r>
              <a:rPr lang="ko-KR" altLang="en-US" dirty="0"/>
              <a:t> </a:t>
            </a:r>
            <a:r>
              <a:rPr lang="en-US" altLang="ko-KR" dirty="0"/>
              <a:t>(rms) </a:t>
            </a:r>
            <a:r>
              <a:rPr lang="ko-KR" altLang="en-US" dirty="0"/>
              <a:t>전압 단위로 제곱근을 취하면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EB9D9-8B76-49DC-BB54-C1EFF7A3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4FA2BD-8565-4502-A2B7-E878D805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394" y="1380067"/>
            <a:ext cx="1405130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438B4E-8A75-49D1-AC3F-023E5EAC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12" y="1981200"/>
            <a:ext cx="7452376" cy="4053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40116C-0298-4681-B1E6-0D9F0AFBD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942" y="2987717"/>
            <a:ext cx="2423164" cy="52121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1835B16-FB8D-8082-C2D0-D76F4B193E22}"/>
              </a:ext>
            </a:extLst>
          </p:cNvPr>
          <p:cNvGrpSpPr/>
          <p:nvPr/>
        </p:nvGrpSpPr>
        <p:grpSpPr>
          <a:xfrm>
            <a:off x="7481224" y="2896056"/>
            <a:ext cx="774000" cy="533520"/>
            <a:chOff x="7481224" y="2896056"/>
            <a:chExt cx="774000" cy="53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C52DD4D-B8A2-76A9-AA5A-0C5BE363175F}"/>
                    </a:ext>
                  </a:extLst>
                </p14:cNvPr>
                <p14:cNvContentPartPr/>
                <p14:nvPr/>
              </p14:nvContentPartPr>
              <p14:xfrm>
                <a:off x="7481224" y="3056256"/>
                <a:ext cx="28800" cy="3733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C52DD4D-B8A2-76A9-AA5A-0C5BE36317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5584" y="3020616"/>
                  <a:ext cx="1004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F340960-0229-0105-250B-F965C9FE86BA}"/>
                    </a:ext>
                  </a:extLst>
                </p14:cNvPr>
                <p14:cNvContentPartPr/>
                <p14:nvPr/>
              </p14:nvContentPartPr>
              <p14:xfrm>
                <a:off x="7535584" y="2992536"/>
                <a:ext cx="223200" cy="3553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F340960-0229-0105-250B-F965C9FE86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99584" y="2956896"/>
                  <a:ext cx="2948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FE88EA2-D1A7-67CF-A07C-DD0F4B4D3449}"/>
                    </a:ext>
                  </a:extLst>
                </p14:cNvPr>
                <p14:cNvContentPartPr/>
                <p14:nvPr/>
              </p14:nvContentPartPr>
              <p14:xfrm>
                <a:off x="7963264" y="2981376"/>
                <a:ext cx="1440" cy="3643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FE88EA2-D1A7-67CF-A07C-DD0F4B4D344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27264" y="2945736"/>
                  <a:ext cx="730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0F3CF00-651D-912F-17C3-8C256CC80C60}"/>
                    </a:ext>
                  </a:extLst>
                </p14:cNvPr>
                <p14:cNvContentPartPr/>
                <p14:nvPr/>
              </p14:nvContentPartPr>
              <p14:xfrm>
                <a:off x="7950664" y="2896056"/>
                <a:ext cx="304560" cy="4226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0F3CF00-651D-912F-17C3-8C256CC80C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15024" y="2860416"/>
                  <a:ext cx="376200" cy="49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6177683-FA5B-3E1B-5429-2F6C59C3D4D2}"/>
              </a:ext>
            </a:extLst>
          </p:cNvPr>
          <p:cNvGrpSpPr/>
          <p:nvPr/>
        </p:nvGrpSpPr>
        <p:grpSpPr>
          <a:xfrm>
            <a:off x="8566984" y="3569616"/>
            <a:ext cx="930240" cy="527040"/>
            <a:chOff x="8566984" y="3569616"/>
            <a:chExt cx="93024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895DF70-8E8E-6F5B-0FB3-2A2ADDC9E903}"/>
                    </a:ext>
                  </a:extLst>
                </p14:cNvPr>
                <p14:cNvContentPartPr/>
                <p14:nvPr/>
              </p14:nvContentPartPr>
              <p14:xfrm>
                <a:off x="8578144" y="3721896"/>
                <a:ext cx="28800" cy="359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895DF70-8E8E-6F5B-0FB3-2A2ADDC9E9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2144" y="3685896"/>
                  <a:ext cx="1004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1C42A11-FD04-D6AF-D2AF-BEB0F2BF14E5}"/>
                    </a:ext>
                  </a:extLst>
                </p14:cNvPr>
                <p14:cNvContentPartPr/>
                <p14:nvPr/>
              </p14:nvContentPartPr>
              <p14:xfrm>
                <a:off x="8566984" y="3626136"/>
                <a:ext cx="275760" cy="302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1C42A11-FD04-D6AF-D2AF-BEB0F2BF14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31344" y="3590496"/>
                  <a:ext cx="3474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2CD595C-8D81-AE09-5F76-F34EB2B37F08}"/>
                    </a:ext>
                  </a:extLst>
                </p14:cNvPr>
                <p14:cNvContentPartPr/>
                <p14:nvPr/>
              </p14:nvContentPartPr>
              <p14:xfrm>
                <a:off x="8882344" y="3638016"/>
                <a:ext cx="180720" cy="419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2CD595C-8D81-AE09-5F76-F34EB2B37F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46344" y="3602016"/>
                  <a:ext cx="2523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2F6A47F-5E65-A0B6-0180-585E0D72CBB2}"/>
                    </a:ext>
                  </a:extLst>
                </p14:cNvPr>
                <p14:cNvContentPartPr/>
                <p14:nvPr/>
              </p14:nvContentPartPr>
              <p14:xfrm>
                <a:off x="9223264" y="3572496"/>
                <a:ext cx="58680" cy="410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2F6A47F-5E65-A0B6-0180-585E0D72CB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87264" y="3536856"/>
                  <a:ext cx="130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F2385F4-C722-B892-FE39-53A002406E99}"/>
                    </a:ext>
                  </a:extLst>
                </p14:cNvPr>
                <p14:cNvContentPartPr/>
                <p14:nvPr/>
              </p14:nvContentPartPr>
              <p14:xfrm>
                <a:off x="9243784" y="3569616"/>
                <a:ext cx="253440" cy="5270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F2385F4-C722-B892-FE39-53A002406E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08144" y="3533976"/>
                  <a:ext cx="325080" cy="59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52237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06898-6A45-4AD5-A2B5-F9F85EA1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2.3.3 Effect of Transfer Function on Noise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C67125-C777-459B-AC6C-3C6A46E62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LTI </a:t>
            </a:r>
            <a:r>
              <a:rPr lang="ko-KR" altLang="en-US" dirty="0"/>
              <a:t>시스템에서의 잡음 </a:t>
            </a:r>
            <a:r>
              <a:rPr lang="en-US" altLang="ko-KR" dirty="0"/>
              <a:t>PSD </a:t>
            </a:r>
            <a:r>
              <a:rPr lang="ko-KR" altLang="en-US" dirty="0"/>
              <a:t>변환 기본 공식</a:t>
            </a:r>
            <a:endParaRPr lang="en-US" altLang="ko-KR" dirty="0"/>
          </a:p>
          <a:p>
            <a:pPr lvl="1"/>
            <a:r>
              <a:rPr lang="ko-KR" altLang="en-US" dirty="0"/>
              <a:t>입력 잡음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PSD</a:t>
            </a:r>
            <a:r>
              <a:rPr lang="ko-KR" altLang="en-US" dirty="0"/>
              <a:t>가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선형 </a:t>
            </a:r>
            <a:r>
              <a:rPr lang="ko-KR" altLang="en-US" dirty="0" err="1"/>
              <a:t>시불변</a:t>
            </a:r>
            <a:r>
              <a:rPr lang="en-US" altLang="ko-KR" dirty="0"/>
              <a:t>(LTI) </a:t>
            </a:r>
            <a:r>
              <a:rPr lang="ko-KR" altLang="en-US" dirty="0"/>
              <a:t>시스템의 전달 함수가 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s</a:t>
            </a:r>
            <a:r>
              <a:rPr lang="en-US" altLang="ko-KR" dirty="0"/>
              <a:t>)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출력 잡음 </a:t>
            </a:r>
            <a:r>
              <a:rPr lang="en-US" altLang="ko-KR" i="1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PSD </a:t>
            </a:r>
            <a:r>
              <a:rPr lang="en-US" altLang="ko-KR" i="1" dirty="0"/>
              <a:t>S</a:t>
            </a:r>
            <a:r>
              <a:rPr lang="en-US" altLang="ko-KR" i="1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는 다음과 같이 결정됨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 왜 </a:t>
            </a:r>
            <a:r>
              <a:rPr lang="en-US" altLang="ko-KR" dirty="0"/>
              <a:t>|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</a:t>
            </a:r>
            <a:r>
              <a:rPr lang="ko-KR" altLang="en-US" dirty="0"/>
              <a:t>가 아닌 </a:t>
            </a:r>
            <a:r>
              <a:rPr lang="en-US" altLang="ko-KR" dirty="0"/>
              <a:t>|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</a:t>
            </a:r>
            <a:r>
              <a:rPr lang="en-US" altLang="ko-KR" baseline="30000" dirty="0"/>
              <a:t>2</a:t>
            </a:r>
            <a:r>
              <a:rPr lang="ko-KR" altLang="en-US" dirty="0"/>
              <a:t>이 곱해지는가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전력 스펙트럼 밀도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en-US" altLang="ko-KR" i="1" dirty="0"/>
              <a:t>S</a:t>
            </a:r>
            <a:r>
              <a:rPr lang="en-US" altLang="ko-KR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자체가 전압 제곱</a:t>
            </a:r>
            <a:r>
              <a:rPr lang="en-US" altLang="ko-KR" dirty="0"/>
              <a:t>(</a:t>
            </a:r>
            <a:r>
              <a:rPr lang="en-US" altLang="ko-KR" i="1" dirty="0"/>
              <a:t>V</a:t>
            </a:r>
            <a:r>
              <a:rPr lang="en-US" altLang="ko-KR" baseline="30000" dirty="0"/>
              <a:t>2</a:t>
            </a:r>
            <a:r>
              <a:rPr lang="en-US" altLang="ko-KR" dirty="0"/>
              <a:t>/Hz) </a:t>
            </a:r>
            <a:r>
              <a:rPr lang="ko-KR" altLang="en-US" dirty="0"/>
              <a:t>또는 전류 제곱</a:t>
            </a:r>
            <a:r>
              <a:rPr lang="en-US" altLang="ko-KR" dirty="0"/>
              <a:t>(</a:t>
            </a:r>
            <a:r>
              <a:rPr lang="en-US" altLang="ko-KR" i="1" dirty="0"/>
              <a:t>A</a:t>
            </a:r>
            <a:r>
              <a:rPr lang="en-US" altLang="ko-KR" baseline="30000" dirty="0"/>
              <a:t>2</a:t>
            </a:r>
            <a:r>
              <a:rPr lang="en-US" altLang="ko-KR" dirty="0"/>
              <a:t>/Hz)</a:t>
            </a:r>
            <a:r>
              <a:rPr lang="ko-KR" altLang="en-US" dirty="0"/>
              <a:t>인 전력</a:t>
            </a:r>
            <a:r>
              <a:rPr lang="en-US" altLang="ko-KR" dirty="0"/>
              <a:t>(Power) </a:t>
            </a:r>
            <a:r>
              <a:rPr lang="ko-KR" altLang="en-US" dirty="0" err="1"/>
              <a:t>물리량이기</a:t>
            </a:r>
            <a:r>
              <a:rPr lang="ko-KR" altLang="en-US" dirty="0"/>
              <a:t> 때문임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82E82-5C44-4DB9-B501-B473C290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CD16AF-C720-44B8-A5DD-622B95A0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57" y="2849780"/>
            <a:ext cx="2468886" cy="3688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87AAE2-6C89-42C7-92A5-45543800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219" y="4839874"/>
            <a:ext cx="5679562" cy="13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52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4D313-6C0E-481F-834F-F15D223D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2.3.4 Device Noise: </a:t>
            </a:r>
            <a:r>
              <a:rPr lang="ko-KR" altLang="en-US" dirty="0"/>
              <a:t>개요 및 저항의 </a:t>
            </a:r>
            <a:r>
              <a:rPr lang="ko-KR" altLang="en-US" dirty="0" err="1"/>
              <a:t>열잡음</a:t>
            </a:r>
            <a:r>
              <a:rPr lang="ko-KR" altLang="en-US" dirty="0"/>
              <a:t>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A0E42-1550-45BC-B8E4-0F6BC254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회로 소자 잡음 모델링의 목적</a:t>
            </a:r>
          </a:p>
          <a:p>
            <a:pPr lvl="1"/>
            <a:r>
              <a:rPr lang="ko-KR" altLang="en-US" dirty="0"/>
              <a:t>회로 내 개별 트랜지스터 및 수동 소자가 발생하는 무작위 </a:t>
            </a:r>
            <a:r>
              <a:rPr lang="ko-KR" altLang="en-US" dirty="0" err="1"/>
              <a:t>열잡음</a:t>
            </a:r>
            <a:r>
              <a:rPr lang="en-US" altLang="ko-KR" dirty="0"/>
              <a:t>/</a:t>
            </a:r>
            <a:r>
              <a:rPr lang="ko-KR" altLang="en-US" dirty="0" err="1"/>
              <a:t>샷잡음을</a:t>
            </a:r>
            <a:r>
              <a:rPr lang="ko-KR" altLang="en-US" dirty="0"/>
              <a:t> </a:t>
            </a:r>
            <a:r>
              <a:rPr lang="ko-KR" altLang="en-US" dirty="0" err="1"/>
              <a:t>전압원</a:t>
            </a:r>
            <a:r>
              <a:rPr lang="ko-KR" altLang="en-US" dirty="0"/>
              <a:t> 및 </a:t>
            </a:r>
            <a:r>
              <a:rPr lang="ko-KR" altLang="en-US" dirty="0" err="1"/>
              <a:t>전류원</a:t>
            </a:r>
            <a:r>
              <a:rPr lang="ko-KR" altLang="en-US" dirty="0"/>
              <a:t> 등 가상의 회로 소자로 </a:t>
            </a:r>
            <a:r>
              <a:rPr lang="ko-KR" altLang="en-US" dirty="0" err="1"/>
              <a:t>표준화하여</a:t>
            </a:r>
            <a:r>
              <a:rPr lang="en-US" altLang="ko-KR" dirty="0"/>
              <a:t>, </a:t>
            </a:r>
            <a:r>
              <a:rPr lang="ko-KR" altLang="en-US" dirty="0"/>
              <a:t>표준 회로 해석 기법</a:t>
            </a:r>
            <a:r>
              <a:rPr lang="en-US" altLang="ko-KR" dirty="0"/>
              <a:t>(KCL, KVL, </a:t>
            </a:r>
            <a:r>
              <a:rPr lang="ko-KR" altLang="en-US" dirty="0"/>
              <a:t>노드 해석</a:t>
            </a:r>
            <a:r>
              <a:rPr lang="en-US" altLang="ko-KR" dirty="0"/>
              <a:t>)</a:t>
            </a:r>
            <a:r>
              <a:rPr lang="ko-KR" altLang="en-US" dirty="0"/>
              <a:t>을 적용할 수 있도록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저항 열잡음의 </a:t>
            </a:r>
            <a:r>
              <a:rPr lang="en-US" altLang="ko-KR" dirty="0"/>
              <a:t>2</a:t>
            </a:r>
            <a:r>
              <a:rPr lang="ko-KR" altLang="en-US" dirty="0"/>
              <a:t>가지 등가 회로 모델 </a:t>
            </a:r>
            <a:endParaRPr lang="en-US" altLang="ko-KR" dirty="0"/>
          </a:p>
          <a:p>
            <a:pPr lvl="1"/>
            <a:r>
              <a:rPr lang="ko-KR" altLang="en-US" dirty="0" err="1"/>
              <a:t>테브난</a:t>
            </a:r>
            <a:r>
              <a:rPr lang="ko-KR" altLang="en-US" dirty="0"/>
              <a:t> 등가 모델 </a:t>
            </a:r>
            <a:r>
              <a:rPr lang="en-US" altLang="ko-KR" dirty="0"/>
              <a:t>(Thevenin Equivalent)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노턴</a:t>
            </a:r>
            <a:r>
              <a:rPr lang="ko-KR" altLang="en-US" dirty="0"/>
              <a:t> 등가 모델 </a:t>
            </a:r>
            <a:r>
              <a:rPr lang="en-US" altLang="ko-KR" dirty="0"/>
              <a:t>(Norton Equivalent)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6D3C9-7F9A-4B3E-8D1B-506F1CAB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D29BB6-3147-4439-8F05-20D87B1E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303" y="3409122"/>
            <a:ext cx="2703582" cy="4053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EA11D3-1F06-4AA8-926A-001C29DE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77" y="4025181"/>
            <a:ext cx="3172974" cy="7711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209875-6398-4254-BD05-7FD03B03B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527" y="4662825"/>
            <a:ext cx="4029637" cy="16194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53B4C-585C-4AF1-B7A9-BE6DAA12AC34}"/>
              </a:ext>
            </a:extLst>
          </p:cNvPr>
          <p:cNvSpPr txBox="1"/>
          <p:nvPr/>
        </p:nvSpPr>
        <p:spPr>
          <a:xfrm>
            <a:off x="4004527" y="621243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테브난</a:t>
            </a:r>
            <a:r>
              <a:rPr lang="ko-KR" altLang="en-US" dirty="0"/>
              <a:t> 등가 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06FA3-E3C1-40FA-B3C8-19456F511E3A}"/>
              </a:ext>
            </a:extLst>
          </p:cNvPr>
          <p:cNvSpPr txBox="1"/>
          <p:nvPr/>
        </p:nvSpPr>
        <p:spPr>
          <a:xfrm>
            <a:off x="6236400" y="6171684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노턴</a:t>
            </a:r>
            <a:r>
              <a:rPr lang="ko-KR" altLang="en-US" dirty="0"/>
              <a:t> 등가 모델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1156DD6-A3A8-27CB-DB4B-941F8A917CE4}"/>
                  </a:ext>
                </a:extLst>
              </p14:cNvPr>
              <p14:cNvContentPartPr/>
              <p14:nvPr/>
            </p14:nvContentPartPr>
            <p14:xfrm>
              <a:off x="7002784" y="3878856"/>
              <a:ext cx="2430720" cy="1454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1156DD6-A3A8-27CB-DB4B-941F8A917C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7144" y="3842856"/>
                <a:ext cx="2502360" cy="21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72552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5B572-6F3C-40E7-88AF-78C548D4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6143E-D8F4-4F07-89CA-3522E6692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의 병렬 </a:t>
            </a:r>
            <a:r>
              <a:rPr lang="en-US" altLang="ko-KR" i="1" dirty="0"/>
              <a:t>RLC</a:t>
            </a:r>
            <a:r>
              <a:rPr lang="en-US" altLang="ko-KR" dirty="0"/>
              <a:t> </a:t>
            </a:r>
            <a:r>
              <a:rPr lang="ko-KR" altLang="en-US" dirty="0"/>
              <a:t>탱크 회로 양단에서 측정된 잡음 전압의 </a:t>
            </a:r>
            <a:r>
              <a:rPr lang="en-US" altLang="ko-KR" dirty="0"/>
              <a:t>PSD</a:t>
            </a:r>
            <a:r>
              <a:rPr lang="ko-KR" altLang="en-US" dirty="0"/>
              <a:t>를 스케치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인덕터 </a:t>
            </a:r>
            <a:r>
              <a:rPr lang="en-US" altLang="ko-KR" dirty="0"/>
              <a:t>L</a:t>
            </a:r>
            <a:r>
              <a:rPr lang="en-US" altLang="ko-KR" baseline="-25000" dirty="0"/>
              <a:t>1</a:t>
            </a:r>
            <a:r>
              <a:rPr lang="ko-KR" altLang="en-US" dirty="0"/>
              <a:t>과 </a:t>
            </a:r>
            <a:r>
              <a:rPr lang="ko-KR" altLang="en-US" dirty="0" err="1"/>
              <a:t>커패시터</a:t>
            </a:r>
            <a:r>
              <a:rPr lang="ko-KR" altLang="en-US" dirty="0"/>
              <a:t> </a:t>
            </a:r>
            <a:r>
              <a:rPr lang="en-US" altLang="ko-KR" dirty="0"/>
              <a:t>C</a:t>
            </a:r>
            <a:r>
              <a:rPr lang="en-US" altLang="ko-KR" baseline="-25000" dirty="0"/>
              <a:t>1</a:t>
            </a:r>
            <a:r>
              <a:rPr lang="ko-KR" altLang="en-US" dirty="0"/>
              <a:t>은 무손실</a:t>
            </a:r>
            <a:r>
              <a:rPr lang="en-US" altLang="ko-KR" dirty="0"/>
              <a:t>(Lossless) </a:t>
            </a:r>
            <a:r>
              <a:rPr lang="ko-KR" altLang="en-US" dirty="0"/>
              <a:t>소자이므로 자체적인 열잡음을 발생시키지 않음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저항에서의 </a:t>
            </a:r>
            <a:r>
              <a:rPr lang="ko-KR" altLang="en-US" dirty="0" err="1"/>
              <a:t>열잡음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		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E3E0F-F547-4C8C-B382-757123B6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6DCF13-1BF9-4563-8058-4D47AB3BA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23" y="4630207"/>
            <a:ext cx="7771154" cy="20912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3319D3-180D-4C57-9DF6-EB0DBED8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073" y="3721560"/>
            <a:ext cx="1246634" cy="6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176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6BD62-556C-4CEF-A358-7CE57EF6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D71EB-CA8A-4359-B2BC-A7299DAB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선형 </a:t>
            </a:r>
            <a:r>
              <a:rPr lang="ko-KR" altLang="en-US" dirty="0" err="1"/>
              <a:t>시불변</a:t>
            </a:r>
            <a:r>
              <a:rPr lang="en-US" altLang="ko-KR" dirty="0"/>
              <a:t>(LTI) </a:t>
            </a:r>
            <a:r>
              <a:rPr lang="ko-KR" altLang="en-US" dirty="0"/>
              <a:t>시스템에서 출력 잡음 </a:t>
            </a:r>
            <a:r>
              <a:rPr lang="en-US" altLang="ko-KR" dirty="0"/>
              <a:t>PSD </a:t>
            </a:r>
            <a:r>
              <a:rPr lang="ko-KR" altLang="en-US" dirty="0"/>
              <a:t>식 </a:t>
            </a:r>
            <a:r>
              <a:rPr lang="en-US" altLang="ko-KR" i="1" dirty="0"/>
              <a:t>S</a:t>
            </a:r>
            <a:r>
              <a:rPr lang="en-US" altLang="ko-KR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=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)|H(f)|</a:t>
            </a:r>
            <a:r>
              <a:rPr lang="en-US" altLang="ko-KR" baseline="30000" dirty="0"/>
              <a:t>2</a:t>
            </a:r>
            <a:r>
              <a:rPr lang="ko-KR" altLang="en-US" dirty="0"/>
              <a:t>를 적용</a:t>
            </a:r>
            <a:endParaRPr lang="en-US" altLang="ko-KR" dirty="0"/>
          </a:p>
          <a:p>
            <a:pPr lvl="2"/>
            <a:r>
              <a:rPr lang="ko-KR" altLang="en-US" dirty="0"/>
              <a:t>전달 함수</a:t>
            </a:r>
            <a:r>
              <a:rPr lang="en-US" altLang="ko-KR" dirty="0"/>
              <a:t> 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):  </a:t>
            </a:r>
            <a:r>
              <a:rPr lang="ko-KR" altLang="en-US" dirty="0" err="1"/>
              <a:t>전류원</a:t>
            </a:r>
            <a:r>
              <a:rPr lang="ko-KR" altLang="en-US" dirty="0"/>
              <a:t> 입력을 전압 출력으로 변환하는 회로의 임피던스 </a:t>
            </a:r>
            <a:r>
              <a:rPr lang="en-US" altLang="ko-KR" dirty="0"/>
              <a:t>Z</a:t>
            </a:r>
            <a:r>
              <a:rPr lang="en-US" altLang="ko-KR" baseline="-25000" dirty="0"/>
              <a:t>T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E81940-5BED-437F-93B8-AF05AB18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F56A87-7ACB-4106-89C2-0081BAE5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8" y="2377099"/>
            <a:ext cx="2362204" cy="627890"/>
          </a:xfrm>
          <a:prstGeom prst="rect">
            <a:avLst/>
          </a:prstGeom>
        </p:spPr>
      </p:pic>
      <p:pic>
        <p:nvPicPr>
          <p:cNvPr id="2050" name="Picture 2" descr="LC 회로의 특성">
            <a:extLst>
              <a:ext uri="{FF2B5EF4-FFF2-40B4-BE49-F238E27FC236}">
                <a16:creationId xmlns:a16="http://schemas.microsoft.com/office/drawing/2014/main" id="{826952A1-ACF1-45ED-A9A0-9513F47D1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08" y="3429000"/>
            <a:ext cx="4344584" cy="328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1920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ED25B-1E6D-4117-B0B0-CA445EA1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86D6A-44A5-4E0C-8A12-BFF4226B7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출력 잡음 전압 </a:t>
            </a:r>
            <a:r>
              <a:rPr lang="en-US" altLang="ko-KR" dirty="0"/>
              <a:t>PSD </a:t>
            </a:r>
            <a:r>
              <a:rPr lang="ko-KR" altLang="en-US" dirty="0"/>
              <a:t>공식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0EB2B-9889-4973-B62F-0D32EC65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4D52C8-2ED5-44E8-981F-D08661BB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2" y="1860669"/>
            <a:ext cx="4072136" cy="62789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3C9C03F-77B8-41E7-AD63-198017C51338}"/>
              </a:ext>
            </a:extLst>
          </p:cNvPr>
          <p:cNvCxnSpPr>
            <a:cxnSpLocks/>
          </p:cNvCxnSpPr>
          <p:nvPr/>
        </p:nvCxnSpPr>
        <p:spPr>
          <a:xfrm>
            <a:off x="4919870" y="2365513"/>
            <a:ext cx="1262269" cy="135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Using Power Spectral Density (PSD) to Characterize Noise - Technical  Articles">
            <a:extLst>
              <a:ext uri="{FF2B5EF4-FFF2-40B4-BE49-F238E27FC236}">
                <a16:creationId xmlns:a16="http://schemas.microsoft.com/office/drawing/2014/main" id="{67727D46-796D-408B-A966-EDDD8C0BE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471" y="3900082"/>
            <a:ext cx="3128755" cy="167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C 회로의 특성">
            <a:extLst>
              <a:ext uri="{FF2B5EF4-FFF2-40B4-BE49-F238E27FC236}">
                <a16:creationId xmlns:a16="http://schemas.microsoft.com/office/drawing/2014/main" id="{F1C9AB2D-449E-4C15-B581-6DDB62B88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354176"/>
            <a:ext cx="3278847" cy="248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19D1460-73D5-4C11-B958-5EC2A651B7C6}"/>
              </a:ext>
            </a:extLst>
          </p:cNvPr>
          <p:cNvCxnSpPr>
            <a:cxnSpLocks/>
          </p:cNvCxnSpPr>
          <p:nvPr/>
        </p:nvCxnSpPr>
        <p:spPr>
          <a:xfrm>
            <a:off x="5696233" y="2365513"/>
            <a:ext cx="3149593" cy="1061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BDE6387-2E73-4DB0-A90C-67E92F114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04858"/>
            <a:ext cx="2753109" cy="1981477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FE92C77-985E-4A84-8172-84CD484E3C46}"/>
              </a:ext>
            </a:extLst>
          </p:cNvPr>
          <p:cNvCxnSpPr/>
          <p:nvPr/>
        </p:nvCxnSpPr>
        <p:spPr>
          <a:xfrm flipH="1">
            <a:off x="2577860" y="2326545"/>
            <a:ext cx="1636301" cy="110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9E1620-DFE3-43C3-A660-945000C95411}"/>
              </a:ext>
            </a:extLst>
          </p:cNvPr>
          <p:cNvSpPr txBox="1"/>
          <p:nvPr/>
        </p:nvSpPr>
        <p:spPr>
          <a:xfrm>
            <a:off x="3941470" y="4180097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=</a:t>
            </a:r>
            <a:endParaRPr lang="ko-KR" altLang="en-US" sz="4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08233A-227B-4626-AE74-17BB2D7AD4EE}"/>
              </a:ext>
            </a:extLst>
          </p:cNvPr>
          <p:cNvSpPr txBox="1"/>
          <p:nvPr/>
        </p:nvSpPr>
        <p:spPr>
          <a:xfrm>
            <a:off x="8074953" y="4120096"/>
            <a:ext cx="615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×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01443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56F42-0678-4071-9FEC-6DC23FAF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MOSFET </a:t>
            </a:r>
            <a:r>
              <a:rPr lang="ko-KR" altLang="en-US" dirty="0"/>
              <a:t>채널 </a:t>
            </a:r>
            <a:r>
              <a:rPr lang="ko-KR" altLang="en-US" dirty="0" err="1"/>
              <a:t>열잡음</a:t>
            </a:r>
            <a:r>
              <a:rPr lang="ko-KR" altLang="en-US" dirty="0"/>
              <a:t> 모델 </a:t>
            </a:r>
            <a:r>
              <a:rPr lang="en-US" altLang="ko-KR" dirty="0"/>
              <a:t>(Channel Thermal Noise)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ACCD1-643B-40FD-AB81-C78CCCA00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포화 영역</a:t>
            </a:r>
            <a:r>
              <a:rPr lang="en-US" altLang="ko-KR" dirty="0"/>
              <a:t>(Saturation Region) </a:t>
            </a:r>
            <a:r>
              <a:rPr lang="ko-KR" altLang="en-US" dirty="0"/>
              <a:t>채널 </a:t>
            </a:r>
            <a:r>
              <a:rPr lang="ko-KR" altLang="en-US" dirty="0" err="1"/>
              <a:t>열잡음</a:t>
            </a:r>
            <a:endParaRPr lang="en-US" altLang="ko-KR" dirty="0"/>
          </a:p>
          <a:p>
            <a:pPr lvl="1"/>
            <a:r>
              <a:rPr lang="ko-KR" altLang="en-US" dirty="0"/>
              <a:t>포화 영역에서 동작하는 </a:t>
            </a:r>
            <a:r>
              <a:rPr lang="en-US" altLang="ko-KR" dirty="0"/>
              <a:t>MOS </a:t>
            </a:r>
            <a:r>
              <a:rPr lang="ko-KR" altLang="en-US" dirty="0"/>
              <a:t>트랜지스터의 채널 내부 전자의 열운동에 의해 발생함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간 </a:t>
            </a:r>
            <a:r>
              <a:rPr lang="ko-KR" altLang="en-US" dirty="0" err="1"/>
              <a:t>전류원</a:t>
            </a:r>
            <a:r>
              <a:rPr lang="ko-KR" altLang="en-US" dirty="0"/>
              <a:t> 등가 모델</a:t>
            </a:r>
            <a:endParaRPr lang="en-US" altLang="ko-KR" dirty="0"/>
          </a:p>
          <a:p>
            <a:pPr lvl="1"/>
            <a:r>
              <a:rPr lang="ko-KR" altLang="en-US" dirty="0" err="1"/>
              <a:t>드레인과</a:t>
            </a:r>
            <a:r>
              <a:rPr lang="ko-KR" altLang="en-US" dirty="0"/>
              <a:t> 소스 단자 사이에 병렬로 연결된 </a:t>
            </a:r>
            <a:r>
              <a:rPr lang="ko-KR" altLang="en-US" dirty="0" err="1"/>
              <a:t>노턴</a:t>
            </a:r>
            <a:r>
              <a:rPr lang="ko-KR" altLang="en-US" dirty="0"/>
              <a:t> </a:t>
            </a:r>
            <a:r>
              <a:rPr lang="ko-KR" altLang="en-US" dirty="0" err="1"/>
              <a:t>전류원</a:t>
            </a:r>
            <a:r>
              <a:rPr lang="ko-KR" altLang="en-US" dirty="0"/>
              <a:t> 모델</a:t>
            </a:r>
            <a:endParaRPr lang="en-US" altLang="ko-KR" dirty="0"/>
          </a:p>
          <a:p>
            <a:pPr lvl="1"/>
            <a:r>
              <a:rPr lang="ko-KR" altLang="en-US" dirty="0"/>
              <a:t>과잉 잡음 계수 </a:t>
            </a:r>
            <a:r>
              <a:rPr lang="en-US" altLang="ko-KR" dirty="0"/>
              <a:t>(Excess Noise Coefficient, </a:t>
            </a:r>
            <a:r>
              <a:rPr lang="el-GR" altLang="ko-KR" dirty="0"/>
              <a:t>γ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긴 채널</a:t>
            </a:r>
            <a:r>
              <a:rPr lang="en-US" altLang="ko-KR" dirty="0"/>
              <a:t>(Long-channel) </a:t>
            </a:r>
            <a:r>
              <a:rPr lang="ko-KR" altLang="en-US" dirty="0"/>
              <a:t>소자</a:t>
            </a:r>
            <a:r>
              <a:rPr lang="en-US" altLang="ko-KR" dirty="0"/>
              <a:t>: </a:t>
            </a:r>
            <a:r>
              <a:rPr lang="el-GR" altLang="ko-KR" dirty="0"/>
              <a:t>γ </a:t>
            </a:r>
            <a:r>
              <a:rPr lang="en-US" altLang="ko-KR" dirty="0"/>
              <a:t>= 2/3</a:t>
            </a:r>
          </a:p>
          <a:p>
            <a:pPr lvl="2"/>
            <a:r>
              <a:rPr lang="ko-KR" altLang="en-US" dirty="0"/>
              <a:t>짧은 채널</a:t>
            </a:r>
            <a:r>
              <a:rPr lang="en-US" altLang="ko-KR" dirty="0"/>
              <a:t>(Short-channel) </a:t>
            </a:r>
            <a:r>
              <a:rPr lang="ko-KR" altLang="en-US" dirty="0"/>
              <a:t>소자</a:t>
            </a:r>
            <a:r>
              <a:rPr lang="en-US" altLang="ko-KR" dirty="0"/>
              <a:t>: </a:t>
            </a:r>
            <a:r>
              <a:rPr lang="ko-KR" altLang="en-US" dirty="0"/>
              <a:t>핫 캐리어</a:t>
            </a:r>
            <a:r>
              <a:rPr lang="en-US" altLang="ko-KR" dirty="0"/>
              <a:t>(Hot-carrier) </a:t>
            </a:r>
            <a:r>
              <a:rPr lang="ko-KR" altLang="en-US" dirty="0"/>
              <a:t>및 속도 포화</a:t>
            </a:r>
            <a:r>
              <a:rPr lang="en-US" altLang="ko-KR" dirty="0"/>
              <a:t>(Velocity Saturation) </a:t>
            </a:r>
            <a:r>
              <a:rPr lang="ko-KR" altLang="en-US" dirty="0"/>
              <a:t>효과로 인해 </a:t>
            </a:r>
            <a:r>
              <a:rPr lang="el-GR" altLang="ko-KR" dirty="0"/>
              <a:t>γ ≈</a:t>
            </a:r>
            <a:r>
              <a:rPr lang="en-US" altLang="ko-KR" dirty="0"/>
              <a:t> 1 ~ 2 </a:t>
            </a:r>
            <a:r>
              <a:rPr lang="ko-KR" altLang="en-US" dirty="0"/>
              <a:t>수준으로 증가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A4249-893F-4563-9AEB-1773DFFD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5057EF-F9DF-42EC-AD2E-AE59DC7E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018" y="3028122"/>
            <a:ext cx="1508764" cy="381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3BCADB-F2D6-470F-A681-4D427DFC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412" y="4770899"/>
            <a:ext cx="3883175" cy="19505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890B226-CC7D-FC52-B199-3CB06C12808C}"/>
                  </a:ext>
                </a:extLst>
              </p14:cNvPr>
              <p14:cNvContentPartPr/>
              <p14:nvPr/>
            </p14:nvContentPartPr>
            <p14:xfrm>
              <a:off x="10016040" y="5152117"/>
              <a:ext cx="847800" cy="2865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890B226-CC7D-FC52-B199-3CB06C1280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80040" y="5116477"/>
                <a:ext cx="9194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867553B5-A295-428C-8ECE-679794CB0561}"/>
                  </a:ext>
                </a:extLst>
              </p14:cNvPr>
              <p14:cNvContentPartPr/>
              <p14:nvPr/>
            </p14:nvContentPartPr>
            <p14:xfrm>
              <a:off x="10262640" y="4420597"/>
              <a:ext cx="378720" cy="23832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867553B5-A295-428C-8ECE-679794CB05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27000" y="4384597"/>
                <a:ext cx="450360" cy="30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463F56FF-1EE5-30AF-8ED2-143E1E4B13AA}"/>
              </a:ext>
            </a:extLst>
          </p:cNvPr>
          <p:cNvGrpSpPr/>
          <p:nvPr/>
        </p:nvGrpSpPr>
        <p:grpSpPr>
          <a:xfrm>
            <a:off x="9430320" y="5376397"/>
            <a:ext cx="2156040" cy="960840"/>
            <a:chOff x="9430320" y="5376397"/>
            <a:chExt cx="2156040" cy="9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5635257-462D-FCB0-E55D-1EB338BD7B48}"/>
                    </a:ext>
                  </a:extLst>
                </p14:cNvPr>
                <p14:cNvContentPartPr/>
                <p14:nvPr/>
              </p14:nvContentPartPr>
              <p14:xfrm>
                <a:off x="9561000" y="5404477"/>
                <a:ext cx="29880" cy="82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5635257-462D-FCB0-E55D-1EB338BD7B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25360" y="5368477"/>
                  <a:ext cx="1015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895BBEF-B430-B7C7-F8E0-918280F521AC}"/>
                    </a:ext>
                  </a:extLst>
                </p14:cNvPr>
                <p14:cNvContentPartPr/>
                <p14:nvPr/>
              </p14:nvContentPartPr>
              <p14:xfrm>
                <a:off x="9539400" y="5376397"/>
                <a:ext cx="1855800" cy="349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895BBEF-B430-B7C7-F8E0-918280F521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03760" y="5340397"/>
                  <a:ext cx="1927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FFA34FA-86BE-BDA8-8D01-A651C9F9739A}"/>
                    </a:ext>
                  </a:extLst>
                </p14:cNvPr>
                <p14:cNvContentPartPr/>
                <p14:nvPr/>
              </p14:nvContentPartPr>
              <p14:xfrm>
                <a:off x="9437880" y="5440117"/>
                <a:ext cx="605880" cy="8524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FFA34FA-86BE-BDA8-8D01-A651C9F973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01880" y="5404477"/>
                  <a:ext cx="67752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EDDA9FA-5892-2659-74BB-BDBCE46EC4F7}"/>
                    </a:ext>
                  </a:extLst>
                </p14:cNvPr>
                <p14:cNvContentPartPr/>
                <p14:nvPr/>
              </p14:nvContentPartPr>
              <p14:xfrm>
                <a:off x="10886880" y="5377117"/>
                <a:ext cx="689400" cy="9601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EDDA9FA-5892-2659-74BB-BDBCE46EC4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51240" y="5341117"/>
                  <a:ext cx="76104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8B5183B-188F-D7A1-F297-AA42D6DB9A08}"/>
                    </a:ext>
                  </a:extLst>
                </p14:cNvPr>
                <p14:cNvContentPartPr/>
                <p14:nvPr/>
              </p14:nvContentPartPr>
              <p14:xfrm>
                <a:off x="10034760" y="5439037"/>
                <a:ext cx="230040" cy="250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8B5183B-188F-D7A1-F297-AA42D6DB9A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99120" y="5403037"/>
                  <a:ext cx="301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CDC3074-BC8A-E28E-7639-8FE7239C22AB}"/>
                    </a:ext>
                  </a:extLst>
                </p14:cNvPr>
                <p14:cNvContentPartPr/>
                <p14:nvPr/>
              </p14:nvContentPartPr>
              <p14:xfrm>
                <a:off x="10149600" y="5410957"/>
                <a:ext cx="349560" cy="3898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CDC3074-BC8A-E28E-7639-8FE7239C22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13960" y="5374957"/>
                  <a:ext cx="4212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27A18BA-6137-0B2D-2F37-B1A056D064E1}"/>
                    </a:ext>
                  </a:extLst>
                </p14:cNvPr>
                <p14:cNvContentPartPr/>
                <p14:nvPr/>
              </p14:nvContentPartPr>
              <p14:xfrm>
                <a:off x="10407720" y="5452717"/>
                <a:ext cx="267840" cy="3092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27A18BA-6137-0B2D-2F37-B1A056D064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71720" y="5417077"/>
                  <a:ext cx="3394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C695F01-1CEE-B32E-8B9D-D16638A260ED}"/>
                    </a:ext>
                  </a:extLst>
                </p14:cNvPr>
                <p14:cNvContentPartPr/>
                <p14:nvPr/>
              </p14:nvContentPartPr>
              <p14:xfrm>
                <a:off x="10615800" y="5477557"/>
                <a:ext cx="225000" cy="292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C695F01-1CEE-B32E-8B9D-D16638A260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79800" y="5441557"/>
                  <a:ext cx="2966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4CC85D7-BD31-0B10-9893-3BA61141591D}"/>
                    </a:ext>
                  </a:extLst>
                </p14:cNvPr>
                <p14:cNvContentPartPr/>
                <p14:nvPr/>
              </p14:nvContentPartPr>
              <p14:xfrm>
                <a:off x="9430320" y="5534797"/>
                <a:ext cx="340560" cy="4554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4CC85D7-BD31-0B10-9893-3BA6114159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94320" y="5499157"/>
                  <a:ext cx="4122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EC4D989-669A-EB26-3D80-9684367BEA90}"/>
                    </a:ext>
                  </a:extLst>
                </p14:cNvPr>
                <p14:cNvContentPartPr/>
                <p14:nvPr/>
              </p14:nvContentPartPr>
              <p14:xfrm>
                <a:off x="11242560" y="5560717"/>
                <a:ext cx="19080" cy="2721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EC4D989-669A-EB26-3D80-9684367BEA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06560" y="5524717"/>
                  <a:ext cx="907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255935C-5B30-E8D0-A18F-963A6CEC32CB}"/>
                    </a:ext>
                  </a:extLst>
                </p14:cNvPr>
                <p14:cNvContentPartPr/>
                <p14:nvPr/>
              </p14:nvContentPartPr>
              <p14:xfrm>
                <a:off x="11288280" y="5528677"/>
                <a:ext cx="298080" cy="4212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255935C-5B30-E8D0-A18F-963A6CEC32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52280" y="5492677"/>
                  <a:ext cx="3697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F87D2B80-A2EE-173F-934B-2D7E4A1C876B}"/>
                    </a:ext>
                  </a:extLst>
                </p14:cNvPr>
                <p14:cNvContentPartPr/>
                <p14:nvPr/>
              </p14:nvContentPartPr>
              <p14:xfrm>
                <a:off x="10030800" y="5493037"/>
                <a:ext cx="822960" cy="282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F87D2B80-A2EE-173F-934B-2D7E4A1C876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95160" y="5457397"/>
                  <a:ext cx="894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60B8EA2-76AF-30CA-5FB4-6C4302042BF9}"/>
                    </a:ext>
                  </a:extLst>
                </p14:cNvPr>
                <p14:cNvContentPartPr/>
                <p14:nvPr/>
              </p14:nvContentPartPr>
              <p14:xfrm>
                <a:off x="10737480" y="5474317"/>
                <a:ext cx="120600" cy="1414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60B8EA2-76AF-30CA-5FB4-6C4302042BF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01480" y="5438317"/>
                  <a:ext cx="192240" cy="21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495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C7E98-F30C-422B-B643-D9A0339B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게이트 저항 </a:t>
            </a:r>
            <a:r>
              <a:rPr lang="ko-KR" altLang="en-US" dirty="0" err="1"/>
              <a:t>열잡음</a:t>
            </a:r>
            <a:r>
              <a:rPr lang="ko-KR" altLang="en-US" dirty="0"/>
              <a:t> 및 고주파 유도 잡음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398B4F-09F9-486E-9082-745A88A19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게이트 저항</a:t>
            </a:r>
            <a:r>
              <a:rPr lang="en-US" altLang="ko-KR" dirty="0"/>
              <a:t>(R</a:t>
            </a:r>
            <a:r>
              <a:rPr lang="en-US" altLang="ko-KR" baseline="-25000" dirty="0"/>
              <a:t>G</a:t>
            </a:r>
            <a:r>
              <a:rPr lang="en-US" altLang="ko-KR" dirty="0"/>
              <a:t>)</a:t>
            </a:r>
            <a:r>
              <a:rPr lang="ko-KR" altLang="en-US" dirty="0"/>
              <a:t>의 물리적 형성 및 분포 모델링</a:t>
            </a:r>
            <a:endParaRPr lang="en-US" altLang="ko-KR" dirty="0"/>
          </a:p>
          <a:p>
            <a:pPr lvl="1"/>
            <a:r>
              <a:rPr lang="ko-KR" altLang="en-US" dirty="0" err="1"/>
              <a:t>폴리실리콘</a:t>
            </a:r>
            <a:r>
              <a:rPr lang="ko-KR" altLang="en-US" dirty="0"/>
              <a:t> 게이트 전극 자체의 </a:t>
            </a:r>
            <a:r>
              <a:rPr lang="ko-KR" altLang="en-US" dirty="0" err="1"/>
              <a:t>면저항</a:t>
            </a:r>
            <a:r>
              <a:rPr lang="en-US" altLang="ko-KR" dirty="0"/>
              <a:t>(</a:t>
            </a:r>
            <a:r>
              <a:rPr lang="en-US" altLang="ko-KR" i="1" dirty="0"/>
              <a:t>R</a:t>
            </a:r>
            <a:r>
              <a:rPr lang="en-US" altLang="ko-KR" baseline="-25000" dirty="0"/>
              <a:t>□</a:t>
            </a:r>
            <a:r>
              <a:rPr lang="en-US" altLang="ko-KR" dirty="0"/>
              <a:t>)</a:t>
            </a:r>
            <a:r>
              <a:rPr lang="ko-KR" altLang="en-US" dirty="0"/>
              <a:t>에 의해 물리적 게이트 저항이 형성됨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분포 </a:t>
            </a:r>
            <a:r>
              <a:rPr lang="en-US" altLang="ko-KR" i="1" dirty="0"/>
              <a:t>RC</a:t>
            </a:r>
            <a:r>
              <a:rPr lang="en-US" altLang="ko-KR" dirty="0"/>
              <a:t> </a:t>
            </a:r>
            <a:r>
              <a:rPr lang="ko-KR" altLang="en-US" dirty="0"/>
              <a:t>회로망의 집적 등가 모델 </a:t>
            </a:r>
            <a:r>
              <a:rPr lang="en-US" altLang="ko-KR" dirty="0"/>
              <a:t>(Lumped Model)</a:t>
            </a:r>
          </a:p>
          <a:p>
            <a:pPr lvl="1"/>
            <a:r>
              <a:rPr lang="ko-KR" altLang="en-US" dirty="0"/>
              <a:t>게이트 저항이 채널 폭 전체에 분포되어 있으므로</a:t>
            </a:r>
            <a:r>
              <a:rPr lang="en-US" altLang="ko-KR" dirty="0"/>
              <a:t>, </a:t>
            </a:r>
            <a:r>
              <a:rPr lang="ko-KR" altLang="en-US" dirty="0"/>
              <a:t>단일 단자 콘택트 시 등가 집적 저항은 </a:t>
            </a:r>
            <a:r>
              <a:rPr lang="en-US" altLang="ko-KR" dirty="0"/>
              <a:t>R</a:t>
            </a:r>
            <a:r>
              <a:rPr lang="en-US" altLang="ko-KR" baseline="-25000" dirty="0"/>
              <a:t>G</a:t>
            </a:r>
            <a:r>
              <a:rPr lang="en-US" altLang="ko-KR" dirty="0"/>
              <a:t>/3</a:t>
            </a:r>
            <a:r>
              <a:rPr lang="ko-KR" altLang="en-US" dirty="0"/>
              <a:t>로 감소함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등가 게이트 저항 </a:t>
            </a:r>
            <a:r>
              <a:rPr lang="ko-KR" altLang="en-US" dirty="0" err="1"/>
              <a:t>열잡음</a:t>
            </a:r>
            <a:r>
              <a:rPr lang="ko-KR" altLang="en-US" dirty="0"/>
              <a:t> </a:t>
            </a:r>
            <a:r>
              <a:rPr lang="en-US" altLang="ko-KR" dirty="0"/>
              <a:t>PSD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DB4EA-C84C-4CC4-9F28-D4F1392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0388A6-C357-47CD-A003-78194AF6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231391"/>
            <a:ext cx="1453898" cy="5882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6EFF68-4EB9-4F96-980A-2C047E9A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441" y="4414231"/>
            <a:ext cx="1868428" cy="5913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492BF1-2005-4AB0-8259-3ACBA45C0D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14"/>
          <a:stretch/>
        </p:blipFill>
        <p:spPr>
          <a:xfrm>
            <a:off x="3219721" y="5005545"/>
            <a:ext cx="5752557" cy="1694415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715110-D317-B112-9349-FC97CF549745}"/>
              </a:ext>
            </a:extLst>
          </p:cNvPr>
          <p:cNvGrpSpPr/>
          <p:nvPr/>
        </p:nvGrpSpPr>
        <p:grpSpPr>
          <a:xfrm>
            <a:off x="9310929" y="2074468"/>
            <a:ext cx="2734595" cy="888770"/>
            <a:chOff x="9310929" y="2074468"/>
            <a:chExt cx="2734595" cy="88877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B420C5F-5FB4-DAA2-943E-77C80C44B6B6}"/>
                    </a:ext>
                  </a:extLst>
                </p14:cNvPr>
                <p14:cNvContentPartPr/>
                <p14:nvPr/>
              </p14:nvContentPartPr>
              <p14:xfrm>
                <a:off x="9364569" y="2645718"/>
                <a:ext cx="1866600" cy="2433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B420C5F-5FB4-DAA2-943E-77C80C44B6B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28929" y="2609718"/>
                  <a:ext cx="1938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26D8A69-7703-EE48-E8F7-08AABB11FCC1}"/>
                    </a:ext>
                  </a:extLst>
                </p14:cNvPr>
                <p14:cNvContentPartPr/>
                <p14:nvPr/>
              </p14:nvContentPartPr>
              <p14:xfrm>
                <a:off x="9310929" y="2739678"/>
                <a:ext cx="1875600" cy="207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26D8A69-7703-EE48-E8F7-08AABB11FC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75289" y="2704038"/>
                  <a:ext cx="1947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17375FE-6BD0-4D76-AD79-8FB82FEAE42E}"/>
                    </a:ext>
                  </a:extLst>
                </p14:cNvPr>
                <p14:cNvContentPartPr/>
                <p14:nvPr/>
              </p14:nvContentPartPr>
              <p14:xfrm>
                <a:off x="11238369" y="2875398"/>
                <a:ext cx="1080" cy="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17375FE-6BD0-4D76-AD79-8FB82FEAE42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02369" y="2839398"/>
                  <a:ext cx="72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E3938B-3614-BBD7-3ABB-0C87E46479C4}"/>
                    </a:ext>
                  </a:extLst>
                </p14:cNvPr>
                <p14:cNvContentPartPr/>
                <p14:nvPr/>
              </p14:nvContentPartPr>
              <p14:xfrm>
                <a:off x="10388409" y="2699718"/>
                <a:ext cx="40320" cy="2635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E3938B-3614-BBD7-3ABB-0C87E46479C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52769" y="2664078"/>
                  <a:ext cx="111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40DC973-7328-231C-8382-3AEFDB9D8D0B}"/>
                    </a:ext>
                  </a:extLst>
                </p14:cNvPr>
                <p14:cNvContentPartPr/>
                <p14:nvPr/>
              </p14:nvContentPartPr>
              <p14:xfrm>
                <a:off x="10622769" y="2645358"/>
                <a:ext cx="54000" cy="2512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40DC973-7328-231C-8382-3AEFDB9D8D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86769" y="2609718"/>
                  <a:ext cx="1256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B710C4A-2368-25C5-87F4-BED5F3AEE79E}"/>
                    </a:ext>
                  </a:extLst>
                </p14:cNvPr>
                <p14:cNvContentPartPr/>
                <p14:nvPr/>
              </p14:nvContentPartPr>
              <p14:xfrm>
                <a:off x="10924089" y="2628798"/>
                <a:ext cx="14040" cy="246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B710C4A-2368-25C5-87F4-BED5F3AEE7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88449" y="2593158"/>
                  <a:ext cx="85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8F8C7F4-1564-3305-3458-A7B2C848210C}"/>
                    </a:ext>
                  </a:extLst>
                </p14:cNvPr>
                <p14:cNvContentPartPr/>
                <p14:nvPr/>
              </p14:nvContentPartPr>
              <p14:xfrm>
                <a:off x="10930569" y="2605038"/>
                <a:ext cx="378720" cy="357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8F8C7F4-1564-3305-3458-A7B2C84821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94929" y="2569398"/>
                  <a:ext cx="4503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99DA33E-1080-CAF1-D797-D42B80D0330D}"/>
                    </a:ext>
                  </a:extLst>
                </p14:cNvPr>
                <p14:cNvContentPartPr/>
                <p14:nvPr/>
              </p14:nvContentPartPr>
              <p14:xfrm>
                <a:off x="10019769" y="2676678"/>
                <a:ext cx="32040" cy="239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99DA33E-1080-CAF1-D797-D42B80D033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84129" y="2641038"/>
                  <a:ext cx="103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3D61BD3-1728-5327-DA7A-FF8407C05113}"/>
                    </a:ext>
                  </a:extLst>
                </p14:cNvPr>
                <p14:cNvContentPartPr/>
                <p14:nvPr/>
              </p14:nvContentPartPr>
              <p14:xfrm>
                <a:off x="11203844" y="2282908"/>
                <a:ext cx="23040" cy="264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3D61BD3-1728-5327-DA7A-FF8407C051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168204" y="2247268"/>
                  <a:ext cx="946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2CB8E3D-AD61-2F69-3E67-625418646CB8}"/>
                    </a:ext>
                  </a:extLst>
                </p14:cNvPr>
                <p14:cNvContentPartPr/>
                <p14:nvPr/>
              </p14:nvContentPartPr>
              <p14:xfrm>
                <a:off x="11247404" y="2253388"/>
                <a:ext cx="138240" cy="2700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2CB8E3D-AD61-2F69-3E67-625418646CB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211404" y="2217388"/>
                  <a:ext cx="2098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B89CF83-B664-7A0B-5FE7-5884AF92C409}"/>
                    </a:ext>
                  </a:extLst>
                </p14:cNvPr>
                <p14:cNvContentPartPr/>
                <p14:nvPr/>
              </p14:nvContentPartPr>
              <p14:xfrm>
                <a:off x="11428844" y="2464348"/>
                <a:ext cx="37440" cy="1602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B89CF83-B664-7A0B-5FE7-5884AF92C4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92844" y="2428348"/>
                  <a:ext cx="109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62DEB25-37AC-25F1-4F08-ED9A46E1A17A}"/>
                    </a:ext>
                  </a:extLst>
                </p14:cNvPr>
                <p14:cNvContentPartPr/>
                <p14:nvPr/>
              </p14:nvContentPartPr>
              <p14:xfrm>
                <a:off x="11475284" y="2440948"/>
                <a:ext cx="106200" cy="1832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62DEB25-37AC-25F1-4F08-ED9A46E1A17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439644" y="2405308"/>
                  <a:ext cx="1778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3AA08D8-9CB6-2569-988A-23FA68053D2B}"/>
                    </a:ext>
                  </a:extLst>
                </p14:cNvPr>
                <p14:cNvContentPartPr/>
                <p14:nvPr/>
              </p14:nvContentPartPr>
              <p14:xfrm>
                <a:off x="11751044" y="2296948"/>
                <a:ext cx="293760" cy="295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3AA08D8-9CB6-2569-988A-23FA68053D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715404" y="2260948"/>
                  <a:ext cx="365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F607675-F2CE-5CD6-E9F1-7264A1C449B0}"/>
                    </a:ext>
                  </a:extLst>
                </p14:cNvPr>
                <p14:cNvContentPartPr/>
                <p14:nvPr/>
              </p14:nvContentPartPr>
              <p14:xfrm>
                <a:off x="11776604" y="2108308"/>
                <a:ext cx="6480" cy="1076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F607675-F2CE-5CD6-E9F1-7264A1C449B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0964" y="2072668"/>
                  <a:ext cx="78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CEA38D1-AA51-570C-9439-573079221646}"/>
                    </a:ext>
                  </a:extLst>
                </p14:cNvPr>
                <p14:cNvContentPartPr/>
                <p14:nvPr/>
              </p14:nvContentPartPr>
              <p14:xfrm>
                <a:off x="11886764" y="2074468"/>
                <a:ext cx="63720" cy="90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CEA38D1-AA51-570C-9439-5730792216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851124" y="2038468"/>
                  <a:ext cx="135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79E93B2-9D96-6768-4C84-2644D872AA42}"/>
                    </a:ext>
                  </a:extLst>
                </p14:cNvPr>
                <p14:cNvContentPartPr/>
                <p14:nvPr/>
              </p14:nvContentPartPr>
              <p14:xfrm>
                <a:off x="11739884" y="2265988"/>
                <a:ext cx="305640" cy="2887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79E93B2-9D96-6768-4C84-2644D872AA4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03884" y="2229988"/>
                  <a:ext cx="3772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601F8CE-5B39-5A9D-17B6-4E150211FCEE}"/>
                    </a:ext>
                  </a:extLst>
                </p14:cNvPr>
                <p14:cNvContentPartPr/>
                <p14:nvPr/>
              </p14:nvContentPartPr>
              <p14:xfrm>
                <a:off x="11807924" y="2274628"/>
                <a:ext cx="91080" cy="181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601F8CE-5B39-5A9D-17B6-4E150211FCE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71924" y="2238988"/>
                  <a:ext cx="1627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621EE9E-9586-1E97-6B7A-CE21B14D4DEF}"/>
              </a:ext>
            </a:extLst>
          </p:cNvPr>
          <p:cNvGrpSpPr/>
          <p:nvPr/>
        </p:nvGrpSpPr>
        <p:grpSpPr>
          <a:xfrm>
            <a:off x="11564564" y="2807068"/>
            <a:ext cx="437760" cy="254160"/>
            <a:chOff x="11564564" y="2807068"/>
            <a:chExt cx="43776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38B2539-4763-5FD2-F09E-126A7E53EC95}"/>
                    </a:ext>
                  </a:extLst>
                </p14:cNvPr>
                <p14:cNvContentPartPr/>
                <p14:nvPr/>
              </p14:nvContentPartPr>
              <p14:xfrm>
                <a:off x="11564564" y="2814268"/>
                <a:ext cx="45360" cy="201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38B2539-4763-5FD2-F09E-126A7E53EC9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28564" y="2778628"/>
                  <a:ext cx="117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4468D28-643C-015C-2D77-2E3173D92532}"/>
                    </a:ext>
                  </a:extLst>
                </p14:cNvPr>
                <p14:cNvContentPartPr/>
                <p14:nvPr/>
              </p14:nvContentPartPr>
              <p14:xfrm>
                <a:off x="11586524" y="2807068"/>
                <a:ext cx="120600" cy="2221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4468D28-643C-015C-2D77-2E3173D925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550884" y="2771068"/>
                  <a:ext cx="1922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21FA9119-1328-201C-3E69-F632178E8AAA}"/>
                    </a:ext>
                  </a:extLst>
                </p14:cNvPr>
                <p14:cNvContentPartPr/>
                <p14:nvPr/>
              </p14:nvContentPartPr>
              <p14:xfrm>
                <a:off x="11757164" y="2964748"/>
                <a:ext cx="19800" cy="6768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21FA9119-1328-201C-3E69-F632178E8A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721524" y="2929108"/>
                  <a:ext cx="91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D2170AAC-1346-A502-EFE3-7543895F0426}"/>
                    </a:ext>
                  </a:extLst>
                </p14:cNvPr>
                <p14:cNvContentPartPr/>
                <p14:nvPr/>
              </p14:nvContentPartPr>
              <p14:xfrm>
                <a:off x="11773004" y="2939548"/>
                <a:ext cx="84240" cy="680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D2170AAC-1346-A502-EFE3-7543895F04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37004" y="2903548"/>
                  <a:ext cx="155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BED90584-5DA3-9BA9-27B0-DF1E1E033C51}"/>
                    </a:ext>
                  </a:extLst>
                </p14:cNvPr>
                <p14:cNvContentPartPr/>
                <p14:nvPr/>
              </p14:nvContentPartPr>
              <p14:xfrm>
                <a:off x="11766524" y="3047188"/>
                <a:ext cx="24120" cy="1404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ED90584-5DA3-9BA9-27B0-DF1E1E033C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730884" y="3011188"/>
                  <a:ext cx="95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C39FC49-D402-13B2-11CF-267D9DAD0BA4}"/>
                    </a:ext>
                  </a:extLst>
                </p14:cNvPr>
                <p14:cNvContentPartPr/>
                <p14:nvPr/>
              </p14:nvContentPartPr>
              <p14:xfrm>
                <a:off x="11883164" y="2832628"/>
                <a:ext cx="119160" cy="878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C39FC49-D402-13B2-11CF-267D9DAD0BA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847164" y="2796988"/>
                  <a:ext cx="190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D07A61A9-233C-9483-3E44-DAAC494C360B}"/>
                    </a:ext>
                  </a:extLst>
                </p14:cNvPr>
                <p14:cNvContentPartPr/>
                <p14:nvPr/>
              </p14:nvContentPartPr>
              <p14:xfrm>
                <a:off x="11955884" y="2812468"/>
                <a:ext cx="34560" cy="2088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D07A61A9-233C-9483-3E44-DAAC494C360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920244" y="2776468"/>
                  <a:ext cx="106200" cy="28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B4D2F4EC-7B9E-D42A-A1AA-82EBDB673106}"/>
                  </a:ext>
                </a:extLst>
              </p14:cNvPr>
              <p14:cNvContentPartPr/>
              <p14:nvPr/>
            </p14:nvContentPartPr>
            <p14:xfrm>
              <a:off x="9190917" y="4192561"/>
              <a:ext cx="1102320" cy="202392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B4D2F4EC-7B9E-D42A-A1AA-82EBDB67310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154917" y="4156921"/>
                <a:ext cx="1173960" cy="20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4DA975AD-E3A0-C37E-CBA9-9A6E13CB39B9}"/>
                  </a:ext>
                </a:extLst>
              </p14:cNvPr>
              <p14:cNvContentPartPr/>
              <p14:nvPr/>
            </p14:nvContentPartPr>
            <p14:xfrm>
              <a:off x="9507357" y="4900681"/>
              <a:ext cx="552600" cy="51408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4DA975AD-E3A0-C37E-CBA9-9A6E13CB39B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471357" y="4865041"/>
                <a:ext cx="624240" cy="58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그룹 79">
            <a:extLst>
              <a:ext uri="{FF2B5EF4-FFF2-40B4-BE49-F238E27FC236}">
                <a16:creationId xmlns:a16="http://schemas.microsoft.com/office/drawing/2014/main" id="{2E31AF16-9197-A5E0-7E54-90CB6CDC1561}"/>
              </a:ext>
            </a:extLst>
          </p:cNvPr>
          <p:cNvGrpSpPr/>
          <p:nvPr/>
        </p:nvGrpSpPr>
        <p:grpSpPr>
          <a:xfrm>
            <a:off x="8885637" y="4077361"/>
            <a:ext cx="3080160" cy="2358720"/>
            <a:chOff x="8885637" y="4077361"/>
            <a:chExt cx="3080160" cy="23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151D57C3-069E-6B62-AE07-9192402830BB}"/>
                    </a:ext>
                  </a:extLst>
                </p14:cNvPr>
                <p14:cNvContentPartPr/>
                <p14:nvPr/>
              </p14:nvContentPartPr>
              <p14:xfrm>
                <a:off x="9184077" y="4239721"/>
                <a:ext cx="227160" cy="21963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151D57C3-069E-6B62-AE07-9192402830B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48437" y="4204081"/>
                  <a:ext cx="298800" cy="22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7108C2A8-955E-77BF-3A73-EE69C743AEDA}"/>
                    </a:ext>
                  </a:extLst>
                </p14:cNvPr>
                <p14:cNvContentPartPr/>
                <p14:nvPr/>
              </p14:nvContentPartPr>
              <p14:xfrm>
                <a:off x="8885637" y="6237001"/>
                <a:ext cx="2527920" cy="795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7108C2A8-955E-77BF-3A73-EE69C743AE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849637" y="6201361"/>
                  <a:ext cx="2599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F35BAD96-52D8-3AA5-12DC-30C97FD3B0D3}"/>
                    </a:ext>
                  </a:extLst>
                </p14:cNvPr>
                <p14:cNvContentPartPr/>
                <p14:nvPr/>
              </p14:nvContentPartPr>
              <p14:xfrm>
                <a:off x="10346877" y="6096241"/>
                <a:ext cx="115560" cy="1522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F35BAD96-52D8-3AA5-12DC-30C97FD3B0D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310877" y="6060601"/>
                  <a:ext cx="187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6293C693-379E-8DC5-27EE-D065D14ED9DE}"/>
                    </a:ext>
                  </a:extLst>
                </p14:cNvPr>
                <p14:cNvContentPartPr/>
                <p14:nvPr/>
              </p14:nvContentPartPr>
              <p14:xfrm>
                <a:off x="10474317" y="4252681"/>
                <a:ext cx="599040" cy="124740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6293C693-379E-8DC5-27EE-D065D14ED9D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38317" y="4216681"/>
                  <a:ext cx="670680" cy="13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812BA9DD-EECD-E54F-5B79-B83ABA6504A5}"/>
                    </a:ext>
                  </a:extLst>
                </p14:cNvPr>
                <p14:cNvContentPartPr/>
                <p14:nvPr/>
              </p14:nvContentPartPr>
              <p14:xfrm>
                <a:off x="10612197" y="6122521"/>
                <a:ext cx="45000" cy="7344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812BA9DD-EECD-E54F-5B79-B83ABA6504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76197" y="6086521"/>
                  <a:ext cx="116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90D80FC9-963E-B046-9B1E-E8109F4CF318}"/>
                    </a:ext>
                  </a:extLst>
                </p14:cNvPr>
                <p14:cNvContentPartPr/>
                <p14:nvPr/>
              </p14:nvContentPartPr>
              <p14:xfrm>
                <a:off x="10728837" y="5640481"/>
                <a:ext cx="226440" cy="2077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90D80FC9-963E-B046-9B1E-E8109F4CF31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92837" y="5604841"/>
                  <a:ext cx="298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A453F94A-85F8-619A-55C4-AD51CEF69D47}"/>
                    </a:ext>
                  </a:extLst>
                </p14:cNvPr>
                <p14:cNvContentPartPr/>
                <p14:nvPr/>
              </p14:nvContentPartPr>
              <p14:xfrm>
                <a:off x="10772757" y="5585401"/>
                <a:ext cx="19080" cy="3733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A453F94A-85F8-619A-55C4-AD51CEF69D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36757" y="5549761"/>
                  <a:ext cx="907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FBEF3374-912D-B7B0-D839-CF7562FAFA6E}"/>
                    </a:ext>
                  </a:extLst>
                </p14:cNvPr>
                <p14:cNvContentPartPr/>
                <p14:nvPr/>
              </p14:nvContentPartPr>
              <p14:xfrm>
                <a:off x="10852317" y="5644801"/>
                <a:ext cx="30240" cy="2700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FBEF3374-912D-B7B0-D839-CF7562FAFA6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16317" y="5608801"/>
                  <a:ext cx="101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CE791B93-9CFB-FEC0-81C4-6916882B259C}"/>
                    </a:ext>
                  </a:extLst>
                </p14:cNvPr>
                <p14:cNvContentPartPr/>
                <p14:nvPr/>
              </p14:nvContentPartPr>
              <p14:xfrm>
                <a:off x="10733877" y="5619961"/>
                <a:ext cx="244440" cy="33516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CE791B93-9CFB-FEC0-81C4-6916882B259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97877" y="5583961"/>
                  <a:ext cx="3160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46F34092-97EF-C13B-5B83-E1D5FE6F27E5}"/>
                    </a:ext>
                  </a:extLst>
                </p14:cNvPr>
                <p14:cNvContentPartPr/>
                <p14:nvPr/>
              </p14:nvContentPartPr>
              <p14:xfrm>
                <a:off x="10296117" y="4257721"/>
                <a:ext cx="172800" cy="2538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46F34092-97EF-C13B-5B83-E1D5FE6F27E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60477" y="4221721"/>
                  <a:ext cx="2444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DBEF090C-83C8-253F-5D44-467707776B67}"/>
                    </a:ext>
                  </a:extLst>
                </p14:cNvPr>
                <p14:cNvContentPartPr/>
                <p14:nvPr/>
              </p14:nvContentPartPr>
              <p14:xfrm>
                <a:off x="10495197" y="4981321"/>
                <a:ext cx="190800" cy="31464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DBEF090C-83C8-253F-5D44-467707776B6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459197" y="4945681"/>
                  <a:ext cx="2624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AA7D014F-E10A-D28E-8EF1-9E5603A526BA}"/>
                    </a:ext>
                  </a:extLst>
                </p14:cNvPr>
                <p14:cNvContentPartPr/>
                <p14:nvPr/>
              </p14:nvContentPartPr>
              <p14:xfrm>
                <a:off x="10281717" y="4077361"/>
                <a:ext cx="1257480" cy="1152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AA7D014F-E10A-D28E-8EF1-9E5603A526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246077" y="4041721"/>
                  <a:ext cx="13291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39EF236B-C910-DD1F-CD38-8A006B0CCDFA}"/>
                    </a:ext>
                  </a:extLst>
                </p14:cNvPr>
                <p14:cNvContentPartPr/>
                <p14:nvPr/>
              </p14:nvContentPartPr>
              <p14:xfrm>
                <a:off x="11522277" y="4095721"/>
                <a:ext cx="58320" cy="67680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39EF236B-C910-DD1F-CD38-8A006B0CCDF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486637" y="4059721"/>
                  <a:ext cx="12996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42F1AA96-4A24-0055-3187-5602CAB08C6B}"/>
                    </a:ext>
                  </a:extLst>
                </p14:cNvPr>
                <p14:cNvContentPartPr/>
                <p14:nvPr/>
              </p14:nvContentPartPr>
              <p14:xfrm>
                <a:off x="10054917" y="4206961"/>
                <a:ext cx="83160" cy="2484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42F1AA96-4A24-0055-3187-5602CAB08C6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19277" y="4171321"/>
                  <a:ext cx="154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73A1495F-3E0B-AACA-FDC5-FA1930F2AA69}"/>
                    </a:ext>
                  </a:extLst>
                </p14:cNvPr>
                <p14:cNvContentPartPr/>
                <p14:nvPr/>
              </p14:nvContentPartPr>
              <p14:xfrm>
                <a:off x="10003797" y="4223161"/>
                <a:ext cx="96480" cy="203004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73A1495F-3E0B-AACA-FDC5-FA1930F2AA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967797" y="4187161"/>
                  <a:ext cx="168120" cy="21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FCDA2973-7865-DBDC-1A00-C160112337F4}"/>
                    </a:ext>
                  </a:extLst>
                </p14:cNvPr>
                <p14:cNvContentPartPr/>
                <p14:nvPr/>
              </p14:nvContentPartPr>
              <p14:xfrm>
                <a:off x="10082997" y="4296961"/>
                <a:ext cx="172080" cy="1170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FCDA2973-7865-DBDC-1A00-C160112337F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47357" y="4261321"/>
                  <a:ext cx="243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106808FC-91BB-8A92-DC8B-498DE40B9620}"/>
                    </a:ext>
                  </a:extLst>
                </p14:cNvPr>
                <p14:cNvContentPartPr/>
                <p14:nvPr/>
              </p14:nvContentPartPr>
              <p14:xfrm>
                <a:off x="10103877" y="4578481"/>
                <a:ext cx="84600" cy="8532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106808FC-91BB-8A92-DC8B-498DE40B96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68237" y="4542841"/>
                  <a:ext cx="156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2267F2F3-732D-068E-9E8D-C3438E80D9B0}"/>
                    </a:ext>
                  </a:extLst>
                </p14:cNvPr>
                <p14:cNvContentPartPr/>
                <p14:nvPr/>
              </p14:nvContentPartPr>
              <p14:xfrm>
                <a:off x="10060677" y="4913281"/>
                <a:ext cx="108360" cy="1173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2267F2F3-732D-068E-9E8D-C3438E80D9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24677" y="4877281"/>
                  <a:ext cx="180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BEF7AC57-01F5-9045-33FE-C408749A2111}"/>
                    </a:ext>
                  </a:extLst>
                </p14:cNvPr>
                <p14:cNvContentPartPr/>
                <p14:nvPr/>
              </p14:nvContentPartPr>
              <p14:xfrm>
                <a:off x="10023597" y="5289481"/>
                <a:ext cx="121680" cy="1440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BEF7AC57-01F5-9045-33FE-C408749A21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87597" y="5253481"/>
                  <a:ext cx="193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02D41A3-73CE-0B51-A3B9-288F57890834}"/>
                    </a:ext>
                  </a:extLst>
                </p14:cNvPr>
                <p14:cNvContentPartPr/>
                <p14:nvPr/>
              </p14:nvContentPartPr>
              <p14:xfrm>
                <a:off x="10107477" y="5543281"/>
                <a:ext cx="120240" cy="9864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02D41A3-73CE-0B51-A3B9-288F5789083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071477" y="5507641"/>
                  <a:ext cx="191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C241EC16-D32C-39BE-1A9D-44ADC58993BA}"/>
                    </a:ext>
                  </a:extLst>
                </p14:cNvPr>
                <p14:cNvContentPartPr/>
                <p14:nvPr/>
              </p14:nvContentPartPr>
              <p14:xfrm>
                <a:off x="10095597" y="5804281"/>
                <a:ext cx="113400" cy="11880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C241EC16-D32C-39BE-1A9D-44ADC58993B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059957" y="5768641"/>
                  <a:ext cx="185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19C1C7D9-109E-7B58-BEDF-A2AE1271F2F9}"/>
                    </a:ext>
                  </a:extLst>
                </p14:cNvPr>
                <p14:cNvContentPartPr/>
                <p14:nvPr/>
              </p14:nvContentPartPr>
              <p14:xfrm>
                <a:off x="10144197" y="6070321"/>
                <a:ext cx="77400" cy="8496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19C1C7D9-109E-7B58-BEDF-A2AE1271F2F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08557" y="6034681"/>
                  <a:ext cx="149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8BA9912E-0F28-3AE1-81E9-FC4D77102240}"/>
                    </a:ext>
                  </a:extLst>
                </p14:cNvPr>
                <p14:cNvContentPartPr/>
                <p14:nvPr/>
              </p14:nvContentPartPr>
              <p14:xfrm>
                <a:off x="11117277" y="4789801"/>
                <a:ext cx="171360" cy="381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8BA9912E-0F28-3AE1-81E9-FC4D7710224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081277" y="4753801"/>
                  <a:ext cx="243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2AA7C4C0-2755-E7E9-01E6-3285A8A3704D}"/>
                    </a:ext>
                  </a:extLst>
                </p14:cNvPr>
                <p14:cNvContentPartPr/>
                <p14:nvPr/>
              </p14:nvContentPartPr>
              <p14:xfrm>
                <a:off x="11126637" y="4697641"/>
                <a:ext cx="208440" cy="15372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2AA7C4C0-2755-E7E9-01E6-3285A8A3704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090997" y="4662001"/>
                  <a:ext cx="28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055135BB-D3DA-F013-FC37-403EBBDE5D5E}"/>
                    </a:ext>
                  </a:extLst>
                </p14:cNvPr>
                <p14:cNvContentPartPr/>
                <p14:nvPr/>
              </p14:nvContentPartPr>
              <p14:xfrm>
                <a:off x="11236077" y="4691521"/>
                <a:ext cx="11160" cy="28908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055135BB-D3DA-F013-FC37-403EBBDE5D5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200437" y="4655881"/>
                  <a:ext cx="828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38535CAA-572E-4122-9A05-EF7EEC6232E9}"/>
                    </a:ext>
                  </a:extLst>
                </p14:cNvPr>
                <p14:cNvContentPartPr/>
                <p14:nvPr/>
              </p14:nvContentPartPr>
              <p14:xfrm>
                <a:off x="11733957" y="5011921"/>
                <a:ext cx="46080" cy="33444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38535CAA-572E-4122-9A05-EF7EEC6232E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98317" y="4976281"/>
                  <a:ext cx="1177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50E59AC5-4466-CC89-2E4E-07EACE185E08}"/>
                    </a:ext>
                  </a:extLst>
                </p14:cNvPr>
                <p14:cNvContentPartPr/>
                <p14:nvPr/>
              </p14:nvContentPartPr>
              <p14:xfrm>
                <a:off x="11796597" y="5021641"/>
                <a:ext cx="169200" cy="3319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50E59AC5-4466-CC89-2E4E-07EACE185E0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760597" y="4986001"/>
                  <a:ext cx="2408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66D205C5-08AA-303D-F45D-8F73D94F5DA8}"/>
                    </a:ext>
                  </a:extLst>
                </p14:cNvPr>
                <p14:cNvContentPartPr/>
                <p14:nvPr/>
              </p14:nvContentPartPr>
              <p14:xfrm>
                <a:off x="11462877" y="4681441"/>
                <a:ext cx="118080" cy="160812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66D205C5-08AA-303D-F45D-8F73D94F5DA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426877" y="4645441"/>
                  <a:ext cx="189720" cy="167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80748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41801-C294-4DD8-BBBC-A7050249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0EABD-C8A1-4445-937E-5B336479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ko-KR" altLang="en-US" dirty="0" err="1"/>
              <a:t>저잡음</a:t>
            </a:r>
            <a:r>
              <a:rPr lang="ko-KR" altLang="en-US" dirty="0"/>
              <a:t> 레이아웃 가이드라인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게이트 저항 잡음이 채널 열잡음보다 훨씬 작아야 함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r>
              <a:rPr lang="ko-KR" altLang="en-US" dirty="0"/>
              <a:t>게이트 유도 잡음 </a:t>
            </a:r>
            <a:r>
              <a:rPr lang="en-US" altLang="ko-KR" dirty="0"/>
              <a:t>(Gate-Induced Noise)</a:t>
            </a:r>
          </a:p>
          <a:p>
            <a:pPr lvl="1"/>
            <a:r>
              <a:rPr lang="ko-KR" altLang="en-US" dirty="0" err="1"/>
              <a:t>극고주파</a:t>
            </a:r>
            <a:r>
              <a:rPr lang="ko-KR" altLang="en-US" dirty="0"/>
              <a:t> 대역에서 채널의 </a:t>
            </a:r>
            <a:r>
              <a:rPr lang="ko-KR" altLang="en-US" dirty="0" err="1"/>
              <a:t>열잡음</a:t>
            </a:r>
            <a:r>
              <a:rPr lang="ko-KR" altLang="en-US" dirty="0"/>
              <a:t> 전류가 게이트</a:t>
            </a:r>
            <a:r>
              <a:rPr lang="en-US" altLang="ko-KR" dirty="0"/>
              <a:t>-</a:t>
            </a:r>
            <a:r>
              <a:rPr lang="ko-KR" altLang="en-US" dirty="0"/>
              <a:t>채널 간 </a:t>
            </a:r>
            <a:r>
              <a:rPr lang="ko-KR" altLang="en-US" dirty="0" err="1"/>
              <a:t>산화막</a:t>
            </a:r>
            <a:r>
              <a:rPr lang="ko-KR" altLang="en-US" dirty="0"/>
              <a:t> </a:t>
            </a:r>
            <a:r>
              <a:rPr lang="ko-KR" altLang="en-US" dirty="0" err="1"/>
              <a:t>커패시턴스를</a:t>
            </a:r>
            <a:r>
              <a:rPr lang="ko-KR" altLang="en-US" dirty="0"/>
              <a:t> 통해 </a:t>
            </a:r>
            <a:r>
              <a:rPr lang="ko-KR" altLang="en-US" dirty="0" err="1"/>
              <a:t>용량성</a:t>
            </a:r>
            <a:r>
              <a:rPr lang="ko-KR" altLang="en-US" dirty="0"/>
              <a:t> 결합</a:t>
            </a:r>
            <a:r>
              <a:rPr lang="en-US" altLang="ko-KR" dirty="0"/>
              <a:t>(Capacitive Coupling)</a:t>
            </a:r>
            <a:r>
              <a:rPr lang="ko-KR" altLang="en-US" dirty="0"/>
              <a:t>되어 게이트 전류 잡음 </a:t>
            </a:r>
            <a:r>
              <a:rPr lang="en-US" altLang="ko-KR" i="1" dirty="0"/>
              <a:t>I</a:t>
            </a:r>
            <a:r>
              <a:rPr lang="en-US" altLang="ko-KR" baseline="-25000" dirty="0"/>
              <a:t>G</a:t>
            </a:r>
            <a:r>
              <a:rPr lang="en-US" altLang="ko-KR" baseline="30000" dirty="0"/>
              <a:t>2</a:t>
            </a:r>
            <a:r>
              <a:rPr lang="ko-KR" altLang="en-US" dirty="0"/>
              <a:t>를 유발함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57080-990F-4FC0-8182-2B92A97A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D4544A-1DC4-4B83-A439-0E3E81A7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58" y="2354578"/>
            <a:ext cx="2011684" cy="6400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8A07E1-ED8D-4E5D-A849-78E73CB0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47" y="4392411"/>
            <a:ext cx="2301740" cy="21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991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80B7D-1859-4A21-A67F-C726B2F1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MOSFET </a:t>
            </a:r>
            <a:r>
              <a:rPr lang="ko-KR" altLang="en-US" dirty="0" err="1"/>
              <a:t>플리커</a:t>
            </a:r>
            <a:r>
              <a:rPr lang="ko-KR" altLang="en-US" dirty="0"/>
              <a:t> 잡음 </a:t>
            </a:r>
            <a:r>
              <a:rPr lang="en-US" altLang="ko-KR" dirty="0"/>
              <a:t>(Flicker 1/</a:t>
            </a:r>
            <a:r>
              <a:rPr lang="en-US" altLang="ko-KR" i="1" dirty="0"/>
              <a:t>f</a:t>
            </a:r>
            <a:r>
              <a:rPr lang="en-US" altLang="ko-KR" dirty="0"/>
              <a:t> Noise)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DEC4B-E8AE-489F-831C-8BE56E3A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물리적 메커니즘</a:t>
            </a:r>
            <a:endParaRPr lang="en-US" altLang="ko-KR" dirty="0"/>
          </a:p>
          <a:p>
            <a:pPr lvl="1"/>
            <a:r>
              <a:rPr lang="ko-KR" altLang="en-US" dirty="0"/>
              <a:t>실리콘 기판과 게이트 </a:t>
            </a:r>
            <a:r>
              <a:rPr lang="ko-KR" altLang="en-US" dirty="0" err="1"/>
              <a:t>산화막</a:t>
            </a:r>
            <a:r>
              <a:rPr lang="ko-KR" altLang="en-US" dirty="0"/>
              <a:t> 계면</a:t>
            </a:r>
            <a:r>
              <a:rPr lang="en-US" altLang="ko-KR" dirty="0"/>
              <a:t>(Si-SiO</a:t>
            </a:r>
            <a:r>
              <a:rPr lang="en-US" altLang="ko-KR" baseline="-25000" dirty="0"/>
              <a:t>2</a:t>
            </a:r>
            <a:r>
              <a:rPr lang="en-US" altLang="ko-KR" dirty="0"/>
              <a:t> interface)</a:t>
            </a:r>
            <a:r>
              <a:rPr lang="ko-KR" altLang="en-US" dirty="0"/>
              <a:t>의 불완전한 결합</a:t>
            </a:r>
            <a:r>
              <a:rPr lang="en-US" altLang="ko-KR" dirty="0"/>
              <a:t>(Dangling Bonds / Surface States)</a:t>
            </a:r>
            <a:r>
              <a:rPr lang="ko-KR" altLang="en-US" dirty="0"/>
              <a:t>에 의해 캐리어가 무작위로 포획 및 방출</a:t>
            </a:r>
            <a:r>
              <a:rPr lang="en-US" altLang="ko-KR" dirty="0"/>
              <a:t>(Trapping &amp; </a:t>
            </a:r>
            <a:r>
              <a:rPr lang="en-US" altLang="ko-KR" dirty="0" err="1"/>
              <a:t>Detrapping</a:t>
            </a:r>
            <a:r>
              <a:rPr lang="en-US" altLang="ko-KR" dirty="0"/>
              <a:t>)</a:t>
            </a:r>
            <a:r>
              <a:rPr lang="ko-KR" altLang="en-US" dirty="0"/>
              <a:t>되는 현상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MOS vs PMOS: PMOS</a:t>
            </a:r>
            <a:r>
              <a:rPr lang="ko-KR" altLang="en-US" dirty="0"/>
              <a:t>는 캐리어</a:t>
            </a:r>
            <a:r>
              <a:rPr lang="en-US" altLang="ko-KR" dirty="0"/>
              <a:t>(</a:t>
            </a:r>
            <a:r>
              <a:rPr lang="ko-KR" altLang="en-US" dirty="0"/>
              <a:t>홀</a:t>
            </a:r>
            <a:r>
              <a:rPr lang="en-US" altLang="ko-KR" dirty="0"/>
              <a:t>)</a:t>
            </a:r>
            <a:r>
              <a:rPr lang="ko-KR" altLang="en-US" dirty="0"/>
              <a:t>가 계면 아래쪽</a:t>
            </a:r>
            <a:r>
              <a:rPr lang="en-US" altLang="ko-KR" dirty="0"/>
              <a:t>(Buried Channel)</a:t>
            </a:r>
            <a:r>
              <a:rPr lang="ko-KR" altLang="en-US" dirty="0"/>
              <a:t>으로 이동하므로 표면 상태 영향이 적어 </a:t>
            </a:r>
            <a:r>
              <a:rPr lang="en-US" altLang="ko-KR" dirty="0"/>
              <a:t>1/</a:t>
            </a:r>
            <a:r>
              <a:rPr lang="en-US" altLang="ko-KR" i="1" dirty="0"/>
              <a:t>f</a:t>
            </a:r>
            <a:r>
              <a:rPr lang="en-US" altLang="ko-KR" dirty="0"/>
              <a:t> </a:t>
            </a:r>
            <a:r>
              <a:rPr lang="ko-KR" altLang="en-US" dirty="0"/>
              <a:t>잡음 계수 </a:t>
            </a:r>
            <a:r>
              <a:rPr lang="en-US" altLang="ko-KR" i="1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NMOS</a:t>
            </a:r>
            <a:r>
              <a:rPr lang="ko-KR" altLang="en-US" dirty="0"/>
              <a:t>보다 작음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게이트 입력 등가 전압 </a:t>
            </a:r>
            <a:r>
              <a:rPr lang="en-US" altLang="ko-KR" dirty="0"/>
              <a:t>PSD </a:t>
            </a:r>
            <a:r>
              <a:rPr lang="ko-KR" altLang="en-US" dirty="0"/>
              <a:t>공식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60B3E-E9F4-4AAE-B666-FE8B119E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3BE4C6-336F-4E14-82EF-69CFF95B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51" y="4120455"/>
            <a:ext cx="2343916" cy="637034"/>
          </a:xfrm>
          <a:prstGeom prst="rect">
            <a:avLst/>
          </a:prstGeom>
        </p:spPr>
      </p:pic>
      <p:pic>
        <p:nvPicPr>
          <p:cNvPr id="2050" name="Picture 2" descr="3.1 Silicon Dangling Bonds">
            <a:extLst>
              <a:ext uri="{FF2B5EF4-FFF2-40B4-BE49-F238E27FC236}">
                <a16:creationId xmlns:a16="http://schemas.microsoft.com/office/drawing/2014/main" id="{95A700C5-F5C5-4FB6-A1B7-C891D187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821" y="4243388"/>
            <a:ext cx="21050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0AFE32B4-FF10-1D60-7093-999C3AB09259}"/>
                  </a:ext>
                </a:extLst>
              </p14:cNvPr>
              <p14:cNvContentPartPr/>
              <p14:nvPr/>
            </p14:nvContentPartPr>
            <p14:xfrm>
              <a:off x="3618199" y="5344175"/>
              <a:ext cx="1154160" cy="6660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0AFE32B4-FF10-1D60-7093-999C3AB092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2559" y="5308535"/>
                <a:ext cx="122580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1B2D74A6-7CDF-7F36-995E-E887EFFA164E}"/>
              </a:ext>
            </a:extLst>
          </p:cNvPr>
          <p:cNvGrpSpPr/>
          <p:nvPr/>
        </p:nvGrpSpPr>
        <p:grpSpPr>
          <a:xfrm>
            <a:off x="2846359" y="4740455"/>
            <a:ext cx="5814720" cy="1582200"/>
            <a:chOff x="2846359" y="4740455"/>
            <a:chExt cx="5814720" cy="15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C5C3532-679C-FA12-283D-30E6ADFB72F8}"/>
                    </a:ext>
                  </a:extLst>
                </p14:cNvPr>
                <p14:cNvContentPartPr/>
                <p14:nvPr/>
              </p14:nvContentPartPr>
              <p14:xfrm>
                <a:off x="3417679" y="5010095"/>
                <a:ext cx="1298520" cy="1162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C5C3532-679C-FA12-283D-30E6ADFB72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81679" y="4974095"/>
                  <a:ext cx="1370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01C7438-2769-5F42-9636-D07BBF2E97C9}"/>
                    </a:ext>
                  </a:extLst>
                </p14:cNvPr>
                <p14:cNvContentPartPr/>
                <p14:nvPr/>
              </p14:nvContentPartPr>
              <p14:xfrm>
                <a:off x="4733119" y="5023055"/>
                <a:ext cx="451080" cy="11872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01C7438-2769-5F42-9636-D07BBF2E97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97119" y="4987415"/>
                  <a:ext cx="522720" cy="12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A6FDF6D-469B-0443-7E15-C820FF534A67}"/>
                    </a:ext>
                  </a:extLst>
                </p14:cNvPr>
                <p14:cNvContentPartPr/>
                <p14:nvPr/>
              </p14:nvContentPartPr>
              <p14:xfrm>
                <a:off x="2846359" y="5088215"/>
                <a:ext cx="760680" cy="12344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A6FDF6D-469B-0443-7E15-C820FF534A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0719" y="5052215"/>
                  <a:ext cx="83232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C3BE4AB-F3E8-0AEA-B190-A394F5B6FE09}"/>
                    </a:ext>
                  </a:extLst>
                </p14:cNvPr>
                <p14:cNvContentPartPr/>
                <p14:nvPr/>
              </p14:nvContentPartPr>
              <p14:xfrm>
                <a:off x="3049399" y="5669615"/>
                <a:ext cx="2372400" cy="1288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C3BE4AB-F3E8-0AEA-B190-A394F5B6FE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13399" y="5633975"/>
                  <a:ext cx="2444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D7997C0-B3BD-F8FE-7217-CA31F41B7861}"/>
                    </a:ext>
                  </a:extLst>
                </p14:cNvPr>
                <p14:cNvContentPartPr/>
                <p14:nvPr/>
              </p14:nvContentPartPr>
              <p14:xfrm>
                <a:off x="6187879" y="4740455"/>
                <a:ext cx="2473200" cy="62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D7997C0-B3BD-F8FE-7217-CA31F41B78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51879" y="4704815"/>
                  <a:ext cx="25448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BECBB7DC-B9C3-AE24-96B3-46190EDF4D32}"/>
                  </a:ext>
                </a:extLst>
              </p14:cNvPr>
              <p14:cNvContentPartPr/>
              <p14:nvPr/>
            </p14:nvContentPartPr>
            <p14:xfrm>
              <a:off x="9341479" y="4119455"/>
              <a:ext cx="1934640" cy="6120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BECBB7DC-B9C3-AE24-96B3-46190EDF4D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05839" y="4083815"/>
                <a:ext cx="20062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179FF163-908E-4A2A-4E12-A1FF6245BA47}"/>
                  </a:ext>
                </a:extLst>
              </p14:cNvPr>
              <p14:cNvContentPartPr/>
              <p14:nvPr/>
            </p14:nvContentPartPr>
            <p14:xfrm>
              <a:off x="9115399" y="4711655"/>
              <a:ext cx="2341800" cy="309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179FF163-908E-4A2A-4E12-A1FF6245BA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79399" y="4675655"/>
                <a:ext cx="24134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A694E489-5255-373F-DF19-5E51E0B91F03}"/>
                  </a:ext>
                </a:extLst>
              </p14:cNvPr>
              <p14:cNvContentPartPr/>
              <p14:nvPr/>
            </p14:nvContentPartPr>
            <p14:xfrm>
              <a:off x="9207919" y="6323015"/>
              <a:ext cx="2434680" cy="507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A694E489-5255-373F-DF19-5E51E0B91F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72279" y="6287015"/>
                <a:ext cx="2506320" cy="1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41981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33169-9659-4F01-AF93-EBAD55CA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A5B45E-70EC-43A2-AB18-037D65A0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문제</a:t>
            </a:r>
            <a:endParaRPr lang="en-US" altLang="ko-KR" dirty="0"/>
          </a:p>
          <a:p>
            <a:pPr lvl="1"/>
            <a:r>
              <a:rPr lang="ko-KR" altLang="en-US" dirty="0"/>
              <a:t>게이트 입력 직렬 전압원으로 </a:t>
            </a:r>
            <a:r>
              <a:rPr lang="ko-KR" altLang="en-US" dirty="0" err="1"/>
              <a:t>모델링되는</a:t>
            </a:r>
            <a:r>
              <a:rPr lang="ko-KR" altLang="en-US" dirty="0"/>
              <a:t> </a:t>
            </a:r>
            <a:r>
              <a:rPr lang="ko-KR" altLang="en-US" dirty="0" err="1"/>
              <a:t>플리커</a:t>
            </a:r>
            <a:r>
              <a:rPr lang="ko-KR" altLang="en-US" dirty="0"/>
              <a:t> 잡음을 </a:t>
            </a:r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간 </a:t>
            </a:r>
            <a:r>
              <a:rPr lang="ko-KR" altLang="en-US" dirty="0" err="1"/>
              <a:t>전류원</a:t>
            </a:r>
            <a:r>
              <a:rPr lang="ko-KR" altLang="en-US" dirty="0"/>
              <a:t> 모델로 변환하여 표현할 수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게이트 직렬 </a:t>
            </a:r>
            <a:r>
              <a:rPr lang="ko-KR" altLang="en-US" dirty="0" err="1"/>
              <a:t>소신호</a:t>
            </a:r>
            <a:r>
              <a:rPr lang="ko-KR" altLang="en-US" dirty="0"/>
              <a:t> 잡음 전압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을 갖는 </a:t>
            </a:r>
            <a:r>
              <a:rPr lang="en-US" altLang="ko-KR" dirty="0"/>
              <a:t>MOSFET</a:t>
            </a:r>
            <a:r>
              <a:rPr lang="ko-KR" altLang="en-US" dirty="0"/>
              <a:t>은 </a:t>
            </a:r>
            <a:r>
              <a:rPr lang="ko-KR" altLang="en-US" dirty="0" err="1"/>
              <a:t>소신호</a:t>
            </a:r>
            <a:r>
              <a:rPr lang="ko-KR" altLang="en-US" dirty="0"/>
              <a:t> </a:t>
            </a:r>
            <a:r>
              <a:rPr lang="ko-KR" altLang="en-US" dirty="0" err="1"/>
              <a:t>트랜스컨덕턴스</a:t>
            </a:r>
            <a:r>
              <a:rPr lang="ko-KR" altLang="en-US" dirty="0"/>
              <a:t> </a:t>
            </a:r>
            <a:r>
              <a:rPr lang="en-US" altLang="ko-KR" i="1" dirty="0"/>
              <a:t>g</a:t>
            </a:r>
            <a:r>
              <a:rPr lang="en-US" altLang="ko-KR" baseline="-25000" dirty="0"/>
              <a:t>m</a:t>
            </a:r>
            <a:r>
              <a:rPr lang="ko-KR" altLang="en-US" dirty="0"/>
              <a:t>을 통해 </a:t>
            </a:r>
            <a:r>
              <a:rPr lang="ko-KR" altLang="en-US" dirty="0" err="1"/>
              <a:t>드레인과</a:t>
            </a:r>
            <a:r>
              <a:rPr lang="ko-KR" altLang="en-US" dirty="0"/>
              <a:t> 소스 사이에 연결된 </a:t>
            </a:r>
            <a:r>
              <a:rPr lang="ko-KR" altLang="en-US" dirty="0" err="1"/>
              <a:t>전류원</a:t>
            </a:r>
            <a:r>
              <a:rPr lang="ko-KR" altLang="en-US" dirty="0"/>
              <a:t> </a:t>
            </a:r>
            <a:r>
              <a:rPr lang="en-US" altLang="ko-KR" i="1" dirty="0"/>
              <a:t>g</a:t>
            </a:r>
            <a:r>
              <a:rPr lang="en-US" altLang="ko-KR" baseline="-25000" dirty="0"/>
              <a:t>m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과 완벽히 동등함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57D52-59FC-47D3-868D-E8F16713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7C0AA4-5507-4BCE-9B0C-FF43A204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2" y="4094688"/>
            <a:ext cx="3523496" cy="6370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E58D20-6AD3-4685-952F-49F9E727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18" y="5053110"/>
            <a:ext cx="3858163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05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EA001-7149-4B25-AE65-84F9FB9C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플리커</a:t>
            </a:r>
            <a:r>
              <a:rPr lang="ko-KR" altLang="en-US" dirty="0"/>
              <a:t> 잡음 코너 주파수 </a:t>
            </a:r>
            <a:r>
              <a:rPr lang="en-US" altLang="ko-KR" dirty="0"/>
              <a:t>(1/</a:t>
            </a:r>
            <a:r>
              <a:rPr lang="en-US" altLang="ko-KR" i="1" dirty="0"/>
              <a:t>f</a:t>
            </a:r>
            <a:r>
              <a:rPr lang="en-US" altLang="ko-KR" dirty="0"/>
              <a:t> Noise Corner Frequency, 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0A247-2FFE-4734-B636-868B9878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코너 주파수 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저주파 영역에서 우세한 </a:t>
            </a:r>
            <a:r>
              <a:rPr lang="en-US" altLang="ko-KR" dirty="0"/>
              <a:t>1/</a:t>
            </a:r>
            <a:r>
              <a:rPr lang="en-US" altLang="ko-KR" i="1" dirty="0"/>
              <a:t>f</a:t>
            </a:r>
            <a:r>
              <a:rPr lang="en-US" altLang="ko-KR" dirty="0"/>
              <a:t> </a:t>
            </a:r>
            <a:r>
              <a:rPr lang="ko-KR" altLang="en-US" dirty="0" err="1"/>
              <a:t>플리커</a:t>
            </a:r>
            <a:r>
              <a:rPr lang="ko-KR" altLang="en-US" dirty="0"/>
              <a:t> 잡음 </a:t>
            </a:r>
            <a:r>
              <a:rPr lang="en-US" altLang="ko-KR" dirty="0"/>
              <a:t>PSD</a:t>
            </a:r>
            <a:r>
              <a:rPr lang="ko-KR" altLang="en-US" dirty="0"/>
              <a:t>와 고주파 영역의 백색 채널 </a:t>
            </a:r>
            <a:r>
              <a:rPr lang="ko-KR" altLang="en-US" dirty="0" err="1"/>
              <a:t>열잡음</a:t>
            </a:r>
            <a:r>
              <a:rPr lang="en-US" altLang="ko-KR" dirty="0"/>
              <a:t>(White Thermal Noise) PSD</a:t>
            </a:r>
            <a:r>
              <a:rPr lang="ko-KR" altLang="en-US" dirty="0"/>
              <a:t>가 서로 만나는 교차점 주파수</a:t>
            </a:r>
            <a:endParaRPr lang="en-US" altLang="ko-KR" dirty="0"/>
          </a:p>
          <a:p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수학적 유도 과정</a:t>
            </a:r>
            <a:endParaRPr lang="en-US" altLang="ko-KR" dirty="0"/>
          </a:p>
          <a:p>
            <a:pPr lvl="1"/>
            <a:r>
              <a:rPr lang="ko-KR" altLang="en-US" dirty="0" err="1"/>
              <a:t>드레인</a:t>
            </a:r>
            <a:r>
              <a:rPr lang="ko-KR" altLang="en-US" dirty="0"/>
              <a:t> 등가 </a:t>
            </a:r>
            <a:r>
              <a:rPr lang="ko-KR" altLang="en-US" dirty="0" err="1"/>
              <a:t>플리커</a:t>
            </a:r>
            <a:r>
              <a:rPr lang="ko-KR" altLang="en-US" dirty="0"/>
              <a:t> 전류 </a:t>
            </a:r>
            <a:r>
              <a:rPr lang="en-US" altLang="ko-KR" dirty="0"/>
              <a:t>PSD</a:t>
            </a:r>
            <a:r>
              <a:rPr lang="ko-KR" altLang="en-US" dirty="0"/>
              <a:t>와 채널 </a:t>
            </a:r>
            <a:r>
              <a:rPr lang="ko-KR" altLang="en-US" dirty="0" err="1"/>
              <a:t>열잡음</a:t>
            </a:r>
            <a:r>
              <a:rPr lang="ko-KR" altLang="en-US" dirty="0"/>
              <a:t> 전류 </a:t>
            </a:r>
            <a:r>
              <a:rPr lang="en-US" altLang="ko-KR" dirty="0"/>
              <a:t>PSD</a:t>
            </a:r>
            <a:r>
              <a:rPr lang="ko-KR" altLang="en-US" dirty="0"/>
              <a:t>가 일치하는 주파수 </a:t>
            </a:r>
            <a:r>
              <a:rPr lang="en-US" altLang="ko-KR" i="1" dirty="0"/>
              <a:t>f</a:t>
            </a:r>
            <a:r>
              <a:rPr lang="en-US" altLang="ko-KR" dirty="0"/>
              <a:t> = 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최종 코너 주파수 공식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C1F9A-77C4-4B23-9F56-E9A52C0B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84DAE5-2652-4FCF-955B-A9BD0424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84" y="3778515"/>
            <a:ext cx="2825502" cy="6370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B66FE0-34F6-43F3-B10D-0AAAAEF8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084" y="4976215"/>
            <a:ext cx="2203708" cy="6400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6A4B53-6D84-4C51-A235-07B84A657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13" y="3733029"/>
            <a:ext cx="3781953" cy="248637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CAF1CA33-DEB7-1650-1031-57C66C87FCA5}"/>
              </a:ext>
            </a:extLst>
          </p:cNvPr>
          <p:cNvGrpSpPr/>
          <p:nvPr/>
        </p:nvGrpSpPr>
        <p:grpSpPr>
          <a:xfrm>
            <a:off x="3004759" y="4302335"/>
            <a:ext cx="2477160" cy="259560"/>
            <a:chOff x="3004759" y="4302335"/>
            <a:chExt cx="247716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10E889A-38E4-420D-FE97-3D0B1EA3FA9C}"/>
                    </a:ext>
                  </a:extLst>
                </p14:cNvPr>
                <p14:cNvContentPartPr/>
                <p14:nvPr/>
              </p14:nvContentPartPr>
              <p14:xfrm>
                <a:off x="3004759" y="4437695"/>
                <a:ext cx="1429200" cy="1242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10E889A-38E4-420D-FE97-3D0B1EA3FA9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69119" y="4402055"/>
                  <a:ext cx="1500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52F4AC1F-8428-AB59-E70A-802260F16BA7}"/>
                    </a:ext>
                  </a:extLst>
                </p14:cNvPr>
                <p14:cNvContentPartPr/>
                <p14:nvPr/>
              </p14:nvContentPartPr>
              <p14:xfrm>
                <a:off x="4849759" y="4302335"/>
                <a:ext cx="632160" cy="313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52F4AC1F-8428-AB59-E70A-802260F16B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13759" y="4266695"/>
                  <a:ext cx="7038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F7373F5-2DFA-C80D-AA5B-019AA5F45E3C}"/>
              </a:ext>
            </a:extLst>
          </p:cNvPr>
          <p:cNvGrpSpPr/>
          <p:nvPr/>
        </p:nvGrpSpPr>
        <p:grpSpPr>
          <a:xfrm>
            <a:off x="3756079" y="3432935"/>
            <a:ext cx="1873080" cy="381240"/>
            <a:chOff x="3756079" y="3432935"/>
            <a:chExt cx="187308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2218641-0658-54E3-91AE-AA4A4B0BE0D9}"/>
                    </a:ext>
                  </a:extLst>
                </p14:cNvPr>
                <p14:cNvContentPartPr/>
                <p14:nvPr/>
              </p14:nvContentPartPr>
              <p14:xfrm>
                <a:off x="3756079" y="3496295"/>
                <a:ext cx="299880" cy="3178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2218641-0658-54E3-91AE-AA4A4B0BE0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20439" y="3460295"/>
                  <a:ext cx="3715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5FC9CC1-FCC9-CB0A-56FD-36FA7EF3DD17}"/>
                    </a:ext>
                  </a:extLst>
                </p14:cNvPr>
                <p14:cNvContentPartPr/>
                <p14:nvPr/>
              </p14:nvContentPartPr>
              <p14:xfrm>
                <a:off x="4202479" y="3444815"/>
                <a:ext cx="179640" cy="178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5FC9CC1-FCC9-CB0A-56FD-36FA7EF3DD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66479" y="3409175"/>
                  <a:ext cx="251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D8F5B63-6234-F0D9-57BF-2B7709B3215D}"/>
                    </a:ext>
                  </a:extLst>
                </p14:cNvPr>
                <p14:cNvContentPartPr/>
                <p14:nvPr/>
              </p14:nvContentPartPr>
              <p14:xfrm>
                <a:off x="5002039" y="3432935"/>
                <a:ext cx="277560" cy="3222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D8F5B63-6234-F0D9-57BF-2B7709B3215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66039" y="3397295"/>
                  <a:ext cx="3492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125E6C2-3A54-30DD-2311-7F4D0FDF254B}"/>
                    </a:ext>
                  </a:extLst>
                </p14:cNvPr>
                <p14:cNvContentPartPr/>
                <p14:nvPr/>
              </p14:nvContentPartPr>
              <p14:xfrm>
                <a:off x="5413519" y="3435815"/>
                <a:ext cx="215640" cy="1810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125E6C2-3A54-30DD-2311-7F4D0FDF254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77519" y="3399815"/>
                  <a:ext cx="28728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1AF39DF-DD94-9D76-7D78-A632434D61B5}"/>
                  </a:ext>
                </a:extLst>
              </p14:cNvPr>
              <p14:cNvContentPartPr/>
              <p14:nvPr/>
            </p14:nvContentPartPr>
            <p14:xfrm>
              <a:off x="2736199" y="5556215"/>
              <a:ext cx="2906280" cy="2210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1AF39DF-DD94-9D76-7D78-A632434D61B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00559" y="5520575"/>
                <a:ext cx="2977920" cy="2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344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227333</TotalTime>
  <Words>3983</Words>
  <Application>Microsoft Office PowerPoint</Application>
  <PresentationFormat>와이드스크린</PresentationFormat>
  <Paragraphs>583</Paragraphs>
  <Slides>69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78" baseType="lpstr">
      <vt:lpstr>Google Sans Text</vt:lpstr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2장: Basic Concepts in RF Design</vt:lpstr>
      <vt:lpstr>Units in RF Design</vt:lpstr>
      <vt:lpstr>파장(λ) 관점에서 RF가 전력을 다루는 이유</vt:lpstr>
      <vt:lpstr>절대 전력 단위 dBm과 Watt(W)의 정의 및 변환 공식</vt:lpstr>
      <vt:lpstr>PowerPoint 프레젠테이션</vt:lpstr>
      <vt:lpstr>PowerPoint 프레젠테이션</vt:lpstr>
      <vt:lpstr>예제 2.1</vt:lpstr>
      <vt:lpstr>예제 2.2</vt:lpstr>
      <vt:lpstr>2.1.2: Time Variance</vt:lpstr>
      <vt:lpstr>PowerPoint 프레젠테이션</vt:lpstr>
      <vt:lpstr>예제 2.3</vt:lpstr>
      <vt:lpstr>PowerPoint 프레젠테이션</vt:lpstr>
      <vt:lpstr>2.1.3: Nonlinearity </vt:lpstr>
      <vt:lpstr>PowerPoint 프레젠테이션</vt:lpstr>
      <vt:lpstr>PowerPoint 프레젠테이션</vt:lpstr>
      <vt:lpstr>2.2: Effect of Nonlinearity</vt:lpstr>
      <vt:lpstr>2.2.1: Harmonic Distortion</vt:lpstr>
      <vt:lpstr>예제 2.5</vt:lpstr>
      <vt:lpstr>PowerPoint 프레젠테이션</vt:lpstr>
      <vt:lpstr>예제 2.6</vt:lpstr>
      <vt:lpstr>2.2.2: Gain Compression</vt:lpstr>
      <vt:lpstr>PowerPoint 프레젠테이션</vt:lpstr>
      <vt:lpstr>PowerPoint 프레젠테이션</vt:lpstr>
      <vt:lpstr>PowerPoint 프레젠테이션</vt:lpstr>
      <vt:lpstr>예제 2.7</vt:lpstr>
      <vt:lpstr>PowerPoint 프레젠테이션</vt:lpstr>
      <vt:lpstr>2.2.3: Cross Modulation</vt:lpstr>
      <vt:lpstr>예제 2.8</vt:lpstr>
      <vt:lpstr>2.2.4: Intermodulation</vt:lpstr>
      <vt:lpstr>PowerPoint 프레젠테이션</vt:lpstr>
      <vt:lpstr>PowerPoint 프레젠테이션</vt:lpstr>
      <vt:lpstr>예제 2.9</vt:lpstr>
      <vt:lpstr>PowerPoint 프레젠테이션</vt:lpstr>
      <vt:lpstr>3차 교차점 (Third-Order Intercept Point, IP3)</vt:lpstr>
      <vt:lpstr>PowerPoint 프레젠테이션</vt:lpstr>
      <vt:lpstr>PowerPoint 프레젠테이션</vt:lpstr>
      <vt:lpstr>예제 2.11</vt:lpstr>
      <vt:lpstr>PowerPoint 프레젠테이션</vt:lpstr>
      <vt:lpstr>PowerPoint 프레젠테이션</vt:lpstr>
      <vt:lpstr>2.2.5: 종속 접속단의 비선형성</vt:lpstr>
      <vt:lpstr>2단 종속 시스템의 입출력 관계식 전개</vt:lpstr>
      <vt:lpstr>예제 2.12</vt:lpstr>
      <vt:lpstr>PowerPoint 프레젠테이션</vt:lpstr>
      <vt:lpstr>PowerPoint 프레젠테이션</vt:lpstr>
      <vt:lpstr>PowerPoint 프레젠테이션</vt:lpstr>
      <vt:lpstr>예제 2.13</vt:lpstr>
      <vt:lpstr>2.2.6 AM/PM Conversion (진폭-위상 변환)</vt:lpstr>
      <vt:lpstr>PowerPoint 프레젠테이션</vt:lpstr>
      <vt:lpstr>2.3.1 Noise as a Random Process</vt:lpstr>
      <vt:lpstr>미시적 물리 현상과 온도 효과</vt:lpstr>
      <vt:lpstr>잡음의 정량화: 평균 전력 (Average Power) 정의</vt:lpstr>
      <vt:lpstr>2.3.2 Noise Spectrum</vt:lpstr>
      <vt:lpstr>전력 스펙트럼 밀도 (Power Spectral Density, PSD) 및 측정 개념</vt:lpstr>
      <vt:lpstr>PowerPoint 프레젠테이션</vt:lpstr>
      <vt:lpstr>총 평균 전력 수식 및 단방향/양방향 스펙트럼</vt:lpstr>
      <vt:lpstr>예제 2.15</vt:lpstr>
      <vt:lpstr>PowerPoint 프레젠테이션</vt:lpstr>
      <vt:lpstr>PowerPoint 프레젠테이션</vt:lpstr>
      <vt:lpstr> 2.3.3 Effect of Transfer Function on Noise</vt:lpstr>
      <vt:lpstr> 2.3.4 Device Noise: 개요 및 저항의 열잡음 모델</vt:lpstr>
      <vt:lpstr>예제 2.16</vt:lpstr>
      <vt:lpstr>PowerPoint 프레젠테이션</vt:lpstr>
      <vt:lpstr>PowerPoint 프레젠테이션</vt:lpstr>
      <vt:lpstr>MOSFET 채널 열잡음 모델 (Channel Thermal Noise) </vt:lpstr>
      <vt:lpstr>게이트 저항 열잡음 및 고주파 유도 잡음</vt:lpstr>
      <vt:lpstr>PowerPoint 프레젠테이션</vt:lpstr>
      <vt:lpstr> MOSFET 플리커 잡음 (Flicker 1/f Noise)</vt:lpstr>
      <vt:lpstr>예제 2.17</vt:lpstr>
      <vt:lpstr>플리커 잡음 코너 주파수 (1/f Noise Corner Frequency, fc)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Daekeun Yoon</dc:creator>
  <cp:lastModifiedBy>박영걸</cp:lastModifiedBy>
  <cp:revision>1306</cp:revision>
  <dcterms:created xsi:type="dcterms:W3CDTF">2016-09-12T01:40:13Z</dcterms:created>
  <dcterms:modified xsi:type="dcterms:W3CDTF">2026-10-01T11:20:40Z</dcterms:modified>
</cp:coreProperties>
</file>